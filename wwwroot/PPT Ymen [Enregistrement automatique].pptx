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9.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1.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2.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3.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4.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5.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26.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27.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28.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29.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9" r:id="rId2"/>
  </p:sldMasterIdLst>
  <p:notesMasterIdLst>
    <p:notesMasterId r:id="rId43"/>
  </p:notesMasterIdLst>
  <p:sldIdLst>
    <p:sldId id="314" r:id="rId3"/>
    <p:sldId id="358" r:id="rId4"/>
    <p:sldId id="304" r:id="rId5"/>
    <p:sldId id="260" r:id="rId6"/>
    <p:sldId id="262" r:id="rId7"/>
    <p:sldId id="263" r:id="rId8"/>
    <p:sldId id="265" r:id="rId9"/>
    <p:sldId id="379" r:id="rId10"/>
    <p:sldId id="321" r:id="rId11"/>
    <p:sldId id="360" r:id="rId12"/>
    <p:sldId id="361" r:id="rId13"/>
    <p:sldId id="386" r:id="rId14"/>
    <p:sldId id="405" r:id="rId15"/>
    <p:sldId id="387" r:id="rId16"/>
    <p:sldId id="388" r:id="rId17"/>
    <p:sldId id="385" r:id="rId18"/>
    <p:sldId id="267" r:id="rId19"/>
    <p:sldId id="381" r:id="rId20"/>
    <p:sldId id="382" r:id="rId21"/>
    <p:sldId id="380" r:id="rId22"/>
    <p:sldId id="384" r:id="rId23"/>
    <p:sldId id="403" r:id="rId24"/>
    <p:sldId id="404" r:id="rId25"/>
    <p:sldId id="383" r:id="rId26"/>
    <p:sldId id="363" r:id="rId27"/>
    <p:sldId id="389" r:id="rId28"/>
    <p:sldId id="402" r:id="rId29"/>
    <p:sldId id="391" r:id="rId30"/>
    <p:sldId id="401" r:id="rId31"/>
    <p:sldId id="394" r:id="rId32"/>
    <p:sldId id="392" r:id="rId33"/>
    <p:sldId id="396" r:id="rId34"/>
    <p:sldId id="397" r:id="rId35"/>
    <p:sldId id="400" r:id="rId36"/>
    <p:sldId id="398" r:id="rId37"/>
    <p:sldId id="367" r:id="rId38"/>
    <p:sldId id="378" r:id="rId39"/>
    <p:sldId id="377" r:id="rId40"/>
    <p:sldId id="399" r:id="rId41"/>
    <p:sldId id="366" r:id="rId4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0A10"/>
    <a:srgbClr val="053971"/>
    <a:srgbClr val="666666"/>
    <a:srgbClr val="003266"/>
    <a:srgbClr val="6A6F82"/>
    <a:srgbClr val="E20000"/>
    <a:srgbClr val="671213"/>
    <a:srgbClr val="02366B"/>
    <a:srgbClr val="EEB41B"/>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Style léger 3 - Accentuation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980" autoAdjust="0"/>
  </p:normalViewPr>
  <p:slideViewPr>
    <p:cSldViewPr snapToGrid="0">
      <p:cViewPr varScale="1">
        <p:scale>
          <a:sx n="82" d="100"/>
          <a:sy n="82" d="100"/>
        </p:scale>
        <p:origin x="720" y="48"/>
      </p:cViewPr>
      <p:guideLst/>
    </p:cSldViewPr>
  </p:slideViewPr>
  <p:notesTextViewPr>
    <p:cViewPr>
      <p:scale>
        <a:sx n="1" d="1"/>
        <a:sy n="1" d="1"/>
      </p:scale>
      <p:origin x="0" y="0"/>
    </p:cViewPr>
  </p:notesTextViewPr>
  <p:sorterViewPr>
    <p:cViewPr>
      <p:scale>
        <a:sx n="100" d="100"/>
        <a:sy n="100" d="100"/>
      </p:scale>
      <p:origin x="0" y="-191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s>
</file>

<file path=ppt/diagrams/_rels/data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diagrams/_rels/drawing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003366"/>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003366"/>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003366"/>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003366"/>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003366"/>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003366"/>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003366"/>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rgbClr val="02366C"/>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rgbClr val="02366C"/>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rgbClr val="003266"/>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rgbClr val="02366C"/>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02366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02366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02366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20F97D2-B683-43E1-9B45-BE583A85B7BC}" type="doc">
      <dgm:prSet loTypeId="urn:microsoft.com/office/officeart/2005/8/layout/hierarchy3" loCatId="list" qsTypeId="urn:microsoft.com/office/officeart/2005/8/quickstyle/simple3" qsCatId="simple" csTypeId="urn:microsoft.com/office/officeart/2005/8/colors/accent1_2" csCatId="accent1" phldr="1"/>
      <dgm:spPr/>
      <dgm:t>
        <a:bodyPr/>
        <a:lstStyle/>
        <a:p>
          <a:endParaRPr lang="fr-FR"/>
        </a:p>
      </dgm:t>
    </dgm:pt>
    <dgm:pt modelId="{E2DC8833-D47D-481B-AC7C-75F7FD6C9DA6}">
      <dgm:prSet phldrT="[Texte]" custT="1"/>
      <dgm:spPr>
        <a:solidFill>
          <a:schemeClr val="accent5">
            <a:lumMod val="20000"/>
            <a:lumOff val="80000"/>
          </a:schemeClr>
        </a:solidFill>
      </dgm:spPr>
      <dgm:t>
        <a:bodyPr/>
        <a:lstStyle/>
        <a:p>
          <a:r>
            <a:rPr lang="fr-FR" sz="1900" b="1" dirty="0">
              <a:latin typeface="Arial" panose="020B0604020202020204" pitchFamily="34" charset="0"/>
              <a:ea typeface="Calibri" panose="020F0502020204030204" pitchFamily="34" charset="0"/>
              <a:cs typeface="Arial" panose="020B0604020202020204" pitchFamily="34" charset="0"/>
            </a:rPr>
            <a:t>Besoins fonctionnels</a:t>
          </a:r>
          <a:endParaRPr lang="fr-FR" sz="1900" dirty="0"/>
        </a:p>
      </dgm:t>
    </dgm:pt>
    <dgm:pt modelId="{45796890-58E2-48F0-8DAE-539F26B78615}" type="parTrans" cxnId="{22B74EE1-F340-41D7-B96B-515917CB5CA7}">
      <dgm:prSet/>
      <dgm:spPr/>
      <dgm:t>
        <a:bodyPr/>
        <a:lstStyle/>
        <a:p>
          <a:endParaRPr lang="fr-FR"/>
        </a:p>
      </dgm:t>
    </dgm:pt>
    <dgm:pt modelId="{982E2A24-72C1-4A9C-8944-478D983DA6C3}" type="sibTrans" cxnId="{22B74EE1-F340-41D7-B96B-515917CB5CA7}">
      <dgm:prSet/>
      <dgm:spPr/>
      <dgm:t>
        <a:bodyPr/>
        <a:lstStyle/>
        <a:p>
          <a:endParaRPr lang="fr-FR"/>
        </a:p>
      </dgm:t>
    </dgm:pt>
    <dgm:pt modelId="{4627E24C-F0E8-4017-B1E7-18431D83CE22}">
      <dgm:prSet phldrT="[Texte]" custT="1"/>
      <dgm:spPr>
        <a:ln>
          <a:solidFill>
            <a:schemeClr val="tx1"/>
          </a:solidFill>
        </a:ln>
      </dgm:spPr>
      <dgm:t>
        <a:bodyPr/>
        <a:lstStyle/>
        <a:p>
          <a:pPr algn="ctr"/>
          <a:r>
            <a:rPr lang="fr-FR" sz="1800" dirty="0">
              <a:effectLst/>
              <a:latin typeface="Arial" panose="020B0604020202020204" pitchFamily="34" charset="0"/>
              <a:ea typeface="Arial" panose="020B0604020202020204" pitchFamily="34" charset="0"/>
              <a:cs typeface="Arial" panose="020B0604020202020204" pitchFamily="34" charset="0"/>
            </a:rPr>
            <a:t>Extraction du texte à partir des images	</a:t>
          </a:r>
          <a:endParaRPr lang="fr-FR" sz="1800" b="0" dirty="0">
            <a:latin typeface="Arial" panose="020B0604020202020204" pitchFamily="34" charset="0"/>
            <a:cs typeface="Arial" panose="020B0604020202020204" pitchFamily="34" charset="0"/>
          </a:endParaRPr>
        </a:p>
      </dgm:t>
    </dgm:pt>
    <dgm:pt modelId="{DB4B664A-9671-43DD-92AA-8627CD894D53}" type="parTrans" cxnId="{3CBD0386-C359-4B1E-8F08-D5382C7429EC}">
      <dgm:prSet/>
      <dgm:spPr/>
      <dgm:t>
        <a:bodyPr/>
        <a:lstStyle/>
        <a:p>
          <a:endParaRPr lang="fr-FR"/>
        </a:p>
      </dgm:t>
    </dgm:pt>
    <dgm:pt modelId="{3C3E29D8-78F6-4E47-B166-CB59294A8202}" type="sibTrans" cxnId="{3CBD0386-C359-4B1E-8F08-D5382C7429EC}">
      <dgm:prSet/>
      <dgm:spPr/>
      <dgm:t>
        <a:bodyPr/>
        <a:lstStyle/>
        <a:p>
          <a:endParaRPr lang="fr-FR"/>
        </a:p>
      </dgm:t>
    </dgm:pt>
    <dgm:pt modelId="{2B3FD1AF-DA0E-4545-8A29-2478B22488B6}">
      <dgm:prSet phldrT="[Texte]" custT="1"/>
      <dgm:spPr>
        <a:ln>
          <a:solidFill>
            <a:schemeClr val="tx1"/>
          </a:solidFill>
        </a:ln>
      </dgm:spPr>
      <dgm:t>
        <a:bodyPr/>
        <a:lstStyle/>
        <a:p>
          <a:pPr algn="ctr"/>
          <a:r>
            <a:rPr lang="fr-FR" sz="1800" dirty="0">
              <a:effectLst/>
              <a:latin typeface="Arial" panose="020B0604020202020204" pitchFamily="34" charset="0"/>
              <a:ea typeface="Arial" panose="020B0604020202020204" pitchFamily="34" charset="0"/>
              <a:cs typeface="Arial" panose="020B0604020202020204" pitchFamily="34" charset="0"/>
            </a:rPr>
            <a:t>Extraction d’audio à partir des vidéos</a:t>
          </a:r>
          <a:endParaRPr lang="fr-FR" sz="1800" b="0" dirty="0">
            <a:latin typeface="Arial" panose="020B0604020202020204" pitchFamily="34" charset="0"/>
            <a:cs typeface="Arial" panose="020B0604020202020204" pitchFamily="34" charset="0"/>
          </a:endParaRPr>
        </a:p>
      </dgm:t>
    </dgm:pt>
    <dgm:pt modelId="{FCF6C0A3-07C0-4302-9FC1-B81492B27EDE}" type="parTrans" cxnId="{5373E493-A301-4DB0-BC70-EFC31D574C15}">
      <dgm:prSet/>
      <dgm:spPr/>
      <dgm:t>
        <a:bodyPr/>
        <a:lstStyle/>
        <a:p>
          <a:endParaRPr lang="fr-FR"/>
        </a:p>
      </dgm:t>
    </dgm:pt>
    <dgm:pt modelId="{77939C5F-7732-40BF-B572-DD33C96A94BE}" type="sibTrans" cxnId="{5373E493-A301-4DB0-BC70-EFC31D574C15}">
      <dgm:prSet/>
      <dgm:spPr/>
      <dgm:t>
        <a:bodyPr/>
        <a:lstStyle/>
        <a:p>
          <a:endParaRPr lang="fr-FR"/>
        </a:p>
      </dgm:t>
    </dgm:pt>
    <dgm:pt modelId="{F62DD7FC-9A18-4225-ABF3-319F7881FB3E}">
      <dgm:prSet phldrT="[Texte]" custT="1"/>
      <dgm:spPr>
        <a:ln>
          <a:solidFill>
            <a:schemeClr val="bg2"/>
          </a:solidFill>
        </a:ln>
      </dgm:spPr>
      <dgm:t>
        <a:bodyPr/>
        <a:lstStyle/>
        <a:p>
          <a:pPr algn="ctr"/>
          <a:r>
            <a:rPr lang="fr-FR" sz="1800" dirty="0">
              <a:effectLst/>
              <a:latin typeface="Arial" panose="020B0604020202020204" pitchFamily="34" charset="0"/>
              <a:ea typeface="Arial" panose="020B0604020202020204" pitchFamily="34" charset="0"/>
            </a:rPr>
            <a:t>Taper /dicter /éditer  des notes et vérifier l’orthographe.</a:t>
          </a:r>
          <a:endParaRPr lang="fr-FR" sz="1800" b="0" dirty="0">
            <a:latin typeface="Arial" panose="020B0604020202020204" pitchFamily="34" charset="0"/>
            <a:cs typeface="Arial" panose="020B0604020202020204" pitchFamily="34" charset="0"/>
          </a:endParaRPr>
        </a:p>
      </dgm:t>
    </dgm:pt>
    <dgm:pt modelId="{EEED3400-A74E-493F-BAB6-9287CD22D7AC}" type="parTrans" cxnId="{31F1C3F3-55C5-4DFB-9450-F5AF1DF96FE5}">
      <dgm:prSet/>
      <dgm:spPr/>
      <dgm:t>
        <a:bodyPr/>
        <a:lstStyle/>
        <a:p>
          <a:endParaRPr lang="fr-FR"/>
        </a:p>
      </dgm:t>
    </dgm:pt>
    <dgm:pt modelId="{329579D8-99D5-4ABA-BBD2-999602E506BF}" type="sibTrans" cxnId="{31F1C3F3-55C5-4DFB-9450-F5AF1DF96FE5}">
      <dgm:prSet/>
      <dgm:spPr/>
      <dgm:t>
        <a:bodyPr/>
        <a:lstStyle/>
        <a:p>
          <a:endParaRPr lang="fr-FR"/>
        </a:p>
      </dgm:t>
    </dgm:pt>
    <dgm:pt modelId="{9D2A16C4-51BE-4D6F-9734-397E3E44FC32}">
      <dgm:prSet phldrT="[Texte]" custT="1"/>
      <dgm:spPr>
        <a:ln>
          <a:solidFill>
            <a:schemeClr val="bg2"/>
          </a:solidFill>
        </a:ln>
      </dgm:spPr>
      <dgm:t>
        <a:bodyPr/>
        <a:lstStyle/>
        <a:p>
          <a:pPr algn="ctr"/>
          <a:r>
            <a:rPr lang="fr-FR" sz="1800" dirty="0">
              <a:effectLst/>
              <a:latin typeface="Arial" panose="020B0604020202020204" pitchFamily="34" charset="0"/>
              <a:ea typeface="Arial" panose="020B0604020202020204" pitchFamily="34" charset="0"/>
            </a:rPr>
            <a:t>Utiliser un dictionnaire /traducteur</a:t>
          </a:r>
          <a:endParaRPr lang="fr-FR" sz="1800" b="0" dirty="0">
            <a:latin typeface="Arial" panose="020B0604020202020204" pitchFamily="34" charset="0"/>
            <a:cs typeface="Arial" panose="020B0604020202020204" pitchFamily="34" charset="0"/>
          </a:endParaRPr>
        </a:p>
      </dgm:t>
    </dgm:pt>
    <dgm:pt modelId="{8472C586-8FB7-409F-9954-3624D43F9359}" type="parTrans" cxnId="{2FA2DC6C-EEA6-4CBB-8132-BAE484D09849}">
      <dgm:prSet/>
      <dgm:spPr/>
      <dgm:t>
        <a:bodyPr/>
        <a:lstStyle/>
        <a:p>
          <a:endParaRPr lang="fr-FR"/>
        </a:p>
      </dgm:t>
    </dgm:pt>
    <dgm:pt modelId="{494596BD-E959-4AA9-8340-569259FDC643}" type="sibTrans" cxnId="{2FA2DC6C-EEA6-4CBB-8132-BAE484D09849}">
      <dgm:prSet/>
      <dgm:spPr/>
      <dgm:t>
        <a:bodyPr/>
        <a:lstStyle/>
        <a:p>
          <a:endParaRPr lang="fr-FR"/>
        </a:p>
      </dgm:t>
    </dgm:pt>
    <dgm:pt modelId="{679B583F-4BBD-49DC-9C6C-40ED880BDCEF}">
      <dgm:prSet phldrT="[Texte]" custT="1"/>
      <dgm:spPr>
        <a:ln>
          <a:solidFill>
            <a:schemeClr val="accent5"/>
          </a:solidFill>
        </a:ln>
      </dgm:spPr>
      <dgm:t>
        <a:bodyPr/>
        <a:lstStyle/>
        <a:p>
          <a:pPr algn="ctr"/>
          <a:r>
            <a:rPr lang="fr-FR" sz="1800" b="0" dirty="0">
              <a:effectLst/>
              <a:latin typeface="Arial" panose="020B0604020202020204" pitchFamily="34" charset="0"/>
              <a:ea typeface="Arial" panose="020B0604020202020204" pitchFamily="34" charset="0"/>
              <a:cs typeface="Arial" panose="020B0604020202020204" pitchFamily="34" charset="0"/>
            </a:rPr>
            <a:t>Télécharger et afficher le contenu des fichiers PDF</a:t>
          </a:r>
          <a:endParaRPr lang="fr-FR" sz="1800" b="0" dirty="0">
            <a:latin typeface="Arial" panose="020B0604020202020204" pitchFamily="34" charset="0"/>
            <a:cs typeface="Arial" panose="020B0604020202020204" pitchFamily="34" charset="0"/>
          </a:endParaRPr>
        </a:p>
      </dgm:t>
    </dgm:pt>
    <dgm:pt modelId="{B057A7F1-B965-4AC6-8DA0-3CB35B3BDB50}" type="parTrans" cxnId="{9EBEEDFE-5DE8-4492-92BF-0AAAE7FB76D8}">
      <dgm:prSet/>
      <dgm:spPr/>
      <dgm:t>
        <a:bodyPr/>
        <a:lstStyle/>
        <a:p>
          <a:endParaRPr lang="fr-FR"/>
        </a:p>
      </dgm:t>
    </dgm:pt>
    <dgm:pt modelId="{66886138-59B6-42B9-B822-24A3E5C594DA}" type="sibTrans" cxnId="{9EBEEDFE-5DE8-4492-92BF-0AAAE7FB76D8}">
      <dgm:prSet/>
      <dgm:spPr/>
      <dgm:t>
        <a:bodyPr/>
        <a:lstStyle/>
        <a:p>
          <a:endParaRPr lang="fr-FR"/>
        </a:p>
      </dgm:t>
    </dgm:pt>
    <dgm:pt modelId="{2F7EA151-B2B1-4772-B864-F55F69251BFD}">
      <dgm:prSet phldrT="[Texte]" custT="1"/>
      <dgm:spPr>
        <a:ln>
          <a:solidFill>
            <a:schemeClr val="bg2"/>
          </a:solidFill>
        </a:ln>
      </dgm:spPr>
      <dgm:t>
        <a:bodyPr/>
        <a:lstStyle/>
        <a:p>
          <a:pPr algn="ctr"/>
          <a:r>
            <a:rPr lang="fr-FR" sz="1800" dirty="0">
              <a:effectLst/>
              <a:latin typeface="Arial" panose="020B0604020202020204" pitchFamily="34" charset="0"/>
              <a:ea typeface="Arial" panose="020B0604020202020204" pitchFamily="34" charset="0"/>
              <a:cs typeface="Arial" panose="020B0604020202020204" pitchFamily="34" charset="0"/>
            </a:rPr>
            <a:t>Changer le couleur du papier</a:t>
          </a:r>
          <a:endParaRPr lang="fr-FR" sz="1800" b="0" dirty="0">
            <a:latin typeface="Arial" panose="020B0604020202020204" pitchFamily="34" charset="0"/>
            <a:cs typeface="Arial" panose="020B0604020202020204" pitchFamily="34" charset="0"/>
          </a:endParaRPr>
        </a:p>
      </dgm:t>
    </dgm:pt>
    <dgm:pt modelId="{EC754E13-E70C-41C9-9190-BCA87478FF25}" type="parTrans" cxnId="{3D0A6446-DBF3-4160-B2FB-7ABBEA21514B}">
      <dgm:prSet/>
      <dgm:spPr/>
      <dgm:t>
        <a:bodyPr/>
        <a:lstStyle/>
        <a:p>
          <a:endParaRPr lang="fr-FR"/>
        </a:p>
      </dgm:t>
    </dgm:pt>
    <dgm:pt modelId="{AA02A70E-0D4A-4528-B364-A2C107BE60E6}" type="sibTrans" cxnId="{3D0A6446-DBF3-4160-B2FB-7ABBEA21514B}">
      <dgm:prSet/>
      <dgm:spPr/>
      <dgm:t>
        <a:bodyPr/>
        <a:lstStyle/>
        <a:p>
          <a:endParaRPr lang="fr-FR"/>
        </a:p>
      </dgm:t>
    </dgm:pt>
    <dgm:pt modelId="{A3CAD006-6085-4455-B07F-354AD92FB04E}">
      <dgm:prSet custT="1"/>
      <dgm:spPr>
        <a:ln>
          <a:solidFill>
            <a:schemeClr val="tx1"/>
          </a:solidFill>
        </a:ln>
      </dgm:spPr>
      <dgm:t>
        <a:bodyPr/>
        <a:lstStyle/>
        <a:p>
          <a:pPr algn="ctr"/>
          <a:r>
            <a:rPr lang="fr-FR" sz="1800" dirty="0">
              <a:effectLst/>
              <a:latin typeface="Arial" panose="020B0604020202020204" pitchFamily="34" charset="0"/>
              <a:ea typeface="Arial" panose="020B0604020202020204" pitchFamily="34" charset="0"/>
              <a:cs typeface="Arial" panose="020B0604020202020204" pitchFamily="34" charset="0"/>
            </a:rPr>
            <a:t>Conversion TTS des parties choisis du texte</a:t>
          </a:r>
          <a:endParaRPr lang="fr-FR" sz="1800" b="0" dirty="0">
            <a:latin typeface="Arial" panose="020B0604020202020204" pitchFamily="34" charset="0"/>
            <a:cs typeface="Arial" panose="020B0604020202020204" pitchFamily="34" charset="0"/>
          </a:endParaRPr>
        </a:p>
      </dgm:t>
    </dgm:pt>
    <dgm:pt modelId="{2C0FBE23-608C-41B1-8CC6-E0393133BA00}" type="parTrans" cxnId="{1F2B2B2A-E8D6-4246-9770-18CA15862913}">
      <dgm:prSet/>
      <dgm:spPr/>
      <dgm:t>
        <a:bodyPr/>
        <a:lstStyle/>
        <a:p>
          <a:endParaRPr lang="fr-FR"/>
        </a:p>
      </dgm:t>
    </dgm:pt>
    <dgm:pt modelId="{E3AF204D-322D-4B9E-83AB-BBE7C544AAC8}" type="sibTrans" cxnId="{1F2B2B2A-E8D6-4246-9770-18CA15862913}">
      <dgm:prSet/>
      <dgm:spPr/>
      <dgm:t>
        <a:bodyPr/>
        <a:lstStyle/>
        <a:p>
          <a:endParaRPr lang="fr-FR"/>
        </a:p>
      </dgm:t>
    </dgm:pt>
    <dgm:pt modelId="{7445D090-4D91-4B03-90D6-CA8DEAA72AF2}" type="pres">
      <dgm:prSet presAssocID="{C20F97D2-B683-43E1-9B45-BE583A85B7BC}" presName="diagram" presStyleCnt="0">
        <dgm:presLayoutVars>
          <dgm:chPref val="1"/>
          <dgm:dir/>
          <dgm:animOne val="branch"/>
          <dgm:animLvl val="lvl"/>
          <dgm:resizeHandles/>
        </dgm:presLayoutVars>
      </dgm:prSet>
      <dgm:spPr/>
    </dgm:pt>
    <dgm:pt modelId="{331EB842-407E-4461-9440-6F63C88B1CF9}" type="pres">
      <dgm:prSet presAssocID="{E2DC8833-D47D-481B-AC7C-75F7FD6C9DA6}" presName="root" presStyleCnt="0"/>
      <dgm:spPr/>
    </dgm:pt>
    <dgm:pt modelId="{77057397-AED2-48F1-8CD3-67EC4BB6A25D}" type="pres">
      <dgm:prSet presAssocID="{E2DC8833-D47D-481B-AC7C-75F7FD6C9DA6}" presName="rootComposite" presStyleCnt="0"/>
      <dgm:spPr/>
    </dgm:pt>
    <dgm:pt modelId="{820DEF43-A5D6-482C-8EF7-BB7938705416}" type="pres">
      <dgm:prSet presAssocID="{E2DC8833-D47D-481B-AC7C-75F7FD6C9DA6}" presName="rootText" presStyleLbl="node1" presStyleIdx="0" presStyleCnt="1" custScaleX="429112" custScaleY="147023" custLinFactNeighborX="-4171" custLinFactNeighborY="-42158"/>
      <dgm:spPr/>
    </dgm:pt>
    <dgm:pt modelId="{9A5F7723-69F5-47F6-8AE1-C0D1BBA75D40}" type="pres">
      <dgm:prSet presAssocID="{E2DC8833-D47D-481B-AC7C-75F7FD6C9DA6}" presName="rootConnector" presStyleLbl="node1" presStyleIdx="0" presStyleCnt="1"/>
      <dgm:spPr/>
    </dgm:pt>
    <dgm:pt modelId="{382CB955-5B88-4892-8AA8-607109044574}" type="pres">
      <dgm:prSet presAssocID="{E2DC8833-D47D-481B-AC7C-75F7FD6C9DA6}" presName="childShape" presStyleCnt="0"/>
      <dgm:spPr/>
    </dgm:pt>
    <dgm:pt modelId="{F2A44F11-4EC2-4DD7-8431-C17015E2D646}" type="pres">
      <dgm:prSet presAssocID="{B057A7F1-B965-4AC6-8DA0-3CB35B3BDB50}" presName="Name13" presStyleLbl="parChTrans1D2" presStyleIdx="0" presStyleCnt="7"/>
      <dgm:spPr/>
    </dgm:pt>
    <dgm:pt modelId="{424A856E-CFAC-4D89-B3C1-25988AA4A2F3}" type="pres">
      <dgm:prSet presAssocID="{679B583F-4BBD-49DC-9C6C-40ED880BDCEF}" presName="childText" presStyleLbl="bgAcc1" presStyleIdx="0" presStyleCnt="7" custAng="0" custScaleX="615290" custScaleY="142439">
        <dgm:presLayoutVars>
          <dgm:bulletEnabled val="1"/>
        </dgm:presLayoutVars>
      </dgm:prSet>
      <dgm:spPr/>
    </dgm:pt>
    <dgm:pt modelId="{39A58962-245D-4E9A-8BE4-2AFF9EE2AF9C}" type="pres">
      <dgm:prSet presAssocID="{EC754E13-E70C-41C9-9190-BCA87478FF25}" presName="Name13" presStyleLbl="parChTrans1D2" presStyleIdx="1" presStyleCnt="7"/>
      <dgm:spPr/>
    </dgm:pt>
    <dgm:pt modelId="{4F92F5F2-C688-4937-9073-585A4EC9D3C6}" type="pres">
      <dgm:prSet presAssocID="{2F7EA151-B2B1-4772-B864-F55F69251BFD}" presName="childText" presStyleLbl="bgAcc1" presStyleIdx="1" presStyleCnt="7" custScaleX="615290" custScaleY="142439">
        <dgm:presLayoutVars>
          <dgm:bulletEnabled val="1"/>
        </dgm:presLayoutVars>
      </dgm:prSet>
      <dgm:spPr/>
    </dgm:pt>
    <dgm:pt modelId="{782D0DE2-1166-4B4C-AE19-511318D42BB8}" type="pres">
      <dgm:prSet presAssocID="{2C0FBE23-608C-41B1-8CC6-E0393133BA00}" presName="Name13" presStyleLbl="parChTrans1D2" presStyleIdx="2" presStyleCnt="7"/>
      <dgm:spPr/>
    </dgm:pt>
    <dgm:pt modelId="{E5D35D15-A7E2-48C4-A950-D3D7F8492452}" type="pres">
      <dgm:prSet presAssocID="{A3CAD006-6085-4455-B07F-354AD92FB04E}" presName="childText" presStyleLbl="bgAcc1" presStyleIdx="2" presStyleCnt="7" custScaleX="615290" custScaleY="142439">
        <dgm:presLayoutVars>
          <dgm:bulletEnabled val="1"/>
        </dgm:presLayoutVars>
      </dgm:prSet>
      <dgm:spPr/>
    </dgm:pt>
    <dgm:pt modelId="{1BF59D44-1438-4134-9420-094C93D3DBF4}" type="pres">
      <dgm:prSet presAssocID="{DB4B664A-9671-43DD-92AA-8627CD894D53}" presName="Name13" presStyleLbl="parChTrans1D2" presStyleIdx="3" presStyleCnt="7"/>
      <dgm:spPr/>
    </dgm:pt>
    <dgm:pt modelId="{4E1ADB14-061F-4B5B-A67C-FD1B8B9F1B8C}" type="pres">
      <dgm:prSet presAssocID="{4627E24C-F0E8-4017-B1E7-18431D83CE22}" presName="childText" presStyleLbl="bgAcc1" presStyleIdx="3" presStyleCnt="7" custScaleX="615290" custScaleY="142439">
        <dgm:presLayoutVars>
          <dgm:bulletEnabled val="1"/>
        </dgm:presLayoutVars>
      </dgm:prSet>
      <dgm:spPr/>
    </dgm:pt>
    <dgm:pt modelId="{F7DFCA04-DA03-4EE6-851B-BEB28D615FB2}" type="pres">
      <dgm:prSet presAssocID="{FCF6C0A3-07C0-4302-9FC1-B81492B27EDE}" presName="Name13" presStyleLbl="parChTrans1D2" presStyleIdx="4" presStyleCnt="7"/>
      <dgm:spPr/>
    </dgm:pt>
    <dgm:pt modelId="{C2F8D387-A866-4CCC-9741-A2CF58B9FEFC}" type="pres">
      <dgm:prSet presAssocID="{2B3FD1AF-DA0E-4545-8A29-2478B22488B6}" presName="childText" presStyleLbl="bgAcc1" presStyleIdx="4" presStyleCnt="7" custScaleX="615290" custScaleY="142439">
        <dgm:presLayoutVars>
          <dgm:bulletEnabled val="1"/>
        </dgm:presLayoutVars>
      </dgm:prSet>
      <dgm:spPr/>
    </dgm:pt>
    <dgm:pt modelId="{F51950A8-67C4-49C8-9DF5-665033A705B4}" type="pres">
      <dgm:prSet presAssocID="{8472C586-8FB7-409F-9954-3624D43F9359}" presName="Name13" presStyleLbl="parChTrans1D2" presStyleIdx="5" presStyleCnt="7"/>
      <dgm:spPr/>
    </dgm:pt>
    <dgm:pt modelId="{14397C2D-A571-4348-B3A5-3E7D1106CC3E}" type="pres">
      <dgm:prSet presAssocID="{9D2A16C4-51BE-4D6F-9734-397E3E44FC32}" presName="childText" presStyleLbl="bgAcc1" presStyleIdx="5" presStyleCnt="7" custScaleX="615290" custScaleY="142439">
        <dgm:presLayoutVars>
          <dgm:bulletEnabled val="1"/>
        </dgm:presLayoutVars>
      </dgm:prSet>
      <dgm:spPr/>
    </dgm:pt>
    <dgm:pt modelId="{AF2A26E7-3ECE-4AD6-84E0-E78C0B470180}" type="pres">
      <dgm:prSet presAssocID="{EEED3400-A74E-493F-BAB6-9287CD22D7AC}" presName="Name13" presStyleLbl="parChTrans1D2" presStyleIdx="6" presStyleCnt="7"/>
      <dgm:spPr/>
    </dgm:pt>
    <dgm:pt modelId="{90B0C7D8-C906-4022-8924-BEA423C3EFFB}" type="pres">
      <dgm:prSet presAssocID="{F62DD7FC-9A18-4225-ABF3-319F7881FB3E}" presName="childText" presStyleLbl="bgAcc1" presStyleIdx="6" presStyleCnt="7" custScaleX="615290" custScaleY="142439">
        <dgm:presLayoutVars>
          <dgm:bulletEnabled val="1"/>
        </dgm:presLayoutVars>
      </dgm:prSet>
      <dgm:spPr/>
    </dgm:pt>
  </dgm:ptLst>
  <dgm:cxnLst>
    <dgm:cxn modelId="{CB08D403-0E0A-49CF-92E6-70113F821981}" type="presOf" srcId="{2B3FD1AF-DA0E-4545-8A29-2478B22488B6}" destId="{C2F8D387-A866-4CCC-9741-A2CF58B9FEFC}" srcOrd="0" destOrd="0" presId="urn:microsoft.com/office/officeart/2005/8/layout/hierarchy3"/>
    <dgm:cxn modelId="{A519791E-A506-474F-860E-C49DA6E680E2}" type="presOf" srcId="{EC754E13-E70C-41C9-9190-BCA87478FF25}" destId="{39A58962-245D-4E9A-8BE4-2AFF9EE2AF9C}" srcOrd="0" destOrd="0" presId="urn:microsoft.com/office/officeart/2005/8/layout/hierarchy3"/>
    <dgm:cxn modelId="{1F2B2B2A-E8D6-4246-9770-18CA15862913}" srcId="{E2DC8833-D47D-481B-AC7C-75F7FD6C9DA6}" destId="{A3CAD006-6085-4455-B07F-354AD92FB04E}" srcOrd="2" destOrd="0" parTransId="{2C0FBE23-608C-41B1-8CC6-E0393133BA00}" sibTransId="{E3AF204D-322D-4B9E-83AB-BBE7C544AAC8}"/>
    <dgm:cxn modelId="{10F39134-AB94-42FD-8200-9B7BF99341F2}" type="presOf" srcId="{679B583F-4BBD-49DC-9C6C-40ED880BDCEF}" destId="{424A856E-CFAC-4D89-B3C1-25988AA4A2F3}" srcOrd="0" destOrd="0" presId="urn:microsoft.com/office/officeart/2005/8/layout/hierarchy3"/>
    <dgm:cxn modelId="{649D1735-24C0-4F02-B05E-27BD79EF83DF}" type="presOf" srcId="{E2DC8833-D47D-481B-AC7C-75F7FD6C9DA6}" destId="{820DEF43-A5D6-482C-8EF7-BB7938705416}" srcOrd="0" destOrd="0" presId="urn:microsoft.com/office/officeart/2005/8/layout/hierarchy3"/>
    <dgm:cxn modelId="{A6D3F739-140F-4C4F-B433-095C2DB1A395}" type="presOf" srcId="{A3CAD006-6085-4455-B07F-354AD92FB04E}" destId="{E5D35D15-A7E2-48C4-A950-D3D7F8492452}" srcOrd="0" destOrd="0" presId="urn:microsoft.com/office/officeart/2005/8/layout/hierarchy3"/>
    <dgm:cxn modelId="{DCFD0B3F-B7C1-46C2-B9D2-371CC0058BB2}" type="presOf" srcId="{9D2A16C4-51BE-4D6F-9734-397E3E44FC32}" destId="{14397C2D-A571-4348-B3A5-3E7D1106CC3E}" srcOrd="0" destOrd="0" presId="urn:microsoft.com/office/officeart/2005/8/layout/hierarchy3"/>
    <dgm:cxn modelId="{1C30FC43-379F-4E17-A050-482878023201}" type="presOf" srcId="{E2DC8833-D47D-481B-AC7C-75F7FD6C9DA6}" destId="{9A5F7723-69F5-47F6-8AE1-C0D1BBA75D40}" srcOrd="1" destOrd="0" presId="urn:microsoft.com/office/officeart/2005/8/layout/hierarchy3"/>
    <dgm:cxn modelId="{DF7AD164-8675-4AC7-A63D-46E1A28FD3B1}" type="presOf" srcId="{B057A7F1-B965-4AC6-8DA0-3CB35B3BDB50}" destId="{F2A44F11-4EC2-4DD7-8431-C17015E2D646}" srcOrd="0" destOrd="0" presId="urn:microsoft.com/office/officeart/2005/8/layout/hierarchy3"/>
    <dgm:cxn modelId="{3D0A6446-DBF3-4160-B2FB-7ABBEA21514B}" srcId="{E2DC8833-D47D-481B-AC7C-75F7FD6C9DA6}" destId="{2F7EA151-B2B1-4772-B864-F55F69251BFD}" srcOrd="1" destOrd="0" parTransId="{EC754E13-E70C-41C9-9190-BCA87478FF25}" sibTransId="{AA02A70E-0D4A-4528-B364-A2C107BE60E6}"/>
    <dgm:cxn modelId="{8E83AD47-3FE2-4CF3-BB5C-F3F5605E08E4}" type="presOf" srcId="{8472C586-8FB7-409F-9954-3624D43F9359}" destId="{F51950A8-67C4-49C8-9DF5-665033A705B4}" srcOrd="0" destOrd="0" presId="urn:microsoft.com/office/officeart/2005/8/layout/hierarchy3"/>
    <dgm:cxn modelId="{8AC5CB48-5E59-4A90-9BFB-69CFDE6058FD}" type="presOf" srcId="{FCF6C0A3-07C0-4302-9FC1-B81492B27EDE}" destId="{F7DFCA04-DA03-4EE6-851B-BEB28D615FB2}" srcOrd="0" destOrd="0" presId="urn:microsoft.com/office/officeart/2005/8/layout/hierarchy3"/>
    <dgm:cxn modelId="{2FA2DC6C-EEA6-4CBB-8132-BAE484D09849}" srcId="{E2DC8833-D47D-481B-AC7C-75F7FD6C9DA6}" destId="{9D2A16C4-51BE-4D6F-9734-397E3E44FC32}" srcOrd="5" destOrd="0" parTransId="{8472C586-8FB7-409F-9954-3624D43F9359}" sibTransId="{494596BD-E959-4AA9-8340-569259FDC643}"/>
    <dgm:cxn modelId="{3CBD0386-C359-4B1E-8F08-D5382C7429EC}" srcId="{E2DC8833-D47D-481B-AC7C-75F7FD6C9DA6}" destId="{4627E24C-F0E8-4017-B1E7-18431D83CE22}" srcOrd="3" destOrd="0" parTransId="{DB4B664A-9671-43DD-92AA-8627CD894D53}" sibTransId="{3C3E29D8-78F6-4E47-B166-CB59294A8202}"/>
    <dgm:cxn modelId="{3D307191-E960-4590-B34A-72674EEC75E3}" type="presOf" srcId="{2F7EA151-B2B1-4772-B864-F55F69251BFD}" destId="{4F92F5F2-C688-4937-9073-585A4EC9D3C6}" srcOrd="0" destOrd="0" presId="urn:microsoft.com/office/officeart/2005/8/layout/hierarchy3"/>
    <dgm:cxn modelId="{5373E493-A301-4DB0-BC70-EFC31D574C15}" srcId="{E2DC8833-D47D-481B-AC7C-75F7FD6C9DA6}" destId="{2B3FD1AF-DA0E-4545-8A29-2478B22488B6}" srcOrd="4" destOrd="0" parTransId="{FCF6C0A3-07C0-4302-9FC1-B81492B27EDE}" sibTransId="{77939C5F-7732-40BF-B572-DD33C96A94BE}"/>
    <dgm:cxn modelId="{13B614A1-7129-46ED-92DE-599F0D88B680}" type="presOf" srcId="{2C0FBE23-608C-41B1-8CC6-E0393133BA00}" destId="{782D0DE2-1166-4B4C-AE19-511318D42BB8}" srcOrd="0" destOrd="0" presId="urn:microsoft.com/office/officeart/2005/8/layout/hierarchy3"/>
    <dgm:cxn modelId="{D920B3A6-D2C3-47B6-A0B9-080D493C4283}" type="presOf" srcId="{F62DD7FC-9A18-4225-ABF3-319F7881FB3E}" destId="{90B0C7D8-C906-4022-8924-BEA423C3EFFB}" srcOrd="0" destOrd="0" presId="urn:microsoft.com/office/officeart/2005/8/layout/hierarchy3"/>
    <dgm:cxn modelId="{08D7EDB1-9D1D-4C5C-ADB4-0CBFFBB90348}" type="presOf" srcId="{C20F97D2-B683-43E1-9B45-BE583A85B7BC}" destId="{7445D090-4D91-4B03-90D6-CA8DEAA72AF2}" srcOrd="0" destOrd="0" presId="urn:microsoft.com/office/officeart/2005/8/layout/hierarchy3"/>
    <dgm:cxn modelId="{22B74EE1-F340-41D7-B96B-515917CB5CA7}" srcId="{C20F97D2-B683-43E1-9B45-BE583A85B7BC}" destId="{E2DC8833-D47D-481B-AC7C-75F7FD6C9DA6}" srcOrd="0" destOrd="0" parTransId="{45796890-58E2-48F0-8DAE-539F26B78615}" sibTransId="{982E2A24-72C1-4A9C-8944-478D983DA6C3}"/>
    <dgm:cxn modelId="{F862F0EB-F0D8-49F6-9DE1-CCCAC7CEB9E3}" type="presOf" srcId="{DB4B664A-9671-43DD-92AA-8627CD894D53}" destId="{1BF59D44-1438-4134-9420-094C93D3DBF4}" srcOrd="0" destOrd="0" presId="urn:microsoft.com/office/officeart/2005/8/layout/hierarchy3"/>
    <dgm:cxn modelId="{D6A77EF0-1013-44DB-ADA3-5D6C769C510D}" type="presOf" srcId="{EEED3400-A74E-493F-BAB6-9287CD22D7AC}" destId="{AF2A26E7-3ECE-4AD6-84E0-E78C0B470180}" srcOrd="0" destOrd="0" presId="urn:microsoft.com/office/officeart/2005/8/layout/hierarchy3"/>
    <dgm:cxn modelId="{2AFE83F3-5CCB-4452-BE49-4D1CC4B53888}" type="presOf" srcId="{4627E24C-F0E8-4017-B1E7-18431D83CE22}" destId="{4E1ADB14-061F-4B5B-A67C-FD1B8B9F1B8C}" srcOrd="0" destOrd="0" presId="urn:microsoft.com/office/officeart/2005/8/layout/hierarchy3"/>
    <dgm:cxn modelId="{31F1C3F3-55C5-4DFB-9450-F5AF1DF96FE5}" srcId="{E2DC8833-D47D-481B-AC7C-75F7FD6C9DA6}" destId="{F62DD7FC-9A18-4225-ABF3-319F7881FB3E}" srcOrd="6" destOrd="0" parTransId="{EEED3400-A74E-493F-BAB6-9287CD22D7AC}" sibTransId="{329579D8-99D5-4ABA-BBD2-999602E506BF}"/>
    <dgm:cxn modelId="{9EBEEDFE-5DE8-4492-92BF-0AAAE7FB76D8}" srcId="{E2DC8833-D47D-481B-AC7C-75F7FD6C9DA6}" destId="{679B583F-4BBD-49DC-9C6C-40ED880BDCEF}" srcOrd="0" destOrd="0" parTransId="{B057A7F1-B965-4AC6-8DA0-3CB35B3BDB50}" sibTransId="{66886138-59B6-42B9-B822-24A3E5C594DA}"/>
    <dgm:cxn modelId="{4264C7F2-DA29-4713-AC1D-1B44EDCD33C9}" type="presParOf" srcId="{7445D090-4D91-4B03-90D6-CA8DEAA72AF2}" destId="{331EB842-407E-4461-9440-6F63C88B1CF9}" srcOrd="0" destOrd="0" presId="urn:microsoft.com/office/officeart/2005/8/layout/hierarchy3"/>
    <dgm:cxn modelId="{C1F60D00-AD54-49B9-B8B9-65AB5A7C3201}" type="presParOf" srcId="{331EB842-407E-4461-9440-6F63C88B1CF9}" destId="{77057397-AED2-48F1-8CD3-67EC4BB6A25D}" srcOrd="0" destOrd="0" presId="urn:microsoft.com/office/officeart/2005/8/layout/hierarchy3"/>
    <dgm:cxn modelId="{D60D10EC-ED75-4DA3-AD67-FE521A160E27}" type="presParOf" srcId="{77057397-AED2-48F1-8CD3-67EC4BB6A25D}" destId="{820DEF43-A5D6-482C-8EF7-BB7938705416}" srcOrd="0" destOrd="0" presId="urn:microsoft.com/office/officeart/2005/8/layout/hierarchy3"/>
    <dgm:cxn modelId="{F108A8B3-17D3-4821-BF52-4598AC57C2E7}" type="presParOf" srcId="{77057397-AED2-48F1-8CD3-67EC4BB6A25D}" destId="{9A5F7723-69F5-47F6-8AE1-C0D1BBA75D40}" srcOrd="1" destOrd="0" presId="urn:microsoft.com/office/officeart/2005/8/layout/hierarchy3"/>
    <dgm:cxn modelId="{9C072629-6712-4A95-B1B0-4C12F3624E63}" type="presParOf" srcId="{331EB842-407E-4461-9440-6F63C88B1CF9}" destId="{382CB955-5B88-4892-8AA8-607109044574}" srcOrd="1" destOrd="0" presId="urn:microsoft.com/office/officeart/2005/8/layout/hierarchy3"/>
    <dgm:cxn modelId="{F29B4959-62CC-4F4E-8BE9-66DE43E6DE0D}" type="presParOf" srcId="{382CB955-5B88-4892-8AA8-607109044574}" destId="{F2A44F11-4EC2-4DD7-8431-C17015E2D646}" srcOrd="0" destOrd="0" presId="urn:microsoft.com/office/officeart/2005/8/layout/hierarchy3"/>
    <dgm:cxn modelId="{59391EA6-B2EE-4269-A0AF-2B20480F9179}" type="presParOf" srcId="{382CB955-5B88-4892-8AA8-607109044574}" destId="{424A856E-CFAC-4D89-B3C1-25988AA4A2F3}" srcOrd="1" destOrd="0" presId="urn:microsoft.com/office/officeart/2005/8/layout/hierarchy3"/>
    <dgm:cxn modelId="{8A2EE7D2-CFF5-4920-8D43-20026345044C}" type="presParOf" srcId="{382CB955-5B88-4892-8AA8-607109044574}" destId="{39A58962-245D-4E9A-8BE4-2AFF9EE2AF9C}" srcOrd="2" destOrd="0" presId="urn:microsoft.com/office/officeart/2005/8/layout/hierarchy3"/>
    <dgm:cxn modelId="{6040C48E-D81D-4800-A057-CE81DAFFA782}" type="presParOf" srcId="{382CB955-5B88-4892-8AA8-607109044574}" destId="{4F92F5F2-C688-4937-9073-585A4EC9D3C6}" srcOrd="3" destOrd="0" presId="urn:microsoft.com/office/officeart/2005/8/layout/hierarchy3"/>
    <dgm:cxn modelId="{925B1F96-64C0-48C1-B70F-9E42DF6CB75B}" type="presParOf" srcId="{382CB955-5B88-4892-8AA8-607109044574}" destId="{782D0DE2-1166-4B4C-AE19-511318D42BB8}" srcOrd="4" destOrd="0" presId="urn:microsoft.com/office/officeart/2005/8/layout/hierarchy3"/>
    <dgm:cxn modelId="{5FA4E1F7-A64C-4A55-9FB1-DCCC1F4D9AE5}" type="presParOf" srcId="{382CB955-5B88-4892-8AA8-607109044574}" destId="{E5D35D15-A7E2-48C4-A950-D3D7F8492452}" srcOrd="5" destOrd="0" presId="urn:microsoft.com/office/officeart/2005/8/layout/hierarchy3"/>
    <dgm:cxn modelId="{062B92B6-EEDF-4529-B4CE-EDBE26417991}" type="presParOf" srcId="{382CB955-5B88-4892-8AA8-607109044574}" destId="{1BF59D44-1438-4134-9420-094C93D3DBF4}" srcOrd="6" destOrd="0" presId="urn:microsoft.com/office/officeart/2005/8/layout/hierarchy3"/>
    <dgm:cxn modelId="{9DDB40D2-299D-46B0-80C6-64CED4F669F7}" type="presParOf" srcId="{382CB955-5B88-4892-8AA8-607109044574}" destId="{4E1ADB14-061F-4B5B-A67C-FD1B8B9F1B8C}" srcOrd="7" destOrd="0" presId="urn:microsoft.com/office/officeart/2005/8/layout/hierarchy3"/>
    <dgm:cxn modelId="{6D87A5E6-D633-40D4-B038-00899FFFC517}" type="presParOf" srcId="{382CB955-5B88-4892-8AA8-607109044574}" destId="{F7DFCA04-DA03-4EE6-851B-BEB28D615FB2}" srcOrd="8" destOrd="0" presId="urn:microsoft.com/office/officeart/2005/8/layout/hierarchy3"/>
    <dgm:cxn modelId="{3413ABB1-48CE-4CFD-8EE4-AA736517BD99}" type="presParOf" srcId="{382CB955-5B88-4892-8AA8-607109044574}" destId="{C2F8D387-A866-4CCC-9741-A2CF58B9FEFC}" srcOrd="9" destOrd="0" presId="urn:microsoft.com/office/officeart/2005/8/layout/hierarchy3"/>
    <dgm:cxn modelId="{C7042FDC-2320-45F0-A556-EF2AB53EF01F}" type="presParOf" srcId="{382CB955-5B88-4892-8AA8-607109044574}" destId="{F51950A8-67C4-49C8-9DF5-665033A705B4}" srcOrd="10" destOrd="0" presId="urn:microsoft.com/office/officeart/2005/8/layout/hierarchy3"/>
    <dgm:cxn modelId="{8091142C-55AD-4659-B849-155B41B067AB}" type="presParOf" srcId="{382CB955-5B88-4892-8AA8-607109044574}" destId="{14397C2D-A571-4348-B3A5-3E7D1106CC3E}" srcOrd="11" destOrd="0" presId="urn:microsoft.com/office/officeart/2005/8/layout/hierarchy3"/>
    <dgm:cxn modelId="{E4072969-EBB9-455C-9D2C-CD2025D89BA3}" type="presParOf" srcId="{382CB955-5B88-4892-8AA8-607109044574}" destId="{AF2A26E7-3ECE-4AD6-84E0-E78C0B470180}" srcOrd="12" destOrd="0" presId="urn:microsoft.com/office/officeart/2005/8/layout/hierarchy3"/>
    <dgm:cxn modelId="{75A76C6E-37CA-4F64-825A-CED6CFC5F3D7}" type="presParOf" srcId="{382CB955-5B88-4892-8AA8-607109044574}" destId="{90B0C7D8-C906-4022-8924-BEA423C3EFFB}" srcOrd="1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02366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20F97D2-B683-43E1-9B45-BE583A85B7BC}" type="doc">
      <dgm:prSet loTypeId="urn:microsoft.com/office/officeart/2005/8/layout/hierarchy3" loCatId="list" qsTypeId="urn:microsoft.com/office/officeart/2005/8/quickstyle/simple3" qsCatId="simple" csTypeId="urn:microsoft.com/office/officeart/2005/8/colors/accent1_2" csCatId="accent1" phldr="1"/>
      <dgm:spPr/>
      <dgm:t>
        <a:bodyPr/>
        <a:lstStyle/>
        <a:p>
          <a:endParaRPr lang="fr-FR"/>
        </a:p>
      </dgm:t>
    </dgm:pt>
    <dgm:pt modelId="{E2DC8833-D47D-481B-AC7C-75F7FD6C9DA6}">
      <dgm:prSet phldrT="[Texte]" custT="1"/>
      <dgm:spPr>
        <a:solidFill>
          <a:schemeClr val="accent5">
            <a:lumMod val="20000"/>
            <a:lumOff val="80000"/>
          </a:schemeClr>
        </a:solidFill>
      </dgm:spPr>
      <dgm:t>
        <a:bodyPr/>
        <a:lstStyle/>
        <a:p>
          <a:r>
            <a:rPr lang="fr-FR" sz="1900" b="1" dirty="0">
              <a:latin typeface="Arial" panose="020B0604020202020204" pitchFamily="34" charset="0"/>
              <a:ea typeface="Calibri" panose="020F0502020204030204" pitchFamily="34" charset="0"/>
              <a:cs typeface="Arial" panose="020B0604020202020204" pitchFamily="34" charset="0"/>
            </a:rPr>
            <a:t>Besoins non fonctionnels</a:t>
          </a:r>
          <a:endParaRPr lang="fr-FR" sz="1900" dirty="0"/>
        </a:p>
      </dgm:t>
    </dgm:pt>
    <dgm:pt modelId="{45796890-58E2-48F0-8DAE-539F26B78615}" type="parTrans" cxnId="{22B74EE1-F340-41D7-B96B-515917CB5CA7}">
      <dgm:prSet/>
      <dgm:spPr/>
      <dgm:t>
        <a:bodyPr/>
        <a:lstStyle/>
        <a:p>
          <a:endParaRPr lang="fr-FR"/>
        </a:p>
      </dgm:t>
    </dgm:pt>
    <dgm:pt modelId="{982E2A24-72C1-4A9C-8944-478D983DA6C3}" type="sibTrans" cxnId="{22B74EE1-F340-41D7-B96B-515917CB5CA7}">
      <dgm:prSet/>
      <dgm:spPr/>
      <dgm:t>
        <a:bodyPr/>
        <a:lstStyle/>
        <a:p>
          <a:endParaRPr lang="fr-FR"/>
        </a:p>
      </dgm:t>
    </dgm:pt>
    <dgm:pt modelId="{679B583F-4BBD-49DC-9C6C-40ED880BDCEF}">
      <dgm:prSet phldrT="[Texte]" custT="1"/>
      <dgm:spPr>
        <a:ln>
          <a:solidFill>
            <a:schemeClr val="bg2"/>
          </a:solidFill>
        </a:ln>
      </dgm:spPr>
      <dgm:t>
        <a:bodyPr/>
        <a:lstStyle/>
        <a:p>
          <a:pPr algn="ctr"/>
          <a:r>
            <a:rPr lang="fr-FR" sz="1800" b="0" dirty="0">
              <a:latin typeface="Arial" panose="020B0604020202020204" pitchFamily="34" charset="0"/>
              <a:cs typeface="Arial" panose="020B0604020202020204" pitchFamily="34" charset="0"/>
            </a:rPr>
            <a:t>Ergonomie et accessibilité</a:t>
          </a:r>
        </a:p>
      </dgm:t>
    </dgm:pt>
    <dgm:pt modelId="{66886138-59B6-42B9-B822-24A3E5C594DA}" type="sibTrans" cxnId="{9EBEEDFE-5DE8-4492-92BF-0AAAE7FB76D8}">
      <dgm:prSet/>
      <dgm:spPr/>
      <dgm:t>
        <a:bodyPr/>
        <a:lstStyle/>
        <a:p>
          <a:endParaRPr lang="fr-FR"/>
        </a:p>
      </dgm:t>
    </dgm:pt>
    <dgm:pt modelId="{B057A7F1-B965-4AC6-8DA0-3CB35B3BDB50}" type="parTrans" cxnId="{9EBEEDFE-5DE8-4492-92BF-0AAAE7FB76D8}">
      <dgm:prSet/>
      <dgm:spPr/>
      <dgm:t>
        <a:bodyPr/>
        <a:lstStyle/>
        <a:p>
          <a:endParaRPr lang="fr-FR"/>
        </a:p>
      </dgm:t>
    </dgm:pt>
    <dgm:pt modelId="{2F7EA151-B2B1-4772-B864-F55F69251BFD}">
      <dgm:prSet phldrT="[Texte]" custT="1"/>
      <dgm:spPr>
        <a:ln>
          <a:solidFill>
            <a:schemeClr val="bg2"/>
          </a:solidFill>
        </a:ln>
      </dgm:spPr>
      <dgm:t>
        <a:bodyPr/>
        <a:lstStyle/>
        <a:p>
          <a:pPr algn="ctr"/>
          <a:r>
            <a:rPr lang="fr-FR" sz="1800" b="0" dirty="0">
              <a:latin typeface="Arial" panose="020B0604020202020204" pitchFamily="34" charset="0"/>
              <a:cs typeface="Arial" panose="020B0604020202020204" pitchFamily="34" charset="0"/>
            </a:rPr>
            <a:t>Maintenabilité</a:t>
          </a:r>
        </a:p>
      </dgm:t>
    </dgm:pt>
    <dgm:pt modelId="{AA02A70E-0D4A-4528-B364-A2C107BE60E6}" type="sibTrans" cxnId="{3D0A6446-DBF3-4160-B2FB-7ABBEA21514B}">
      <dgm:prSet/>
      <dgm:spPr/>
      <dgm:t>
        <a:bodyPr/>
        <a:lstStyle/>
        <a:p>
          <a:endParaRPr lang="fr-FR"/>
        </a:p>
      </dgm:t>
    </dgm:pt>
    <dgm:pt modelId="{EC754E13-E70C-41C9-9190-BCA87478FF25}" type="parTrans" cxnId="{3D0A6446-DBF3-4160-B2FB-7ABBEA21514B}">
      <dgm:prSet/>
      <dgm:spPr/>
      <dgm:t>
        <a:bodyPr/>
        <a:lstStyle/>
        <a:p>
          <a:endParaRPr lang="fr-FR"/>
        </a:p>
      </dgm:t>
    </dgm:pt>
    <dgm:pt modelId="{2B3FD1AF-DA0E-4545-8A29-2478B22488B6}">
      <dgm:prSet phldrT="[Texte]" custT="1"/>
      <dgm:spPr>
        <a:ln>
          <a:solidFill>
            <a:schemeClr val="bg2"/>
          </a:solidFill>
        </a:ln>
      </dgm:spPr>
      <dgm:t>
        <a:bodyPr/>
        <a:lstStyle/>
        <a:p>
          <a:pPr algn="ctr"/>
          <a:r>
            <a:rPr lang="fr-FR" sz="1800" b="0" dirty="0">
              <a:latin typeface="Arial" panose="020B0604020202020204" pitchFamily="34" charset="0"/>
              <a:cs typeface="Arial" panose="020B0604020202020204" pitchFamily="34" charset="0"/>
            </a:rPr>
            <a:t>Fonctionnalité</a:t>
          </a:r>
        </a:p>
      </dgm:t>
    </dgm:pt>
    <dgm:pt modelId="{77939C5F-7732-40BF-B572-DD33C96A94BE}" type="sibTrans" cxnId="{5373E493-A301-4DB0-BC70-EFC31D574C15}">
      <dgm:prSet/>
      <dgm:spPr/>
      <dgm:t>
        <a:bodyPr/>
        <a:lstStyle/>
        <a:p>
          <a:endParaRPr lang="fr-FR"/>
        </a:p>
      </dgm:t>
    </dgm:pt>
    <dgm:pt modelId="{FCF6C0A3-07C0-4302-9FC1-B81492B27EDE}" type="parTrans" cxnId="{5373E493-A301-4DB0-BC70-EFC31D574C15}">
      <dgm:prSet/>
      <dgm:spPr/>
      <dgm:t>
        <a:bodyPr/>
        <a:lstStyle/>
        <a:p>
          <a:endParaRPr lang="fr-FR"/>
        </a:p>
      </dgm:t>
    </dgm:pt>
    <dgm:pt modelId="{9D2A16C4-51BE-4D6F-9734-397E3E44FC32}">
      <dgm:prSet phldrT="[Texte]" custT="1"/>
      <dgm:spPr>
        <a:ln>
          <a:solidFill>
            <a:schemeClr val="bg2"/>
          </a:solidFill>
        </a:ln>
      </dgm:spPr>
      <dgm:t>
        <a:bodyPr/>
        <a:lstStyle/>
        <a:p>
          <a:pPr algn="ctr"/>
          <a:r>
            <a:rPr lang="fr-FR" sz="1800" b="0" dirty="0">
              <a:latin typeface="Arial" panose="020B0604020202020204" pitchFamily="34" charset="0"/>
              <a:cs typeface="Arial" panose="020B0604020202020204" pitchFamily="34" charset="0"/>
            </a:rPr>
            <a:t>Efficacité</a:t>
          </a:r>
        </a:p>
      </dgm:t>
    </dgm:pt>
    <dgm:pt modelId="{494596BD-E959-4AA9-8340-569259FDC643}" type="sibTrans" cxnId="{2FA2DC6C-EEA6-4CBB-8132-BAE484D09849}">
      <dgm:prSet/>
      <dgm:spPr/>
      <dgm:t>
        <a:bodyPr/>
        <a:lstStyle/>
        <a:p>
          <a:endParaRPr lang="fr-FR"/>
        </a:p>
      </dgm:t>
    </dgm:pt>
    <dgm:pt modelId="{8472C586-8FB7-409F-9954-3624D43F9359}" type="parTrans" cxnId="{2FA2DC6C-EEA6-4CBB-8132-BAE484D09849}">
      <dgm:prSet/>
      <dgm:spPr/>
      <dgm:t>
        <a:bodyPr/>
        <a:lstStyle/>
        <a:p>
          <a:endParaRPr lang="fr-FR"/>
        </a:p>
      </dgm:t>
    </dgm:pt>
    <dgm:pt modelId="{4627E24C-F0E8-4017-B1E7-18431D83CE22}">
      <dgm:prSet phldrT="[Texte]" custT="1"/>
      <dgm:spPr>
        <a:ln>
          <a:solidFill>
            <a:schemeClr val="bg2"/>
          </a:solidFill>
        </a:ln>
      </dgm:spPr>
      <dgm:t>
        <a:bodyPr/>
        <a:lstStyle/>
        <a:p>
          <a:pPr algn="ctr"/>
          <a:r>
            <a:rPr lang="fr-FR" sz="1800" b="0" dirty="0">
              <a:latin typeface="Arial" panose="020B0604020202020204" pitchFamily="34" charset="0"/>
              <a:cs typeface="Arial" panose="020B0604020202020204" pitchFamily="34" charset="0"/>
            </a:rPr>
            <a:t>Fiabilité</a:t>
          </a:r>
        </a:p>
      </dgm:t>
    </dgm:pt>
    <dgm:pt modelId="{3C3E29D8-78F6-4E47-B166-CB59294A8202}" type="sibTrans" cxnId="{3CBD0386-C359-4B1E-8F08-D5382C7429EC}">
      <dgm:prSet/>
      <dgm:spPr/>
      <dgm:t>
        <a:bodyPr/>
        <a:lstStyle/>
        <a:p>
          <a:endParaRPr lang="fr-FR"/>
        </a:p>
      </dgm:t>
    </dgm:pt>
    <dgm:pt modelId="{DB4B664A-9671-43DD-92AA-8627CD894D53}" type="parTrans" cxnId="{3CBD0386-C359-4B1E-8F08-D5382C7429EC}">
      <dgm:prSet/>
      <dgm:spPr/>
      <dgm:t>
        <a:bodyPr/>
        <a:lstStyle/>
        <a:p>
          <a:endParaRPr lang="fr-FR"/>
        </a:p>
      </dgm:t>
    </dgm:pt>
    <dgm:pt modelId="{A3CAD006-6085-4455-B07F-354AD92FB04E}">
      <dgm:prSet custT="1"/>
      <dgm:spPr>
        <a:ln>
          <a:solidFill>
            <a:schemeClr val="bg2"/>
          </a:solidFill>
        </a:ln>
      </dgm:spPr>
      <dgm:t>
        <a:bodyPr/>
        <a:lstStyle/>
        <a:p>
          <a:pPr algn="ctr"/>
          <a:r>
            <a:rPr lang="fr-FR" sz="1800" b="0" dirty="0">
              <a:latin typeface="Arial" panose="020B0604020202020204" pitchFamily="34" charset="0"/>
              <a:cs typeface="Arial" panose="020B0604020202020204" pitchFamily="34" charset="0"/>
            </a:rPr>
            <a:t>Portabilité</a:t>
          </a:r>
        </a:p>
      </dgm:t>
    </dgm:pt>
    <dgm:pt modelId="{E3AF204D-322D-4B9E-83AB-BBE7C544AAC8}" type="sibTrans" cxnId="{1F2B2B2A-E8D6-4246-9770-18CA15862913}">
      <dgm:prSet/>
      <dgm:spPr/>
      <dgm:t>
        <a:bodyPr/>
        <a:lstStyle/>
        <a:p>
          <a:endParaRPr lang="fr-FR"/>
        </a:p>
      </dgm:t>
    </dgm:pt>
    <dgm:pt modelId="{2C0FBE23-608C-41B1-8CC6-E0393133BA00}" type="parTrans" cxnId="{1F2B2B2A-E8D6-4246-9770-18CA15862913}">
      <dgm:prSet/>
      <dgm:spPr/>
      <dgm:t>
        <a:bodyPr/>
        <a:lstStyle/>
        <a:p>
          <a:endParaRPr lang="fr-FR"/>
        </a:p>
      </dgm:t>
    </dgm:pt>
    <dgm:pt modelId="{7445D090-4D91-4B03-90D6-CA8DEAA72AF2}" type="pres">
      <dgm:prSet presAssocID="{C20F97D2-B683-43E1-9B45-BE583A85B7BC}" presName="diagram" presStyleCnt="0">
        <dgm:presLayoutVars>
          <dgm:chPref val="1"/>
          <dgm:dir/>
          <dgm:animOne val="branch"/>
          <dgm:animLvl val="lvl"/>
          <dgm:resizeHandles/>
        </dgm:presLayoutVars>
      </dgm:prSet>
      <dgm:spPr/>
    </dgm:pt>
    <dgm:pt modelId="{331EB842-407E-4461-9440-6F63C88B1CF9}" type="pres">
      <dgm:prSet presAssocID="{E2DC8833-D47D-481B-AC7C-75F7FD6C9DA6}" presName="root" presStyleCnt="0"/>
      <dgm:spPr/>
    </dgm:pt>
    <dgm:pt modelId="{77057397-AED2-48F1-8CD3-67EC4BB6A25D}" type="pres">
      <dgm:prSet presAssocID="{E2DC8833-D47D-481B-AC7C-75F7FD6C9DA6}" presName="rootComposite" presStyleCnt="0"/>
      <dgm:spPr/>
    </dgm:pt>
    <dgm:pt modelId="{820DEF43-A5D6-482C-8EF7-BB7938705416}" type="pres">
      <dgm:prSet presAssocID="{E2DC8833-D47D-481B-AC7C-75F7FD6C9DA6}" presName="rootText" presStyleLbl="node1" presStyleIdx="0" presStyleCnt="1" custScaleX="279816" custScaleY="92599" custLinFactNeighborX="1392" custLinFactNeighborY="-45628"/>
      <dgm:spPr/>
    </dgm:pt>
    <dgm:pt modelId="{9A5F7723-69F5-47F6-8AE1-C0D1BBA75D40}" type="pres">
      <dgm:prSet presAssocID="{E2DC8833-D47D-481B-AC7C-75F7FD6C9DA6}" presName="rootConnector" presStyleLbl="node1" presStyleIdx="0" presStyleCnt="1"/>
      <dgm:spPr/>
    </dgm:pt>
    <dgm:pt modelId="{382CB955-5B88-4892-8AA8-607109044574}" type="pres">
      <dgm:prSet presAssocID="{E2DC8833-D47D-481B-AC7C-75F7FD6C9DA6}" presName="childShape" presStyleCnt="0"/>
      <dgm:spPr/>
    </dgm:pt>
    <dgm:pt modelId="{F2A44F11-4EC2-4DD7-8431-C17015E2D646}" type="pres">
      <dgm:prSet presAssocID="{B057A7F1-B965-4AC6-8DA0-3CB35B3BDB50}" presName="Name13" presStyleLbl="parChTrans1D2" presStyleIdx="0" presStyleCnt="6"/>
      <dgm:spPr/>
    </dgm:pt>
    <dgm:pt modelId="{424A856E-CFAC-4D89-B3C1-25988AA4A2F3}" type="pres">
      <dgm:prSet presAssocID="{679B583F-4BBD-49DC-9C6C-40ED880BDCEF}" presName="childText" presStyleLbl="bgAcc1" presStyleIdx="0" presStyleCnt="6" custScaleX="351311">
        <dgm:presLayoutVars>
          <dgm:bulletEnabled val="1"/>
        </dgm:presLayoutVars>
      </dgm:prSet>
      <dgm:spPr/>
    </dgm:pt>
    <dgm:pt modelId="{39A58962-245D-4E9A-8BE4-2AFF9EE2AF9C}" type="pres">
      <dgm:prSet presAssocID="{EC754E13-E70C-41C9-9190-BCA87478FF25}" presName="Name13" presStyleLbl="parChTrans1D2" presStyleIdx="1" presStyleCnt="6"/>
      <dgm:spPr/>
    </dgm:pt>
    <dgm:pt modelId="{4F92F5F2-C688-4937-9073-585A4EC9D3C6}" type="pres">
      <dgm:prSet presAssocID="{2F7EA151-B2B1-4772-B864-F55F69251BFD}" presName="childText" presStyleLbl="bgAcc1" presStyleIdx="1" presStyleCnt="6" custScaleX="351311">
        <dgm:presLayoutVars>
          <dgm:bulletEnabled val="1"/>
        </dgm:presLayoutVars>
      </dgm:prSet>
      <dgm:spPr/>
    </dgm:pt>
    <dgm:pt modelId="{782D0DE2-1166-4B4C-AE19-511318D42BB8}" type="pres">
      <dgm:prSet presAssocID="{2C0FBE23-608C-41B1-8CC6-E0393133BA00}" presName="Name13" presStyleLbl="parChTrans1D2" presStyleIdx="2" presStyleCnt="6"/>
      <dgm:spPr/>
    </dgm:pt>
    <dgm:pt modelId="{E5D35D15-A7E2-48C4-A950-D3D7F8492452}" type="pres">
      <dgm:prSet presAssocID="{A3CAD006-6085-4455-B07F-354AD92FB04E}" presName="childText" presStyleLbl="bgAcc1" presStyleIdx="2" presStyleCnt="6" custScaleX="351311">
        <dgm:presLayoutVars>
          <dgm:bulletEnabled val="1"/>
        </dgm:presLayoutVars>
      </dgm:prSet>
      <dgm:spPr/>
    </dgm:pt>
    <dgm:pt modelId="{1BF59D44-1438-4134-9420-094C93D3DBF4}" type="pres">
      <dgm:prSet presAssocID="{DB4B664A-9671-43DD-92AA-8627CD894D53}" presName="Name13" presStyleLbl="parChTrans1D2" presStyleIdx="3" presStyleCnt="6"/>
      <dgm:spPr/>
    </dgm:pt>
    <dgm:pt modelId="{4E1ADB14-061F-4B5B-A67C-FD1B8B9F1B8C}" type="pres">
      <dgm:prSet presAssocID="{4627E24C-F0E8-4017-B1E7-18431D83CE22}" presName="childText" presStyleLbl="bgAcc1" presStyleIdx="3" presStyleCnt="6" custScaleX="351311">
        <dgm:presLayoutVars>
          <dgm:bulletEnabled val="1"/>
        </dgm:presLayoutVars>
      </dgm:prSet>
      <dgm:spPr/>
    </dgm:pt>
    <dgm:pt modelId="{F7DFCA04-DA03-4EE6-851B-BEB28D615FB2}" type="pres">
      <dgm:prSet presAssocID="{FCF6C0A3-07C0-4302-9FC1-B81492B27EDE}" presName="Name13" presStyleLbl="parChTrans1D2" presStyleIdx="4" presStyleCnt="6"/>
      <dgm:spPr/>
    </dgm:pt>
    <dgm:pt modelId="{C2F8D387-A866-4CCC-9741-A2CF58B9FEFC}" type="pres">
      <dgm:prSet presAssocID="{2B3FD1AF-DA0E-4545-8A29-2478B22488B6}" presName="childText" presStyleLbl="bgAcc1" presStyleIdx="4" presStyleCnt="6" custScaleX="351311">
        <dgm:presLayoutVars>
          <dgm:bulletEnabled val="1"/>
        </dgm:presLayoutVars>
      </dgm:prSet>
      <dgm:spPr/>
    </dgm:pt>
    <dgm:pt modelId="{F51950A8-67C4-49C8-9DF5-665033A705B4}" type="pres">
      <dgm:prSet presAssocID="{8472C586-8FB7-409F-9954-3624D43F9359}" presName="Name13" presStyleLbl="parChTrans1D2" presStyleIdx="5" presStyleCnt="6"/>
      <dgm:spPr/>
    </dgm:pt>
    <dgm:pt modelId="{14397C2D-A571-4348-B3A5-3E7D1106CC3E}" type="pres">
      <dgm:prSet presAssocID="{9D2A16C4-51BE-4D6F-9734-397E3E44FC32}" presName="childText" presStyleLbl="bgAcc1" presStyleIdx="5" presStyleCnt="6" custScaleX="351311">
        <dgm:presLayoutVars>
          <dgm:bulletEnabled val="1"/>
        </dgm:presLayoutVars>
      </dgm:prSet>
      <dgm:spPr/>
    </dgm:pt>
  </dgm:ptLst>
  <dgm:cxnLst>
    <dgm:cxn modelId="{CB08D403-0E0A-49CF-92E6-70113F821981}" type="presOf" srcId="{2B3FD1AF-DA0E-4545-8A29-2478B22488B6}" destId="{C2F8D387-A866-4CCC-9741-A2CF58B9FEFC}" srcOrd="0" destOrd="0" presId="urn:microsoft.com/office/officeart/2005/8/layout/hierarchy3"/>
    <dgm:cxn modelId="{A519791E-A506-474F-860E-C49DA6E680E2}" type="presOf" srcId="{EC754E13-E70C-41C9-9190-BCA87478FF25}" destId="{39A58962-245D-4E9A-8BE4-2AFF9EE2AF9C}" srcOrd="0" destOrd="0" presId="urn:microsoft.com/office/officeart/2005/8/layout/hierarchy3"/>
    <dgm:cxn modelId="{1F2B2B2A-E8D6-4246-9770-18CA15862913}" srcId="{E2DC8833-D47D-481B-AC7C-75F7FD6C9DA6}" destId="{A3CAD006-6085-4455-B07F-354AD92FB04E}" srcOrd="2" destOrd="0" parTransId="{2C0FBE23-608C-41B1-8CC6-E0393133BA00}" sibTransId="{E3AF204D-322D-4B9E-83AB-BBE7C544AAC8}"/>
    <dgm:cxn modelId="{10F39134-AB94-42FD-8200-9B7BF99341F2}" type="presOf" srcId="{679B583F-4BBD-49DC-9C6C-40ED880BDCEF}" destId="{424A856E-CFAC-4D89-B3C1-25988AA4A2F3}" srcOrd="0" destOrd="0" presId="urn:microsoft.com/office/officeart/2005/8/layout/hierarchy3"/>
    <dgm:cxn modelId="{649D1735-24C0-4F02-B05E-27BD79EF83DF}" type="presOf" srcId="{E2DC8833-D47D-481B-AC7C-75F7FD6C9DA6}" destId="{820DEF43-A5D6-482C-8EF7-BB7938705416}" srcOrd="0" destOrd="0" presId="urn:microsoft.com/office/officeart/2005/8/layout/hierarchy3"/>
    <dgm:cxn modelId="{A6D3F739-140F-4C4F-B433-095C2DB1A395}" type="presOf" srcId="{A3CAD006-6085-4455-B07F-354AD92FB04E}" destId="{E5D35D15-A7E2-48C4-A950-D3D7F8492452}" srcOrd="0" destOrd="0" presId="urn:microsoft.com/office/officeart/2005/8/layout/hierarchy3"/>
    <dgm:cxn modelId="{DCFD0B3F-B7C1-46C2-B9D2-371CC0058BB2}" type="presOf" srcId="{9D2A16C4-51BE-4D6F-9734-397E3E44FC32}" destId="{14397C2D-A571-4348-B3A5-3E7D1106CC3E}" srcOrd="0" destOrd="0" presId="urn:microsoft.com/office/officeart/2005/8/layout/hierarchy3"/>
    <dgm:cxn modelId="{1C30FC43-379F-4E17-A050-482878023201}" type="presOf" srcId="{E2DC8833-D47D-481B-AC7C-75F7FD6C9DA6}" destId="{9A5F7723-69F5-47F6-8AE1-C0D1BBA75D40}" srcOrd="1" destOrd="0" presId="urn:microsoft.com/office/officeart/2005/8/layout/hierarchy3"/>
    <dgm:cxn modelId="{DF7AD164-8675-4AC7-A63D-46E1A28FD3B1}" type="presOf" srcId="{B057A7F1-B965-4AC6-8DA0-3CB35B3BDB50}" destId="{F2A44F11-4EC2-4DD7-8431-C17015E2D646}" srcOrd="0" destOrd="0" presId="urn:microsoft.com/office/officeart/2005/8/layout/hierarchy3"/>
    <dgm:cxn modelId="{3D0A6446-DBF3-4160-B2FB-7ABBEA21514B}" srcId="{E2DC8833-D47D-481B-AC7C-75F7FD6C9DA6}" destId="{2F7EA151-B2B1-4772-B864-F55F69251BFD}" srcOrd="1" destOrd="0" parTransId="{EC754E13-E70C-41C9-9190-BCA87478FF25}" sibTransId="{AA02A70E-0D4A-4528-B364-A2C107BE60E6}"/>
    <dgm:cxn modelId="{8E83AD47-3FE2-4CF3-BB5C-F3F5605E08E4}" type="presOf" srcId="{8472C586-8FB7-409F-9954-3624D43F9359}" destId="{F51950A8-67C4-49C8-9DF5-665033A705B4}" srcOrd="0" destOrd="0" presId="urn:microsoft.com/office/officeart/2005/8/layout/hierarchy3"/>
    <dgm:cxn modelId="{8AC5CB48-5E59-4A90-9BFB-69CFDE6058FD}" type="presOf" srcId="{FCF6C0A3-07C0-4302-9FC1-B81492B27EDE}" destId="{F7DFCA04-DA03-4EE6-851B-BEB28D615FB2}" srcOrd="0" destOrd="0" presId="urn:microsoft.com/office/officeart/2005/8/layout/hierarchy3"/>
    <dgm:cxn modelId="{2FA2DC6C-EEA6-4CBB-8132-BAE484D09849}" srcId="{E2DC8833-D47D-481B-AC7C-75F7FD6C9DA6}" destId="{9D2A16C4-51BE-4D6F-9734-397E3E44FC32}" srcOrd="5" destOrd="0" parTransId="{8472C586-8FB7-409F-9954-3624D43F9359}" sibTransId="{494596BD-E959-4AA9-8340-569259FDC643}"/>
    <dgm:cxn modelId="{3CBD0386-C359-4B1E-8F08-D5382C7429EC}" srcId="{E2DC8833-D47D-481B-AC7C-75F7FD6C9DA6}" destId="{4627E24C-F0E8-4017-B1E7-18431D83CE22}" srcOrd="3" destOrd="0" parTransId="{DB4B664A-9671-43DD-92AA-8627CD894D53}" sibTransId="{3C3E29D8-78F6-4E47-B166-CB59294A8202}"/>
    <dgm:cxn modelId="{3D307191-E960-4590-B34A-72674EEC75E3}" type="presOf" srcId="{2F7EA151-B2B1-4772-B864-F55F69251BFD}" destId="{4F92F5F2-C688-4937-9073-585A4EC9D3C6}" srcOrd="0" destOrd="0" presId="urn:microsoft.com/office/officeart/2005/8/layout/hierarchy3"/>
    <dgm:cxn modelId="{5373E493-A301-4DB0-BC70-EFC31D574C15}" srcId="{E2DC8833-D47D-481B-AC7C-75F7FD6C9DA6}" destId="{2B3FD1AF-DA0E-4545-8A29-2478B22488B6}" srcOrd="4" destOrd="0" parTransId="{FCF6C0A3-07C0-4302-9FC1-B81492B27EDE}" sibTransId="{77939C5F-7732-40BF-B572-DD33C96A94BE}"/>
    <dgm:cxn modelId="{13B614A1-7129-46ED-92DE-599F0D88B680}" type="presOf" srcId="{2C0FBE23-608C-41B1-8CC6-E0393133BA00}" destId="{782D0DE2-1166-4B4C-AE19-511318D42BB8}" srcOrd="0" destOrd="0" presId="urn:microsoft.com/office/officeart/2005/8/layout/hierarchy3"/>
    <dgm:cxn modelId="{08D7EDB1-9D1D-4C5C-ADB4-0CBFFBB90348}" type="presOf" srcId="{C20F97D2-B683-43E1-9B45-BE583A85B7BC}" destId="{7445D090-4D91-4B03-90D6-CA8DEAA72AF2}" srcOrd="0" destOrd="0" presId="urn:microsoft.com/office/officeart/2005/8/layout/hierarchy3"/>
    <dgm:cxn modelId="{22B74EE1-F340-41D7-B96B-515917CB5CA7}" srcId="{C20F97D2-B683-43E1-9B45-BE583A85B7BC}" destId="{E2DC8833-D47D-481B-AC7C-75F7FD6C9DA6}" srcOrd="0" destOrd="0" parTransId="{45796890-58E2-48F0-8DAE-539F26B78615}" sibTransId="{982E2A24-72C1-4A9C-8944-478D983DA6C3}"/>
    <dgm:cxn modelId="{F862F0EB-F0D8-49F6-9DE1-CCCAC7CEB9E3}" type="presOf" srcId="{DB4B664A-9671-43DD-92AA-8627CD894D53}" destId="{1BF59D44-1438-4134-9420-094C93D3DBF4}" srcOrd="0" destOrd="0" presId="urn:microsoft.com/office/officeart/2005/8/layout/hierarchy3"/>
    <dgm:cxn modelId="{2AFE83F3-5CCB-4452-BE49-4D1CC4B53888}" type="presOf" srcId="{4627E24C-F0E8-4017-B1E7-18431D83CE22}" destId="{4E1ADB14-061F-4B5B-A67C-FD1B8B9F1B8C}" srcOrd="0" destOrd="0" presId="urn:microsoft.com/office/officeart/2005/8/layout/hierarchy3"/>
    <dgm:cxn modelId="{9EBEEDFE-5DE8-4492-92BF-0AAAE7FB76D8}" srcId="{E2DC8833-D47D-481B-AC7C-75F7FD6C9DA6}" destId="{679B583F-4BBD-49DC-9C6C-40ED880BDCEF}" srcOrd="0" destOrd="0" parTransId="{B057A7F1-B965-4AC6-8DA0-3CB35B3BDB50}" sibTransId="{66886138-59B6-42B9-B822-24A3E5C594DA}"/>
    <dgm:cxn modelId="{4264C7F2-DA29-4713-AC1D-1B44EDCD33C9}" type="presParOf" srcId="{7445D090-4D91-4B03-90D6-CA8DEAA72AF2}" destId="{331EB842-407E-4461-9440-6F63C88B1CF9}" srcOrd="0" destOrd="0" presId="urn:microsoft.com/office/officeart/2005/8/layout/hierarchy3"/>
    <dgm:cxn modelId="{C1F60D00-AD54-49B9-B8B9-65AB5A7C3201}" type="presParOf" srcId="{331EB842-407E-4461-9440-6F63C88B1CF9}" destId="{77057397-AED2-48F1-8CD3-67EC4BB6A25D}" srcOrd="0" destOrd="0" presId="urn:microsoft.com/office/officeart/2005/8/layout/hierarchy3"/>
    <dgm:cxn modelId="{D60D10EC-ED75-4DA3-AD67-FE521A160E27}" type="presParOf" srcId="{77057397-AED2-48F1-8CD3-67EC4BB6A25D}" destId="{820DEF43-A5D6-482C-8EF7-BB7938705416}" srcOrd="0" destOrd="0" presId="urn:microsoft.com/office/officeart/2005/8/layout/hierarchy3"/>
    <dgm:cxn modelId="{F108A8B3-17D3-4821-BF52-4598AC57C2E7}" type="presParOf" srcId="{77057397-AED2-48F1-8CD3-67EC4BB6A25D}" destId="{9A5F7723-69F5-47F6-8AE1-C0D1BBA75D40}" srcOrd="1" destOrd="0" presId="urn:microsoft.com/office/officeart/2005/8/layout/hierarchy3"/>
    <dgm:cxn modelId="{9C072629-6712-4A95-B1B0-4C12F3624E63}" type="presParOf" srcId="{331EB842-407E-4461-9440-6F63C88B1CF9}" destId="{382CB955-5B88-4892-8AA8-607109044574}" srcOrd="1" destOrd="0" presId="urn:microsoft.com/office/officeart/2005/8/layout/hierarchy3"/>
    <dgm:cxn modelId="{F29B4959-62CC-4F4E-8BE9-66DE43E6DE0D}" type="presParOf" srcId="{382CB955-5B88-4892-8AA8-607109044574}" destId="{F2A44F11-4EC2-4DD7-8431-C17015E2D646}" srcOrd="0" destOrd="0" presId="urn:microsoft.com/office/officeart/2005/8/layout/hierarchy3"/>
    <dgm:cxn modelId="{59391EA6-B2EE-4269-A0AF-2B20480F9179}" type="presParOf" srcId="{382CB955-5B88-4892-8AA8-607109044574}" destId="{424A856E-CFAC-4D89-B3C1-25988AA4A2F3}" srcOrd="1" destOrd="0" presId="urn:microsoft.com/office/officeart/2005/8/layout/hierarchy3"/>
    <dgm:cxn modelId="{8A2EE7D2-CFF5-4920-8D43-20026345044C}" type="presParOf" srcId="{382CB955-5B88-4892-8AA8-607109044574}" destId="{39A58962-245D-4E9A-8BE4-2AFF9EE2AF9C}" srcOrd="2" destOrd="0" presId="urn:microsoft.com/office/officeart/2005/8/layout/hierarchy3"/>
    <dgm:cxn modelId="{6040C48E-D81D-4800-A057-CE81DAFFA782}" type="presParOf" srcId="{382CB955-5B88-4892-8AA8-607109044574}" destId="{4F92F5F2-C688-4937-9073-585A4EC9D3C6}" srcOrd="3" destOrd="0" presId="urn:microsoft.com/office/officeart/2005/8/layout/hierarchy3"/>
    <dgm:cxn modelId="{925B1F96-64C0-48C1-B70F-9E42DF6CB75B}" type="presParOf" srcId="{382CB955-5B88-4892-8AA8-607109044574}" destId="{782D0DE2-1166-4B4C-AE19-511318D42BB8}" srcOrd="4" destOrd="0" presId="urn:microsoft.com/office/officeart/2005/8/layout/hierarchy3"/>
    <dgm:cxn modelId="{5FA4E1F7-A64C-4A55-9FB1-DCCC1F4D9AE5}" type="presParOf" srcId="{382CB955-5B88-4892-8AA8-607109044574}" destId="{E5D35D15-A7E2-48C4-A950-D3D7F8492452}" srcOrd="5" destOrd="0" presId="urn:microsoft.com/office/officeart/2005/8/layout/hierarchy3"/>
    <dgm:cxn modelId="{062B92B6-EEDF-4529-B4CE-EDBE26417991}" type="presParOf" srcId="{382CB955-5B88-4892-8AA8-607109044574}" destId="{1BF59D44-1438-4134-9420-094C93D3DBF4}" srcOrd="6" destOrd="0" presId="urn:microsoft.com/office/officeart/2005/8/layout/hierarchy3"/>
    <dgm:cxn modelId="{9DDB40D2-299D-46B0-80C6-64CED4F669F7}" type="presParOf" srcId="{382CB955-5B88-4892-8AA8-607109044574}" destId="{4E1ADB14-061F-4B5B-A67C-FD1B8B9F1B8C}" srcOrd="7" destOrd="0" presId="urn:microsoft.com/office/officeart/2005/8/layout/hierarchy3"/>
    <dgm:cxn modelId="{6D87A5E6-D633-40D4-B038-00899FFFC517}" type="presParOf" srcId="{382CB955-5B88-4892-8AA8-607109044574}" destId="{F7DFCA04-DA03-4EE6-851B-BEB28D615FB2}" srcOrd="8" destOrd="0" presId="urn:microsoft.com/office/officeart/2005/8/layout/hierarchy3"/>
    <dgm:cxn modelId="{3413ABB1-48CE-4CFD-8EE4-AA736517BD99}" type="presParOf" srcId="{382CB955-5B88-4892-8AA8-607109044574}" destId="{C2F8D387-A866-4CCC-9741-A2CF58B9FEFC}" srcOrd="9" destOrd="0" presId="urn:microsoft.com/office/officeart/2005/8/layout/hierarchy3"/>
    <dgm:cxn modelId="{C7042FDC-2320-45F0-A556-EF2AB53EF01F}" type="presParOf" srcId="{382CB955-5B88-4892-8AA8-607109044574}" destId="{F51950A8-67C4-49C8-9DF5-665033A705B4}" srcOrd="10" destOrd="0" presId="urn:microsoft.com/office/officeart/2005/8/layout/hierarchy3"/>
    <dgm:cxn modelId="{8091142C-55AD-4659-B849-155B41B067AB}" type="presParOf" srcId="{382CB955-5B88-4892-8AA8-607109044574}" destId="{14397C2D-A571-4348-B3A5-3E7D1106CC3E}" srcOrd="1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02366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02366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02366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02366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D986FA4-D758-4057-850F-869A41B82DEA}" type="doc">
      <dgm:prSet loTypeId="urn:microsoft.com/office/officeart/2008/layout/HexagonCluster" loCatId="picture" qsTypeId="urn:microsoft.com/office/officeart/2005/8/quickstyle/simple1" qsCatId="simple" csTypeId="urn:microsoft.com/office/officeart/2005/8/colors/accent1_2" csCatId="accent1" phldr="1"/>
      <dgm:spPr/>
      <dgm:t>
        <a:bodyPr/>
        <a:lstStyle/>
        <a:p>
          <a:endParaRPr lang="fr-FR"/>
        </a:p>
      </dgm:t>
    </dgm:pt>
    <dgm:pt modelId="{B2AB0A32-270B-4753-B5BD-43A649AB5235}">
      <dgm:prSet phldrT="[Texte]"/>
      <dgm:spPr>
        <a:solidFill>
          <a:schemeClr val="tx1">
            <a:lumMod val="40000"/>
            <a:lumOff val="60000"/>
          </a:schemeClr>
        </a:solidFill>
      </dgm:spPr>
      <dgm:t>
        <a:bodyPr/>
        <a:lstStyle/>
        <a:p>
          <a:r>
            <a:rPr lang="fr-FR" dirty="0">
              <a:solidFill>
                <a:srgbClr val="002060"/>
              </a:solidFill>
            </a:rPr>
            <a:t>Visual </a:t>
          </a:r>
          <a:r>
            <a:rPr lang="fr-FR" dirty="0" err="1">
              <a:solidFill>
                <a:srgbClr val="002060"/>
              </a:solidFill>
            </a:rPr>
            <a:t>Paradigm</a:t>
          </a:r>
          <a:endParaRPr lang="fr-FR" dirty="0">
            <a:solidFill>
              <a:srgbClr val="002060"/>
            </a:solidFill>
          </a:endParaRPr>
        </a:p>
      </dgm:t>
    </dgm:pt>
    <dgm:pt modelId="{E86E34B2-1A03-4D8D-94F3-668EA3AFBF21}" type="parTrans" cxnId="{8E6028BB-50E8-4D0C-884D-5A36002044B4}">
      <dgm:prSet/>
      <dgm:spPr/>
      <dgm:t>
        <a:bodyPr/>
        <a:lstStyle/>
        <a:p>
          <a:endParaRPr lang="fr-FR"/>
        </a:p>
      </dgm:t>
    </dgm:pt>
    <dgm:pt modelId="{B0470507-29C8-4DF3-8059-6BAC1DA3781C}" type="sibTrans" cxnId="{8E6028BB-50E8-4D0C-884D-5A36002044B4}">
      <dgm:prSet/>
      <dgm:spPr>
        <a:blipFill rotWithShape="1">
          <a:blip xmlns:r="http://schemas.openxmlformats.org/officeDocument/2006/relationships" r:embed="rId1"/>
          <a:srcRect/>
          <a:stretch>
            <a:fillRect t="-8000" b="-8000"/>
          </a:stretch>
        </a:blipFill>
        <a:ln>
          <a:solidFill>
            <a:srgbClr val="B4B4B4"/>
          </a:solidFill>
        </a:ln>
      </dgm:spPr>
      <dgm:t>
        <a:bodyPr/>
        <a:lstStyle/>
        <a:p>
          <a:endParaRPr lang="fr-FR"/>
        </a:p>
      </dgm:t>
    </dgm:pt>
    <dgm:pt modelId="{EB1BAA1D-503A-4093-B765-2CFEC9732D5B}">
      <dgm:prSet phldrT="[Texte]"/>
      <dgm:spPr>
        <a:solidFill>
          <a:schemeClr val="tx1">
            <a:lumMod val="40000"/>
            <a:lumOff val="60000"/>
          </a:schemeClr>
        </a:solidFill>
      </dgm:spPr>
      <dgm:t>
        <a:bodyPr/>
        <a:lstStyle/>
        <a:p>
          <a:r>
            <a:rPr lang="fr-FR" dirty="0">
              <a:solidFill>
                <a:srgbClr val="002060"/>
              </a:solidFill>
            </a:rPr>
            <a:t>Visual Studio Code</a:t>
          </a:r>
        </a:p>
      </dgm:t>
    </dgm:pt>
    <dgm:pt modelId="{111A72D7-10B2-4865-852C-B81DACEFC967}" type="parTrans" cxnId="{AF15038C-5489-4383-83CA-9FA91CE82D0B}">
      <dgm:prSet/>
      <dgm:spPr/>
      <dgm:t>
        <a:bodyPr/>
        <a:lstStyle/>
        <a:p>
          <a:endParaRPr lang="fr-FR"/>
        </a:p>
      </dgm:t>
    </dgm:pt>
    <dgm:pt modelId="{448866BF-7D9A-426C-99F2-68356B3A90B5}" type="sibTrans" cxnId="{AF15038C-5489-4383-83CA-9FA91CE82D0B}">
      <dgm:prSet/>
      <dgm:spPr>
        <a:blipFill rotWithShape="1">
          <a:blip xmlns:r="http://schemas.openxmlformats.org/officeDocument/2006/relationships" r:embed="rId2" cstate="print"/>
          <a:srcRect/>
          <a:stretch>
            <a:fillRect t="-8000" b="-8000"/>
          </a:stretch>
        </a:blipFill>
        <a:ln>
          <a:solidFill>
            <a:srgbClr val="B4B4B4"/>
          </a:solidFill>
        </a:ln>
      </dgm:spPr>
      <dgm:t>
        <a:bodyPr/>
        <a:lstStyle/>
        <a:p>
          <a:endParaRPr lang="fr-FR"/>
        </a:p>
      </dgm:t>
    </dgm:pt>
    <dgm:pt modelId="{9343CC58-11B9-4CC2-AE3E-854C30925827}">
      <dgm:prSet phldrT="[Texte]"/>
      <dgm:spPr>
        <a:solidFill>
          <a:schemeClr val="tx1">
            <a:lumMod val="40000"/>
            <a:lumOff val="60000"/>
          </a:schemeClr>
        </a:solidFill>
      </dgm:spPr>
      <dgm:t>
        <a:bodyPr/>
        <a:lstStyle/>
        <a:p>
          <a:r>
            <a:rPr lang="fr-FR" dirty="0">
              <a:solidFill>
                <a:srgbClr val="002060"/>
              </a:solidFill>
            </a:rPr>
            <a:t>Adobe Illustrator</a:t>
          </a:r>
        </a:p>
      </dgm:t>
    </dgm:pt>
    <dgm:pt modelId="{DB47EF69-CA7C-47EE-AD96-AD00280E5289}" type="parTrans" cxnId="{3A184942-B87E-484B-82B6-0EC1639677F8}">
      <dgm:prSet/>
      <dgm:spPr/>
      <dgm:t>
        <a:bodyPr/>
        <a:lstStyle/>
        <a:p>
          <a:endParaRPr lang="fr-FR"/>
        </a:p>
      </dgm:t>
    </dgm:pt>
    <dgm:pt modelId="{9D7F85D9-C2BD-4061-B9D6-666F7B0F9E1B}" type="sibTrans" cxnId="{3A184942-B87E-484B-82B6-0EC1639677F8}">
      <dgm:prSet/>
      <dgm:spPr>
        <a:blipFill rotWithShape="1">
          <a:blip xmlns:r="http://schemas.openxmlformats.org/officeDocument/2006/relationships" r:embed="rId3"/>
          <a:srcRect/>
          <a:stretch>
            <a:fillRect t="-7000" b="-7000"/>
          </a:stretch>
        </a:blipFill>
        <a:ln>
          <a:solidFill>
            <a:srgbClr val="B4B4B4"/>
          </a:solidFill>
        </a:ln>
      </dgm:spPr>
      <dgm:t>
        <a:bodyPr/>
        <a:lstStyle/>
        <a:p>
          <a:endParaRPr lang="fr-FR"/>
        </a:p>
      </dgm:t>
    </dgm:pt>
    <dgm:pt modelId="{45BBF8E2-23A0-4679-8490-55FAFF6D5911}" type="pres">
      <dgm:prSet presAssocID="{ED986FA4-D758-4057-850F-869A41B82DEA}" presName="Name0" presStyleCnt="0">
        <dgm:presLayoutVars>
          <dgm:chMax val="21"/>
          <dgm:chPref val="21"/>
        </dgm:presLayoutVars>
      </dgm:prSet>
      <dgm:spPr/>
    </dgm:pt>
    <dgm:pt modelId="{B490B031-C397-49D7-9890-AB0CF8DAE8FA}" type="pres">
      <dgm:prSet presAssocID="{B2AB0A32-270B-4753-B5BD-43A649AB5235}" presName="text1" presStyleCnt="0"/>
      <dgm:spPr/>
    </dgm:pt>
    <dgm:pt modelId="{150E71C1-660F-4280-8EF1-23DE5C7B0264}" type="pres">
      <dgm:prSet presAssocID="{B2AB0A32-270B-4753-B5BD-43A649AB5235}" presName="textRepeatNode" presStyleLbl="alignNode1" presStyleIdx="0" presStyleCnt="3">
        <dgm:presLayoutVars>
          <dgm:chMax val="0"/>
          <dgm:chPref val="0"/>
          <dgm:bulletEnabled val="1"/>
        </dgm:presLayoutVars>
      </dgm:prSet>
      <dgm:spPr/>
    </dgm:pt>
    <dgm:pt modelId="{6367BA1B-4763-4A27-A0AA-A05FFA4CD029}" type="pres">
      <dgm:prSet presAssocID="{B2AB0A32-270B-4753-B5BD-43A649AB5235}" presName="textaccent1" presStyleCnt="0"/>
      <dgm:spPr/>
    </dgm:pt>
    <dgm:pt modelId="{4BEEA131-A087-4582-A375-0A6B1FD09423}" type="pres">
      <dgm:prSet presAssocID="{B2AB0A32-270B-4753-B5BD-43A649AB5235}" presName="accentRepeatNode" presStyleLbl="solidAlignAcc1" presStyleIdx="0" presStyleCnt="6" custLinFactX="-60460" custLinFactNeighborX="-100000" custLinFactNeighborY="71664"/>
      <dgm:spPr>
        <a:ln>
          <a:solidFill>
            <a:srgbClr val="003266"/>
          </a:solidFill>
        </a:ln>
      </dgm:spPr>
    </dgm:pt>
    <dgm:pt modelId="{639DE95F-1298-498A-BF71-4ED2D371EE57}" type="pres">
      <dgm:prSet presAssocID="{B0470507-29C8-4DF3-8059-6BAC1DA3781C}" presName="image1" presStyleCnt="0"/>
      <dgm:spPr/>
    </dgm:pt>
    <dgm:pt modelId="{E56A3D9B-E73C-4695-A6D1-2B95D693FC2A}" type="pres">
      <dgm:prSet presAssocID="{B0470507-29C8-4DF3-8059-6BAC1DA3781C}" presName="imageRepeatNode" presStyleLbl="alignAcc1" presStyleIdx="0" presStyleCnt="3" custLinFactNeighborX="1770" custLinFactNeighborY="0"/>
      <dgm:spPr/>
    </dgm:pt>
    <dgm:pt modelId="{849B7D58-C1F2-432B-9DBC-C5F8E028E185}" type="pres">
      <dgm:prSet presAssocID="{B0470507-29C8-4DF3-8059-6BAC1DA3781C}" presName="imageaccent1" presStyleCnt="0"/>
      <dgm:spPr/>
    </dgm:pt>
    <dgm:pt modelId="{5AEFCA8F-6DE5-4397-A71E-485EEE7DF0BB}" type="pres">
      <dgm:prSet presAssocID="{B0470507-29C8-4DF3-8059-6BAC1DA3781C}" presName="accentRepeatNode" presStyleLbl="solidAlignAcc1" presStyleIdx="1" presStyleCnt="6" custLinFactY="-400000" custLinFactNeighborX="27012" custLinFactNeighborY="-493237"/>
      <dgm:spPr>
        <a:ln>
          <a:solidFill>
            <a:srgbClr val="003266"/>
          </a:solidFill>
        </a:ln>
      </dgm:spPr>
    </dgm:pt>
    <dgm:pt modelId="{74979800-B118-4278-8E3B-976EA3A7C20A}" type="pres">
      <dgm:prSet presAssocID="{EB1BAA1D-503A-4093-B765-2CFEC9732D5B}" presName="text2" presStyleCnt="0"/>
      <dgm:spPr/>
    </dgm:pt>
    <dgm:pt modelId="{13B7ADB3-897B-405E-AA71-E8BAF7CDF64F}" type="pres">
      <dgm:prSet presAssocID="{EB1BAA1D-503A-4093-B765-2CFEC9732D5B}" presName="textRepeatNode" presStyleLbl="alignNode1" presStyleIdx="1" presStyleCnt="3">
        <dgm:presLayoutVars>
          <dgm:chMax val="0"/>
          <dgm:chPref val="0"/>
          <dgm:bulletEnabled val="1"/>
        </dgm:presLayoutVars>
      </dgm:prSet>
      <dgm:spPr/>
    </dgm:pt>
    <dgm:pt modelId="{D7E6DE09-BA08-4BC7-ADF3-4DD6009593F1}" type="pres">
      <dgm:prSet presAssocID="{EB1BAA1D-503A-4093-B765-2CFEC9732D5B}" presName="textaccent2" presStyleCnt="0"/>
      <dgm:spPr/>
    </dgm:pt>
    <dgm:pt modelId="{EEF7028D-22CB-41A1-BBBA-726222512E3F}" type="pres">
      <dgm:prSet presAssocID="{EB1BAA1D-503A-4093-B765-2CFEC9732D5B}" presName="accentRepeatNode" presStyleLbl="solidAlignAcc1" presStyleIdx="2" presStyleCnt="6" custLinFactX="100000" custLinFactY="-200000" custLinFactNeighborX="198593" custLinFactNeighborY="-220467"/>
      <dgm:spPr>
        <a:ln>
          <a:solidFill>
            <a:srgbClr val="003266"/>
          </a:solidFill>
        </a:ln>
      </dgm:spPr>
    </dgm:pt>
    <dgm:pt modelId="{DF58534B-AA44-4712-90BA-27C74C02416A}" type="pres">
      <dgm:prSet presAssocID="{448866BF-7D9A-426C-99F2-68356B3A90B5}" presName="image2" presStyleCnt="0"/>
      <dgm:spPr/>
    </dgm:pt>
    <dgm:pt modelId="{17F5A294-6876-49EC-A357-D6F1788DFE42}" type="pres">
      <dgm:prSet presAssocID="{448866BF-7D9A-426C-99F2-68356B3A90B5}" presName="imageRepeatNode" presStyleLbl="alignAcc1" presStyleIdx="1" presStyleCnt="3" custScaleX="101420"/>
      <dgm:spPr/>
    </dgm:pt>
    <dgm:pt modelId="{5D59C864-5EE2-4079-A41D-BD7435A74F43}" type="pres">
      <dgm:prSet presAssocID="{448866BF-7D9A-426C-99F2-68356B3A90B5}" presName="imageaccent2" presStyleCnt="0"/>
      <dgm:spPr/>
    </dgm:pt>
    <dgm:pt modelId="{1D1192B1-1BEE-4099-8E7B-3F067BFB70A9}" type="pres">
      <dgm:prSet presAssocID="{448866BF-7D9A-426C-99F2-68356B3A90B5}" presName="accentRepeatNode" presStyleLbl="solidAlignAcc1" presStyleIdx="3" presStyleCnt="6" custLinFactX="-300000" custLinFactNeighborX="-321289" custLinFactNeighborY="58766"/>
      <dgm:spPr>
        <a:ln>
          <a:solidFill>
            <a:srgbClr val="003266"/>
          </a:solidFill>
        </a:ln>
      </dgm:spPr>
    </dgm:pt>
    <dgm:pt modelId="{04D7B44F-D398-423A-BED3-BF89DCAA4EAE}" type="pres">
      <dgm:prSet presAssocID="{9343CC58-11B9-4CC2-AE3E-854C30925827}" presName="text3" presStyleCnt="0"/>
      <dgm:spPr/>
    </dgm:pt>
    <dgm:pt modelId="{1F9A4985-8FE8-4F8A-ABB3-A25E4AB28EE2}" type="pres">
      <dgm:prSet presAssocID="{9343CC58-11B9-4CC2-AE3E-854C30925827}" presName="textRepeatNode" presStyleLbl="alignNode1" presStyleIdx="2" presStyleCnt="3">
        <dgm:presLayoutVars>
          <dgm:chMax val="0"/>
          <dgm:chPref val="0"/>
          <dgm:bulletEnabled val="1"/>
        </dgm:presLayoutVars>
      </dgm:prSet>
      <dgm:spPr/>
    </dgm:pt>
    <dgm:pt modelId="{F278E2E3-67E6-412F-80AF-8321819AFF15}" type="pres">
      <dgm:prSet presAssocID="{9343CC58-11B9-4CC2-AE3E-854C30925827}" presName="textaccent3" presStyleCnt="0"/>
      <dgm:spPr/>
    </dgm:pt>
    <dgm:pt modelId="{6598C9C0-A8B0-4FD6-B4C7-3C003294B2E8}" type="pres">
      <dgm:prSet presAssocID="{9343CC58-11B9-4CC2-AE3E-854C30925827}" presName="accentRepeatNode" presStyleLbl="solidAlignAcc1" presStyleIdx="4" presStyleCnt="6" custLinFactY="-70590" custLinFactNeighborX="15275" custLinFactNeighborY="-100000"/>
      <dgm:spPr>
        <a:ln>
          <a:solidFill>
            <a:srgbClr val="003266"/>
          </a:solidFill>
        </a:ln>
      </dgm:spPr>
    </dgm:pt>
    <dgm:pt modelId="{7AB2A461-FB18-44A9-872A-E32FC214CEB8}" type="pres">
      <dgm:prSet presAssocID="{9D7F85D9-C2BD-4061-B9D6-666F7B0F9E1B}" presName="image3" presStyleCnt="0"/>
      <dgm:spPr/>
    </dgm:pt>
    <dgm:pt modelId="{7A38B2E5-0DA2-427C-82B4-10EAE1D2BB56}" type="pres">
      <dgm:prSet presAssocID="{9D7F85D9-C2BD-4061-B9D6-666F7B0F9E1B}" presName="imageRepeatNode" presStyleLbl="alignAcc1" presStyleIdx="2" presStyleCnt="3"/>
      <dgm:spPr/>
    </dgm:pt>
    <dgm:pt modelId="{B5A49900-6CC3-4016-85CD-FACF8A600EF1}" type="pres">
      <dgm:prSet presAssocID="{9D7F85D9-C2BD-4061-B9D6-666F7B0F9E1B}" presName="imageaccent3" presStyleCnt="0"/>
      <dgm:spPr/>
    </dgm:pt>
    <dgm:pt modelId="{E8FBF21C-64BB-4F94-894C-4A9B0B7BAC8C}" type="pres">
      <dgm:prSet presAssocID="{9D7F85D9-C2BD-4061-B9D6-666F7B0F9E1B}" presName="accentRepeatNode" presStyleLbl="solidAlignAcc1" presStyleIdx="5" presStyleCnt="6" custLinFactX="300000" custLinFactY="200000" custLinFactNeighborX="360343" custLinFactNeighborY="275411"/>
      <dgm:spPr>
        <a:ln>
          <a:solidFill>
            <a:srgbClr val="003266"/>
          </a:solidFill>
        </a:ln>
      </dgm:spPr>
    </dgm:pt>
  </dgm:ptLst>
  <dgm:cxnLst>
    <dgm:cxn modelId="{1372C261-D690-4982-80AD-A89D9428682A}" type="presOf" srcId="{EB1BAA1D-503A-4093-B765-2CFEC9732D5B}" destId="{13B7ADB3-897B-405E-AA71-E8BAF7CDF64F}" srcOrd="0" destOrd="0" presId="urn:microsoft.com/office/officeart/2008/layout/HexagonCluster"/>
    <dgm:cxn modelId="{3A184942-B87E-484B-82B6-0EC1639677F8}" srcId="{ED986FA4-D758-4057-850F-869A41B82DEA}" destId="{9343CC58-11B9-4CC2-AE3E-854C30925827}" srcOrd="2" destOrd="0" parTransId="{DB47EF69-CA7C-47EE-AD96-AD00280E5289}" sibTransId="{9D7F85D9-C2BD-4061-B9D6-666F7B0F9E1B}"/>
    <dgm:cxn modelId="{7811D842-BAA0-491F-8DED-147924393EE5}" type="presOf" srcId="{9343CC58-11B9-4CC2-AE3E-854C30925827}" destId="{1F9A4985-8FE8-4F8A-ABB3-A25E4AB28EE2}" srcOrd="0" destOrd="0" presId="urn:microsoft.com/office/officeart/2008/layout/HexagonCluster"/>
    <dgm:cxn modelId="{AAF2B857-659C-46E6-A640-220908F5B963}" type="presOf" srcId="{9D7F85D9-C2BD-4061-B9D6-666F7B0F9E1B}" destId="{7A38B2E5-0DA2-427C-82B4-10EAE1D2BB56}" srcOrd="0" destOrd="0" presId="urn:microsoft.com/office/officeart/2008/layout/HexagonCluster"/>
    <dgm:cxn modelId="{BE930C58-ABBE-4D48-9252-9167305FCE0A}" type="presOf" srcId="{B0470507-29C8-4DF3-8059-6BAC1DA3781C}" destId="{E56A3D9B-E73C-4695-A6D1-2B95D693FC2A}" srcOrd="0" destOrd="0" presId="urn:microsoft.com/office/officeart/2008/layout/HexagonCluster"/>
    <dgm:cxn modelId="{AF15038C-5489-4383-83CA-9FA91CE82D0B}" srcId="{ED986FA4-D758-4057-850F-869A41B82DEA}" destId="{EB1BAA1D-503A-4093-B765-2CFEC9732D5B}" srcOrd="1" destOrd="0" parTransId="{111A72D7-10B2-4865-852C-B81DACEFC967}" sibTransId="{448866BF-7D9A-426C-99F2-68356B3A90B5}"/>
    <dgm:cxn modelId="{FB50EF9D-4023-43C6-9D5D-D5F36C0EC6F7}" type="presOf" srcId="{ED986FA4-D758-4057-850F-869A41B82DEA}" destId="{45BBF8E2-23A0-4679-8490-55FAFF6D5911}" srcOrd="0" destOrd="0" presId="urn:microsoft.com/office/officeart/2008/layout/HexagonCluster"/>
    <dgm:cxn modelId="{5EB161A3-9AFA-4D78-A4BB-2F59E8946460}" type="presOf" srcId="{B2AB0A32-270B-4753-B5BD-43A649AB5235}" destId="{150E71C1-660F-4280-8EF1-23DE5C7B0264}" srcOrd="0" destOrd="0" presId="urn:microsoft.com/office/officeart/2008/layout/HexagonCluster"/>
    <dgm:cxn modelId="{AA9DE9AA-1542-4F6C-AB71-D0EFAFDABF93}" type="presOf" srcId="{448866BF-7D9A-426C-99F2-68356B3A90B5}" destId="{17F5A294-6876-49EC-A357-D6F1788DFE42}" srcOrd="0" destOrd="0" presId="urn:microsoft.com/office/officeart/2008/layout/HexagonCluster"/>
    <dgm:cxn modelId="{8E6028BB-50E8-4D0C-884D-5A36002044B4}" srcId="{ED986FA4-D758-4057-850F-869A41B82DEA}" destId="{B2AB0A32-270B-4753-B5BD-43A649AB5235}" srcOrd="0" destOrd="0" parTransId="{E86E34B2-1A03-4D8D-94F3-668EA3AFBF21}" sibTransId="{B0470507-29C8-4DF3-8059-6BAC1DA3781C}"/>
    <dgm:cxn modelId="{3A1CF26C-E766-4FD1-9AFE-92C28519456C}" type="presParOf" srcId="{45BBF8E2-23A0-4679-8490-55FAFF6D5911}" destId="{B490B031-C397-49D7-9890-AB0CF8DAE8FA}" srcOrd="0" destOrd="0" presId="urn:microsoft.com/office/officeart/2008/layout/HexagonCluster"/>
    <dgm:cxn modelId="{6C2507BA-2500-406C-9554-80A19C7BE90C}" type="presParOf" srcId="{B490B031-C397-49D7-9890-AB0CF8DAE8FA}" destId="{150E71C1-660F-4280-8EF1-23DE5C7B0264}" srcOrd="0" destOrd="0" presId="urn:microsoft.com/office/officeart/2008/layout/HexagonCluster"/>
    <dgm:cxn modelId="{EC8A6684-0E83-44D7-8379-BE0CF5DB2268}" type="presParOf" srcId="{45BBF8E2-23A0-4679-8490-55FAFF6D5911}" destId="{6367BA1B-4763-4A27-A0AA-A05FFA4CD029}" srcOrd="1" destOrd="0" presId="urn:microsoft.com/office/officeart/2008/layout/HexagonCluster"/>
    <dgm:cxn modelId="{02AB4480-7AE7-4EEB-8FAB-185D94F3CF57}" type="presParOf" srcId="{6367BA1B-4763-4A27-A0AA-A05FFA4CD029}" destId="{4BEEA131-A087-4582-A375-0A6B1FD09423}" srcOrd="0" destOrd="0" presId="urn:microsoft.com/office/officeart/2008/layout/HexagonCluster"/>
    <dgm:cxn modelId="{0EBD1A08-1C06-445F-BFDF-0F443A544A5A}" type="presParOf" srcId="{45BBF8E2-23A0-4679-8490-55FAFF6D5911}" destId="{639DE95F-1298-498A-BF71-4ED2D371EE57}" srcOrd="2" destOrd="0" presId="urn:microsoft.com/office/officeart/2008/layout/HexagonCluster"/>
    <dgm:cxn modelId="{29FF183B-317F-42F9-BF56-3D82435ED0CD}" type="presParOf" srcId="{639DE95F-1298-498A-BF71-4ED2D371EE57}" destId="{E56A3D9B-E73C-4695-A6D1-2B95D693FC2A}" srcOrd="0" destOrd="0" presId="urn:microsoft.com/office/officeart/2008/layout/HexagonCluster"/>
    <dgm:cxn modelId="{AFDAEE05-FC51-436C-B83A-40DB9988FF13}" type="presParOf" srcId="{45BBF8E2-23A0-4679-8490-55FAFF6D5911}" destId="{849B7D58-C1F2-432B-9DBC-C5F8E028E185}" srcOrd="3" destOrd="0" presId="urn:microsoft.com/office/officeart/2008/layout/HexagonCluster"/>
    <dgm:cxn modelId="{790681D4-C065-4AB3-B3A0-EE245AE02C1B}" type="presParOf" srcId="{849B7D58-C1F2-432B-9DBC-C5F8E028E185}" destId="{5AEFCA8F-6DE5-4397-A71E-485EEE7DF0BB}" srcOrd="0" destOrd="0" presId="urn:microsoft.com/office/officeart/2008/layout/HexagonCluster"/>
    <dgm:cxn modelId="{2B4EB8B7-3D48-4FEF-B69D-A6B79AE0F145}" type="presParOf" srcId="{45BBF8E2-23A0-4679-8490-55FAFF6D5911}" destId="{74979800-B118-4278-8E3B-976EA3A7C20A}" srcOrd="4" destOrd="0" presId="urn:microsoft.com/office/officeart/2008/layout/HexagonCluster"/>
    <dgm:cxn modelId="{791620AF-D2D3-4216-AF83-E4429934467D}" type="presParOf" srcId="{74979800-B118-4278-8E3B-976EA3A7C20A}" destId="{13B7ADB3-897B-405E-AA71-E8BAF7CDF64F}" srcOrd="0" destOrd="0" presId="urn:microsoft.com/office/officeart/2008/layout/HexagonCluster"/>
    <dgm:cxn modelId="{971681BF-EB4C-4A85-B47C-47A7263DB5D2}" type="presParOf" srcId="{45BBF8E2-23A0-4679-8490-55FAFF6D5911}" destId="{D7E6DE09-BA08-4BC7-ADF3-4DD6009593F1}" srcOrd="5" destOrd="0" presId="urn:microsoft.com/office/officeart/2008/layout/HexagonCluster"/>
    <dgm:cxn modelId="{139267E6-D141-4F01-A8EF-0CA6E22CB2A8}" type="presParOf" srcId="{D7E6DE09-BA08-4BC7-ADF3-4DD6009593F1}" destId="{EEF7028D-22CB-41A1-BBBA-726222512E3F}" srcOrd="0" destOrd="0" presId="urn:microsoft.com/office/officeart/2008/layout/HexagonCluster"/>
    <dgm:cxn modelId="{5BC21A54-2021-4BAF-AD62-B932E186E8D6}" type="presParOf" srcId="{45BBF8E2-23A0-4679-8490-55FAFF6D5911}" destId="{DF58534B-AA44-4712-90BA-27C74C02416A}" srcOrd="6" destOrd="0" presId="urn:microsoft.com/office/officeart/2008/layout/HexagonCluster"/>
    <dgm:cxn modelId="{22F2B519-99DE-46F0-8F1B-CA9EF10D5563}" type="presParOf" srcId="{DF58534B-AA44-4712-90BA-27C74C02416A}" destId="{17F5A294-6876-49EC-A357-D6F1788DFE42}" srcOrd="0" destOrd="0" presId="urn:microsoft.com/office/officeart/2008/layout/HexagonCluster"/>
    <dgm:cxn modelId="{518484D5-EE80-4D0F-8A86-673D0624F053}" type="presParOf" srcId="{45BBF8E2-23A0-4679-8490-55FAFF6D5911}" destId="{5D59C864-5EE2-4079-A41D-BD7435A74F43}" srcOrd="7" destOrd="0" presId="urn:microsoft.com/office/officeart/2008/layout/HexagonCluster"/>
    <dgm:cxn modelId="{006928C6-A6FD-43FA-B0C7-86D27F4A4C33}" type="presParOf" srcId="{5D59C864-5EE2-4079-A41D-BD7435A74F43}" destId="{1D1192B1-1BEE-4099-8E7B-3F067BFB70A9}" srcOrd="0" destOrd="0" presId="urn:microsoft.com/office/officeart/2008/layout/HexagonCluster"/>
    <dgm:cxn modelId="{423524E6-B595-450D-8C07-6D1EB290EA17}" type="presParOf" srcId="{45BBF8E2-23A0-4679-8490-55FAFF6D5911}" destId="{04D7B44F-D398-423A-BED3-BF89DCAA4EAE}" srcOrd="8" destOrd="0" presId="urn:microsoft.com/office/officeart/2008/layout/HexagonCluster"/>
    <dgm:cxn modelId="{54E34BA3-F5E4-425B-B13A-CF9449CD402F}" type="presParOf" srcId="{04D7B44F-D398-423A-BED3-BF89DCAA4EAE}" destId="{1F9A4985-8FE8-4F8A-ABB3-A25E4AB28EE2}" srcOrd="0" destOrd="0" presId="urn:microsoft.com/office/officeart/2008/layout/HexagonCluster"/>
    <dgm:cxn modelId="{78B7A016-CC90-42CB-910C-703D840B7483}" type="presParOf" srcId="{45BBF8E2-23A0-4679-8490-55FAFF6D5911}" destId="{F278E2E3-67E6-412F-80AF-8321819AFF15}" srcOrd="9" destOrd="0" presId="urn:microsoft.com/office/officeart/2008/layout/HexagonCluster"/>
    <dgm:cxn modelId="{093F21FC-47A1-4CAD-9CA3-17134CD3AD81}" type="presParOf" srcId="{F278E2E3-67E6-412F-80AF-8321819AFF15}" destId="{6598C9C0-A8B0-4FD6-B4C7-3C003294B2E8}" srcOrd="0" destOrd="0" presId="urn:microsoft.com/office/officeart/2008/layout/HexagonCluster"/>
    <dgm:cxn modelId="{1997042B-DFCE-43E9-B5D1-F0367DE36C79}" type="presParOf" srcId="{45BBF8E2-23A0-4679-8490-55FAFF6D5911}" destId="{7AB2A461-FB18-44A9-872A-E32FC214CEB8}" srcOrd="10" destOrd="0" presId="urn:microsoft.com/office/officeart/2008/layout/HexagonCluster"/>
    <dgm:cxn modelId="{944DCB84-DA3A-4046-9699-CFDF81C9E38C}" type="presParOf" srcId="{7AB2A461-FB18-44A9-872A-E32FC214CEB8}" destId="{7A38B2E5-0DA2-427C-82B4-10EAE1D2BB56}" srcOrd="0" destOrd="0" presId="urn:microsoft.com/office/officeart/2008/layout/HexagonCluster"/>
    <dgm:cxn modelId="{5208DF3F-2FD0-49D3-8742-B3FB7DBD120C}" type="presParOf" srcId="{45BBF8E2-23A0-4679-8490-55FAFF6D5911}" destId="{B5A49900-6CC3-4016-85CD-FACF8A600EF1}" srcOrd="11" destOrd="0" presId="urn:microsoft.com/office/officeart/2008/layout/HexagonCluster"/>
    <dgm:cxn modelId="{F2525F9A-BCEC-47CD-AE94-C697A69A887F}" type="presParOf" srcId="{B5A49900-6CC3-4016-85CD-FACF8A600EF1}" destId="{E8FBF21C-64BB-4F94-894C-4A9B0B7BAC8C}" srcOrd="0" destOrd="0" presId="urn:microsoft.com/office/officeart/2008/layout/Hexagon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8C8C8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rgbClr val="02366C"/>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8C8C8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rgbClr val="02366C"/>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8C8C8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rgbClr val="02366C"/>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rgbClr val="8C8C8C"/>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rgbClr val="02366C"/>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rgbClr val="02366C"/>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rgbClr val="02366C"/>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rgbClr val="02366C"/>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rgbClr val="02366C"/>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rgbClr val="8C8C8C"/>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en-US" b="1" dirty="0" err="1">
              <a:solidFill>
                <a:schemeClr val="bg1"/>
              </a:solidFill>
            </a:rPr>
            <a:t>Méthodologie</a:t>
          </a:r>
          <a:r>
            <a:rPr lang="en-US" b="1" dirty="0">
              <a:solidFill>
                <a:schemeClr val="bg1"/>
              </a:solidFill>
            </a:rPr>
            <a:t> </a:t>
          </a:r>
          <a:endParaRPr lang="fr-FR" b="1"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chemeClr val="accent3">
            <a:lumMod val="75000"/>
          </a:schemeClr>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rgbClr val="02366C"/>
        </a:solidFill>
      </dgm:spPr>
      <dgm:t>
        <a:bodyPr/>
        <a:lstStyle/>
        <a:p>
          <a:r>
            <a:rPr lang="fr-FR" b="1" dirty="0">
              <a:solidFill>
                <a:schemeClr val="bg1"/>
              </a:solidFill>
              <a:latin typeface="+mj-lt"/>
            </a:rPr>
            <a:t>Tests et Validation </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3A9A4E12-9C85-4D78-849B-D52DEDE18BD1}" srcId="{9FABCA78-6520-4D03-8194-3140652F559A}" destId="{97FF681D-08FA-41A3-A9AA-15044E75FB8B}" srcOrd="1" destOrd="0" parTransId="{D22313CB-0D9E-4A9E-94DC-3B935004AF8E}" sibTransId="{528688DF-242C-43DC-A786-8A568C67AC06}"/>
    <dgm:cxn modelId="{283DFC21-FF77-4B22-897A-A1CB12346B0C}" type="presOf" srcId="{3E2F1EB2-4A75-4262-A30D-05DCB5B89C68}" destId="{9D863545-3418-43D6-A80C-619C9DEECB69}" srcOrd="0" destOrd="0" presId="urn:microsoft.com/office/officeart/2005/8/layout/process1"/>
    <dgm:cxn modelId="{13B60B23-EC91-495B-BACF-BD3EFF83D622}" type="presOf" srcId="{08458DCD-F264-4DD1-9A51-7934C168980F}" destId="{07C39E53-4BD1-4956-AD8E-13DA0A63F025}" srcOrd="0" destOrd="0" presId="urn:microsoft.com/office/officeart/2005/8/layout/process1"/>
    <dgm:cxn modelId="{4FD00229-E9D3-475A-AAF3-55922CC58686}" type="presOf" srcId="{14AB9C85-69B7-4D76-B10A-23D043403752}" destId="{E1F6A5CA-DE8D-4E96-865D-5D1D22A5FC5B}" srcOrd="1" destOrd="0" presId="urn:microsoft.com/office/officeart/2005/8/layout/process1"/>
    <dgm:cxn modelId="{4BBEBA38-837F-43ED-B25B-8BD00953516D}" type="presOf" srcId="{97FF681D-08FA-41A3-A9AA-15044E75FB8B}" destId="{7416D7B9-0BA3-4E4B-A407-490BB1A83A01}" srcOrd="0" destOrd="0" presId="urn:microsoft.com/office/officeart/2005/8/layout/process1"/>
    <dgm:cxn modelId="{C3E3D35B-58AA-4E44-8349-DEF4368B5628}" type="presOf" srcId="{528688DF-242C-43DC-A786-8A568C67AC06}" destId="{05962AEC-D467-48BA-8F99-F1751723CE67}" srcOrd="0" destOrd="0" presId="urn:microsoft.com/office/officeart/2005/8/layout/process1"/>
    <dgm:cxn modelId="{9B163066-6D02-483E-816D-9B4B8EC6F680}" type="presOf" srcId="{9FABCA78-6520-4D03-8194-3140652F559A}" destId="{09CD291B-F563-45F4-9A78-F001B0CDAF87}" srcOrd="0" destOrd="0" presId="urn:microsoft.com/office/officeart/2005/8/layout/process1"/>
    <dgm:cxn modelId="{E5C85C48-6D08-43CF-A41D-47053B44E351}" type="presOf" srcId="{910376F7-5164-4358-A3A9-B5FD7FB0062B}" destId="{E36E946B-DB73-4712-B2EB-66405756D089}" srcOrd="0" destOrd="0" presId="urn:microsoft.com/office/officeart/2005/8/layout/process1"/>
    <dgm:cxn modelId="{BAD1AB48-13B1-4611-B8FA-21ED4E6D732D}" type="presOf" srcId="{F2AC8FC1-1E24-492B-96D1-5C67E5532E39}" destId="{B4CBA9E8-0F3F-4B37-82DF-9E99265919AA}" srcOrd="0" destOrd="0" presId="urn:microsoft.com/office/officeart/2005/8/layout/process1"/>
    <dgm:cxn modelId="{49AEC255-83CA-4EAD-AC8F-E62790CA2109}" type="presOf" srcId="{D3B41B6A-4BC9-427A-A8F0-0B5342742BBC}" destId="{044F8DF3-FC60-4036-A101-F60FC339A769}" srcOrd="0" destOrd="0" presId="urn:microsoft.com/office/officeart/2005/8/layout/process1"/>
    <dgm:cxn modelId="{C7075556-1841-4196-9EEE-6EC0C9B1306E}" type="presOf" srcId="{135FA0F6-5C89-4C65-ACA7-E48B866EC739}" destId="{F31D8957-1E30-45E8-970F-E037B2889CD4}" srcOrd="0" destOrd="0" presId="urn:microsoft.com/office/officeart/2005/8/layout/process1"/>
    <dgm:cxn modelId="{156CAA77-8E9A-457C-A7EB-776F84663F54}" type="presOf" srcId="{528688DF-242C-43DC-A786-8A568C67AC06}" destId="{2AFC20E4-CEAE-4F2D-A066-2233B1043630}" srcOrd="1"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C03A90AF-DB95-485D-9BE4-B15693310EE8}" type="presOf" srcId="{08458DCD-F264-4DD1-9A51-7934C168980F}" destId="{87C02481-CD2F-4206-86D2-9831602F445E}" srcOrd="1" destOrd="0" presId="urn:microsoft.com/office/officeart/2005/8/layout/process1"/>
    <dgm:cxn modelId="{DEC422B1-8280-4A77-8593-542B9F1A6604}" type="presOf" srcId="{70EAC809-9A66-4452-BF32-1D2095A0D63A}" destId="{82EE907D-F900-4A9C-AEF4-E884882E3FFF}" srcOrd="0" destOrd="0" presId="urn:microsoft.com/office/officeart/2005/8/layout/process1"/>
    <dgm:cxn modelId="{3A75DBB6-51BC-4BAB-ACF0-D7D3F18F8BBC}" type="presOf" srcId="{14AB9C85-69B7-4D76-B10A-23D043403752}" destId="{9E6480C4-8895-4B04-93BA-16BD4DD7CF3C}"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A07309CC-10B5-4F53-A1D2-A8AEA0BE1EC9}" type="presOf" srcId="{5242C68D-E0A9-4FBA-98EE-AF5ACC665902}" destId="{AC38D247-6AF9-4B1F-BC43-2FC91684E73E}" srcOrd="0"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8608C3D4-760E-4269-A537-60B33F5B9954}" type="presOf" srcId="{F2AC8FC1-1E24-492B-96D1-5C67E5532E39}" destId="{060D3888-D409-443E-A253-BC48384B26D2}" srcOrd="1" destOrd="0" presId="urn:microsoft.com/office/officeart/2005/8/layout/process1"/>
    <dgm:cxn modelId="{BA6DDEFF-AFD6-4CB3-9FC6-1007F013F14C}" type="presOf" srcId="{70EAC809-9A66-4452-BF32-1D2095A0D63A}" destId="{814B2F03-58A1-435F-B74F-AF96B4269336}" srcOrd="1" destOrd="0" presId="urn:microsoft.com/office/officeart/2005/8/layout/process1"/>
    <dgm:cxn modelId="{3B9780A6-A799-4C94-94F4-BECA33FFDF27}" type="presParOf" srcId="{09CD291B-F563-45F4-9A78-F001B0CDAF87}" destId="{E36E946B-DB73-4712-B2EB-66405756D089}" srcOrd="0" destOrd="0" presId="urn:microsoft.com/office/officeart/2005/8/layout/process1"/>
    <dgm:cxn modelId="{78779D42-7596-4EED-8997-28C786A13B0B}" type="presParOf" srcId="{09CD291B-F563-45F4-9A78-F001B0CDAF87}" destId="{07C39E53-4BD1-4956-AD8E-13DA0A63F025}" srcOrd="1" destOrd="0" presId="urn:microsoft.com/office/officeart/2005/8/layout/process1"/>
    <dgm:cxn modelId="{46771A7B-7CBC-460A-91E4-9D9C65CBE155}" type="presParOf" srcId="{07C39E53-4BD1-4956-AD8E-13DA0A63F025}" destId="{87C02481-CD2F-4206-86D2-9831602F445E}" srcOrd="0" destOrd="0" presId="urn:microsoft.com/office/officeart/2005/8/layout/process1"/>
    <dgm:cxn modelId="{E48D4E98-F691-4E52-8D45-788192735621}" type="presParOf" srcId="{09CD291B-F563-45F4-9A78-F001B0CDAF87}" destId="{7416D7B9-0BA3-4E4B-A407-490BB1A83A01}" srcOrd="2" destOrd="0" presId="urn:microsoft.com/office/officeart/2005/8/layout/process1"/>
    <dgm:cxn modelId="{3256AC1F-F627-4B81-ABE0-9F4C5A479161}" type="presParOf" srcId="{09CD291B-F563-45F4-9A78-F001B0CDAF87}" destId="{05962AEC-D467-48BA-8F99-F1751723CE67}" srcOrd="3" destOrd="0" presId="urn:microsoft.com/office/officeart/2005/8/layout/process1"/>
    <dgm:cxn modelId="{0DB9A0D9-0660-4247-BEAD-61F5C7D06850}" type="presParOf" srcId="{05962AEC-D467-48BA-8F99-F1751723CE67}" destId="{2AFC20E4-CEAE-4F2D-A066-2233B1043630}" srcOrd="0" destOrd="0" presId="urn:microsoft.com/office/officeart/2005/8/layout/process1"/>
    <dgm:cxn modelId="{30326786-9EA2-40A5-8A7F-C91CB7C3AE78}" type="presParOf" srcId="{09CD291B-F563-45F4-9A78-F001B0CDAF87}" destId="{9D863545-3418-43D6-A80C-619C9DEECB69}" srcOrd="4" destOrd="0" presId="urn:microsoft.com/office/officeart/2005/8/layout/process1"/>
    <dgm:cxn modelId="{B7D20989-1B67-428F-B8A9-C59005764225}" type="presParOf" srcId="{09CD291B-F563-45F4-9A78-F001B0CDAF87}" destId="{9E6480C4-8895-4B04-93BA-16BD4DD7CF3C}" srcOrd="5" destOrd="0" presId="urn:microsoft.com/office/officeart/2005/8/layout/process1"/>
    <dgm:cxn modelId="{D168C7E6-318D-4156-835F-1828A76BC429}" type="presParOf" srcId="{9E6480C4-8895-4B04-93BA-16BD4DD7CF3C}" destId="{E1F6A5CA-DE8D-4E96-865D-5D1D22A5FC5B}" srcOrd="0" destOrd="0" presId="urn:microsoft.com/office/officeart/2005/8/layout/process1"/>
    <dgm:cxn modelId="{1B4114A6-61E0-4D13-851F-9C65558D55A5}" type="presParOf" srcId="{09CD291B-F563-45F4-9A78-F001B0CDAF87}" destId="{F31D8957-1E30-45E8-970F-E037B2889CD4}" srcOrd="6" destOrd="0" presId="urn:microsoft.com/office/officeart/2005/8/layout/process1"/>
    <dgm:cxn modelId="{51F22DB3-33D4-45FF-BAAB-F3698B83F1F6}" type="presParOf" srcId="{09CD291B-F563-45F4-9A78-F001B0CDAF87}" destId="{82EE907D-F900-4A9C-AEF4-E884882E3FFF}" srcOrd="7" destOrd="0" presId="urn:microsoft.com/office/officeart/2005/8/layout/process1"/>
    <dgm:cxn modelId="{5421BC56-C9E9-42AF-9CE4-B6C10C118F88}" type="presParOf" srcId="{82EE907D-F900-4A9C-AEF4-E884882E3FFF}" destId="{814B2F03-58A1-435F-B74F-AF96B4269336}" srcOrd="0" destOrd="0" presId="urn:microsoft.com/office/officeart/2005/8/layout/process1"/>
    <dgm:cxn modelId="{E6127907-2866-43FA-B359-8CB707E1AF8A}" type="presParOf" srcId="{09CD291B-F563-45F4-9A78-F001B0CDAF87}" destId="{044F8DF3-FC60-4036-A101-F60FC339A769}" srcOrd="8" destOrd="0" presId="urn:microsoft.com/office/officeart/2005/8/layout/process1"/>
    <dgm:cxn modelId="{486445B6-D98A-43C3-896F-DF4CE74EB44D}" type="presParOf" srcId="{09CD291B-F563-45F4-9A78-F001B0CDAF87}" destId="{B4CBA9E8-0F3F-4B37-82DF-9E99265919AA}" srcOrd="9" destOrd="0" presId="urn:microsoft.com/office/officeart/2005/8/layout/process1"/>
    <dgm:cxn modelId="{C1A8F6EE-D375-4DDF-AFAC-5E707EAAE1DB}" type="presParOf" srcId="{B4CBA9E8-0F3F-4B37-82DF-9E99265919AA}" destId="{060D3888-D409-443E-A253-BC48384B26D2}" srcOrd="0" destOrd="0" presId="urn:microsoft.com/office/officeart/2005/8/layout/process1"/>
    <dgm:cxn modelId="{8B95B268-192B-4F74-B5B4-DD42BD0C995C}"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chemeClr val="tx1">
            <a:lumMod val="60000"/>
            <a:lumOff val="40000"/>
          </a:schemeClr>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fr-FR" b="1" dirty="0">
              <a:solidFill>
                <a:schemeClr val="bg1"/>
              </a:solidFill>
              <a:latin typeface="+mj-lt"/>
            </a:rPr>
            <a:t>Méthodologie</a:t>
          </a:r>
          <a:endParaRPr lang="fr-FR"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rgbClr val="003366"/>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8A296C0D-1FEE-4E0F-88E2-E9FF2DFEDAFC}" type="presOf" srcId="{135FA0F6-5C89-4C65-ACA7-E48B866EC739}" destId="{F31D8957-1E30-45E8-970F-E037B2889CD4}" srcOrd="0" destOrd="0" presId="urn:microsoft.com/office/officeart/2005/8/layout/process1"/>
    <dgm:cxn modelId="{A9892A0E-9C77-484E-BE5B-2D97EB8F7FEA}" type="presOf" srcId="{3E2F1EB2-4A75-4262-A30D-05DCB5B89C68}" destId="{9D863545-3418-43D6-A80C-619C9DEECB69}" srcOrd="0" destOrd="0" presId="urn:microsoft.com/office/officeart/2005/8/layout/process1"/>
    <dgm:cxn modelId="{3A9A4E12-9C85-4D78-849B-D52DEDE18BD1}" srcId="{9FABCA78-6520-4D03-8194-3140652F559A}" destId="{97FF681D-08FA-41A3-A9AA-15044E75FB8B}" srcOrd="1" destOrd="0" parTransId="{D22313CB-0D9E-4A9E-94DC-3B935004AF8E}" sibTransId="{528688DF-242C-43DC-A786-8A568C67AC06}"/>
    <dgm:cxn modelId="{5D6E6F18-542C-41C2-9918-2A3C93B030EF}" type="presOf" srcId="{9FABCA78-6520-4D03-8194-3140652F559A}" destId="{09CD291B-F563-45F4-9A78-F001B0CDAF87}" srcOrd="0" destOrd="0" presId="urn:microsoft.com/office/officeart/2005/8/layout/process1"/>
    <dgm:cxn modelId="{BAAC2A44-660A-4EDD-AEA4-8DC46AA3A491}" type="presOf" srcId="{08458DCD-F264-4DD1-9A51-7934C168980F}" destId="{07C39E53-4BD1-4956-AD8E-13DA0A63F025}" srcOrd="0" destOrd="0" presId="urn:microsoft.com/office/officeart/2005/8/layout/process1"/>
    <dgm:cxn modelId="{CE666F64-D3E5-43F6-BAEF-6F3FA359F894}" type="presOf" srcId="{528688DF-242C-43DC-A786-8A568C67AC06}" destId="{05962AEC-D467-48BA-8F99-F1751723CE67}" srcOrd="0"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AEFA5B8D-C577-492F-8595-7E728D7ACD10}" type="presOf" srcId="{14AB9C85-69B7-4D76-B10A-23D043403752}" destId="{E1F6A5CA-DE8D-4E96-865D-5D1D22A5FC5B}" srcOrd="1" destOrd="0" presId="urn:microsoft.com/office/officeart/2005/8/layout/process1"/>
    <dgm:cxn modelId="{20AF9C96-873E-4C1A-AA80-5C4D93F39DB1}" type="presOf" srcId="{14AB9C85-69B7-4D76-B10A-23D043403752}" destId="{9E6480C4-8895-4B04-93BA-16BD4DD7CF3C}" srcOrd="0" destOrd="0" presId="urn:microsoft.com/office/officeart/2005/8/layout/process1"/>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674337A6-5F5A-4D91-93A1-123419E183E0}" type="presOf" srcId="{5242C68D-E0A9-4FBA-98EE-AF5ACC665902}" destId="{AC38D247-6AF9-4B1F-BC43-2FC91684E73E}" srcOrd="0" destOrd="0" presId="urn:microsoft.com/office/officeart/2005/8/layout/process1"/>
    <dgm:cxn modelId="{B2F857AF-CB68-409A-92EC-A3D0A4254866}" type="presOf" srcId="{F2AC8FC1-1E24-492B-96D1-5C67E5532E39}" destId="{060D3888-D409-443E-A253-BC48384B26D2}" srcOrd="1" destOrd="0" presId="urn:microsoft.com/office/officeart/2005/8/layout/process1"/>
    <dgm:cxn modelId="{5999DAB2-2487-4A77-9803-C801B6EC5AE2}" type="presOf" srcId="{910376F7-5164-4358-A3A9-B5FD7FB0062B}" destId="{E36E946B-DB73-4712-B2EB-66405756D089}" srcOrd="0" destOrd="0" presId="urn:microsoft.com/office/officeart/2005/8/layout/process1"/>
    <dgm:cxn modelId="{3E270DB5-E274-4635-B188-3A833780FA9A}" type="presOf" srcId="{D3B41B6A-4BC9-427A-A8F0-0B5342742BBC}" destId="{044F8DF3-FC60-4036-A101-F60FC339A769}"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0D4F1ACC-0E76-40CC-8CC9-0F1B481AD6C2}" type="presOf" srcId="{70EAC809-9A66-4452-BF32-1D2095A0D63A}" destId="{814B2F03-58A1-435F-B74F-AF96B4269336}" srcOrd="1"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BB23E9E6-84E7-4EE7-B923-C5D3C23C8C61}" type="presOf" srcId="{F2AC8FC1-1E24-492B-96D1-5C67E5532E39}" destId="{B4CBA9E8-0F3F-4B37-82DF-9E99265919AA}" srcOrd="0" destOrd="0" presId="urn:microsoft.com/office/officeart/2005/8/layout/process1"/>
    <dgm:cxn modelId="{97D76AE8-3A97-42AB-ABC5-CCAE690EB6BC}" type="presOf" srcId="{70EAC809-9A66-4452-BF32-1D2095A0D63A}" destId="{82EE907D-F900-4A9C-AEF4-E884882E3FFF}" srcOrd="0" destOrd="0" presId="urn:microsoft.com/office/officeart/2005/8/layout/process1"/>
    <dgm:cxn modelId="{A5B21FEA-793C-4779-8C9C-CAB46F146BA4}" type="presOf" srcId="{08458DCD-F264-4DD1-9A51-7934C168980F}" destId="{87C02481-CD2F-4206-86D2-9831602F445E}" srcOrd="1" destOrd="0" presId="urn:microsoft.com/office/officeart/2005/8/layout/process1"/>
    <dgm:cxn modelId="{EF5888ED-5760-46F0-A766-CFB67033CA45}" type="presOf" srcId="{97FF681D-08FA-41A3-A9AA-15044E75FB8B}" destId="{7416D7B9-0BA3-4E4B-A407-490BB1A83A01}" srcOrd="0" destOrd="0" presId="urn:microsoft.com/office/officeart/2005/8/layout/process1"/>
    <dgm:cxn modelId="{C4C88BF8-4ED5-4C45-AE5C-EE8A8B7BB506}" type="presOf" srcId="{528688DF-242C-43DC-A786-8A568C67AC06}" destId="{2AFC20E4-CEAE-4F2D-A066-2233B1043630}" srcOrd="1" destOrd="0" presId="urn:microsoft.com/office/officeart/2005/8/layout/process1"/>
    <dgm:cxn modelId="{D708F0B8-F95C-4938-BF8A-358D0EFF8A49}" type="presParOf" srcId="{09CD291B-F563-45F4-9A78-F001B0CDAF87}" destId="{E36E946B-DB73-4712-B2EB-66405756D089}" srcOrd="0" destOrd="0" presId="urn:microsoft.com/office/officeart/2005/8/layout/process1"/>
    <dgm:cxn modelId="{475F88DB-F988-46E6-99AC-32F0885E335D}" type="presParOf" srcId="{09CD291B-F563-45F4-9A78-F001B0CDAF87}" destId="{07C39E53-4BD1-4956-AD8E-13DA0A63F025}" srcOrd="1" destOrd="0" presId="urn:microsoft.com/office/officeart/2005/8/layout/process1"/>
    <dgm:cxn modelId="{37073A85-DB38-452F-AE4C-369AC4C491B4}" type="presParOf" srcId="{07C39E53-4BD1-4956-AD8E-13DA0A63F025}" destId="{87C02481-CD2F-4206-86D2-9831602F445E}" srcOrd="0" destOrd="0" presId="urn:microsoft.com/office/officeart/2005/8/layout/process1"/>
    <dgm:cxn modelId="{EC2F0274-897A-47BC-8E25-912F829B2416}" type="presParOf" srcId="{09CD291B-F563-45F4-9A78-F001B0CDAF87}" destId="{7416D7B9-0BA3-4E4B-A407-490BB1A83A01}" srcOrd="2" destOrd="0" presId="urn:microsoft.com/office/officeart/2005/8/layout/process1"/>
    <dgm:cxn modelId="{DD977F8B-9C2F-46FB-9B51-E49D2CCC5930}" type="presParOf" srcId="{09CD291B-F563-45F4-9A78-F001B0CDAF87}" destId="{05962AEC-D467-48BA-8F99-F1751723CE67}" srcOrd="3" destOrd="0" presId="urn:microsoft.com/office/officeart/2005/8/layout/process1"/>
    <dgm:cxn modelId="{3235F18D-2911-4EAD-9CC9-8A8EF16720A2}" type="presParOf" srcId="{05962AEC-D467-48BA-8F99-F1751723CE67}" destId="{2AFC20E4-CEAE-4F2D-A066-2233B1043630}" srcOrd="0" destOrd="0" presId="urn:microsoft.com/office/officeart/2005/8/layout/process1"/>
    <dgm:cxn modelId="{9B484183-50F6-4B85-8C42-F1102C64E966}" type="presParOf" srcId="{09CD291B-F563-45F4-9A78-F001B0CDAF87}" destId="{9D863545-3418-43D6-A80C-619C9DEECB69}" srcOrd="4" destOrd="0" presId="urn:microsoft.com/office/officeart/2005/8/layout/process1"/>
    <dgm:cxn modelId="{01854F9C-A2A8-467A-B073-554B101C49C0}" type="presParOf" srcId="{09CD291B-F563-45F4-9A78-F001B0CDAF87}" destId="{9E6480C4-8895-4B04-93BA-16BD4DD7CF3C}" srcOrd="5" destOrd="0" presId="urn:microsoft.com/office/officeart/2005/8/layout/process1"/>
    <dgm:cxn modelId="{A04B2344-A387-43E6-94BB-B9B8F8413BF2}" type="presParOf" srcId="{9E6480C4-8895-4B04-93BA-16BD4DD7CF3C}" destId="{E1F6A5CA-DE8D-4E96-865D-5D1D22A5FC5B}" srcOrd="0" destOrd="0" presId="urn:microsoft.com/office/officeart/2005/8/layout/process1"/>
    <dgm:cxn modelId="{AF41196E-04C8-43B8-9023-CE27DBD75E3E}" type="presParOf" srcId="{09CD291B-F563-45F4-9A78-F001B0CDAF87}" destId="{F31D8957-1E30-45E8-970F-E037B2889CD4}" srcOrd="6" destOrd="0" presId="urn:microsoft.com/office/officeart/2005/8/layout/process1"/>
    <dgm:cxn modelId="{8A407D91-349C-4091-91F8-BA19D65DE877}" type="presParOf" srcId="{09CD291B-F563-45F4-9A78-F001B0CDAF87}" destId="{82EE907D-F900-4A9C-AEF4-E884882E3FFF}" srcOrd="7" destOrd="0" presId="urn:microsoft.com/office/officeart/2005/8/layout/process1"/>
    <dgm:cxn modelId="{D1030806-D0BE-48BD-AA6F-9B558A8C9B96}" type="presParOf" srcId="{82EE907D-F900-4A9C-AEF4-E884882E3FFF}" destId="{814B2F03-58A1-435F-B74F-AF96B4269336}" srcOrd="0" destOrd="0" presId="urn:microsoft.com/office/officeart/2005/8/layout/process1"/>
    <dgm:cxn modelId="{7ED43488-072F-4B2A-A6C3-E3053B45BA9E}" type="presParOf" srcId="{09CD291B-F563-45F4-9A78-F001B0CDAF87}" destId="{044F8DF3-FC60-4036-A101-F60FC339A769}" srcOrd="8" destOrd="0" presId="urn:microsoft.com/office/officeart/2005/8/layout/process1"/>
    <dgm:cxn modelId="{B709EA83-979D-44A2-B3D5-95C278DE7989}" type="presParOf" srcId="{09CD291B-F563-45F4-9A78-F001B0CDAF87}" destId="{B4CBA9E8-0F3F-4B37-82DF-9E99265919AA}" srcOrd="9" destOrd="0" presId="urn:microsoft.com/office/officeart/2005/8/layout/process1"/>
    <dgm:cxn modelId="{6B2E11E1-003C-44DF-85C4-97FA4A24E7DA}" type="presParOf" srcId="{B4CBA9E8-0F3F-4B37-82DF-9E99265919AA}" destId="{060D3888-D409-443E-A253-BC48384B26D2}" srcOrd="0" destOrd="0" presId="urn:microsoft.com/office/officeart/2005/8/layout/process1"/>
    <dgm:cxn modelId="{EB1A17AA-BEA9-482B-B71A-263C4E24759F}"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chemeClr val="tx1">
            <a:lumMod val="60000"/>
            <a:lumOff val="40000"/>
          </a:schemeClr>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fr-FR" b="1" dirty="0">
              <a:solidFill>
                <a:schemeClr val="bg1"/>
              </a:solidFill>
              <a:latin typeface="+mj-lt"/>
            </a:rPr>
            <a:t>Méthodologie</a:t>
          </a:r>
          <a:endParaRPr lang="fr-FR"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rgbClr val="003366"/>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8A296C0D-1FEE-4E0F-88E2-E9FF2DFEDAFC}" type="presOf" srcId="{135FA0F6-5C89-4C65-ACA7-E48B866EC739}" destId="{F31D8957-1E30-45E8-970F-E037B2889CD4}" srcOrd="0" destOrd="0" presId="urn:microsoft.com/office/officeart/2005/8/layout/process1"/>
    <dgm:cxn modelId="{A9892A0E-9C77-484E-BE5B-2D97EB8F7FEA}" type="presOf" srcId="{3E2F1EB2-4A75-4262-A30D-05DCB5B89C68}" destId="{9D863545-3418-43D6-A80C-619C9DEECB69}" srcOrd="0" destOrd="0" presId="urn:microsoft.com/office/officeart/2005/8/layout/process1"/>
    <dgm:cxn modelId="{3A9A4E12-9C85-4D78-849B-D52DEDE18BD1}" srcId="{9FABCA78-6520-4D03-8194-3140652F559A}" destId="{97FF681D-08FA-41A3-A9AA-15044E75FB8B}" srcOrd="1" destOrd="0" parTransId="{D22313CB-0D9E-4A9E-94DC-3B935004AF8E}" sibTransId="{528688DF-242C-43DC-A786-8A568C67AC06}"/>
    <dgm:cxn modelId="{5D6E6F18-542C-41C2-9918-2A3C93B030EF}" type="presOf" srcId="{9FABCA78-6520-4D03-8194-3140652F559A}" destId="{09CD291B-F563-45F4-9A78-F001B0CDAF87}" srcOrd="0" destOrd="0" presId="urn:microsoft.com/office/officeart/2005/8/layout/process1"/>
    <dgm:cxn modelId="{BAAC2A44-660A-4EDD-AEA4-8DC46AA3A491}" type="presOf" srcId="{08458DCD-F264-4DD1-9A51-7934C168980F}" destId="{07C39E53-4BD1-4956-AD8E-13DA0A63F025}" srcOrd="0" destOrd="0" presId="urn:microsoft.com/office/officeart/2005/8/layout/process1"/>
    <dgm:cxn modelId="{CE666F64-D3E5-43F6-BAEF-6F3FA359F894}" type="presOf" srcId="{528688DF-242C-43DC-A786-8A568C67AC06}" destId="{05962AEC-D467-48BA-8F99-F1751723CE67}" srcOrd="0"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AEFA5B8D-C577-492F-8595-7E728D7ACD10}" type="presOf" srcId="{14AB9C85-69B7-4D76-B10A-23D043403752}" destId="{E1F6A5CA-DE8D-4E96-865D-5D1D22A5FC5B}" srcOrd="1" destOrd="0" presId="urn:microsoft.com/office/officeart/2005/8/layout/process1"/>
    <dgm:cxn modelId="{20AF9C96-873E-4C1A-AA80-5C4D93F39DB1}" type="presOf" srcId="{14AB9C85-69B7-4D76-B10A-23D043403752}" destId="{9E6480C4-8895-4B04-93BA-16BD4DD7CF3C}" srcOrd="0" destOrd="0" presId="urn:microsoft.com/office/officeart/2005/8/layout/process1"/>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674337A6-5F5A-4D91-93A1-123419E183E0}" type="presOf" srcId="{5242C68D-E0A9-4FBA-98EE-AF5ACC665902}" destId="{AC38D247-6AF9-4B1F-BC43-2FC91684E73E}" srcOrd="0" destOrd="0" presId="urn:microsoft.com/office/officeart/2005/8/layout/process1"/>
    <dgm:cxn modelId="{B2F857AF-CB68-409A-92EC-A3D0A4254866}" type="presOf" srcId="{F2AC8FC1-1E24-492B-96D1-5C67E5532E39}" destId="{060D3888-D409-443E-A253-BC48384B26D2}" srcOrd="1" destOrd="0" presId="urn:microsoft.com/office/officeart/2005/8/layout/process1"/>
    <dgm:cxn modelId="{5999DAB2-2487-4A77-9803-C801B6EC5AE2}" type="presOf" srcId="{910376F7-5164-4358-A3A9-B5FD7FB0062B}" destId="{E36E946B-DB73-4712-B2EB-66405756D089}" srcOrd="0" destOrd="0" presId="urn:microsoft.com/office/officeart/2005/8/layout/process1"/>
    <dgm:cxn modelId="{3E270DB5-E274-4635-B188-3A833780FA9A}" type="presOf" srcId="{D3B41B6A-4BC9-427A-A8F0-0B5342742BBC}" destId="{044F8DF3-FC60-4036-A101-F60FC339A769}"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0D4F1ACC-0E76-40CC-8CC9-0F1B481AD6C2}" type="presOf" srcId="{70EAC809-9A66-4452-BF32-1D2095A0D63A}" destId="{814B2F03-58A1-435F-B74F-AF96B4269336}" srcOrd="1"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BB23E9E6-84E7-4EE7-B923-C5D3C23C8C61}" type="presOf" srcId="{F2AC8FC1-1E24-492B-96D1-5C67E5532E39}" destId="{B4CBA9E8-0F3F-4B37-82DF-9E99265919AA}" srcOrd="0" destOrd="0" presId="urn:microsoft.com/office/officeart/2005/8/layout/process1"/>
    <dgm:cxn modelId="{97D76AE8-3A97-42AB-ABC5-CCAE690EB6BC}" type="presOf" srcId="{70EAC809-9A66-4452-BF32-1D2095A0D63A}" destId="{82EE907D-F900-4A9C-AEF4-E884882E3FFF}" srcOrd="0" destOrd="0" presId="urn:microsoft.com/office/officeart/2005/8/layout/process1"/>
    <dgm:cxn modelId="{A5B21FEA-793C-4779-8C9C-CAB46F146BA4}" type="presOf" srcId="{08458DCD-F264-4DD1-9A51-7934C168980F}" destId="{87C02481-CD2F-4206-86D2-9831602F445E}" srcOrd="1" destOrd="0" presId="urn:microsoft.com/office/officeart/2005/8/layout/process1"/>
    <dgm:cxn modelId="{EF5888ED-5760-46F0-A766-CFB67033CA45}" type="presOf" srcId="{97FF681D-08FA-41A3-A9AA-15044E75FB8B}" destId="{7416D7B9-0BA3-4E4B-A407-490BB1A83A01}" srcOrd="0" destOrd="0" presId="urn:microsoft.com/office/officeart/2005/8/layout/process1"/>
    <dgm:cxn modelId="{C4C88BF8-4ED5-4C45-AE5C-EE8A8B7BB506}" type="presOf" srcId="{528688DF-242C-43DC-A786-8A568C67AC06}" destId="{2AFC20E4-CEAE-4F2D-A066-2233B1043630}" srcOrd="1" destOrd="0" presId="urn:microsoft.com/office/officeart/2005/8/layout/process1"/>
    <dgm:cxn modelId="{D708F0B8-F95C-4938-BF8A-358D0EFF8A49}" type="presParOf" srcId="{09CD291B-F563-45F4-9A78-F001B0CDAF87}" destId="{E36E946B-DB73-4712-B2EB-66405756D089}" srcOrd="0" destOrd="0" presId="urn:microsoft.com/office/officeart/2005/8/layout/process1"/>
    <dgm:cxn modelId="{475F88DB-F988-46E6-99AC-32F0885E335D}" type="presParOf" srcId="{09CD291B-F563-45F4-9A78-F001B0CDAF87}" destId="{07C39E53-4BD1-4956-AD8E-13DA0A63F025}" srcOrd="1" destOrd="0" presId="urn:microsoft.com/office/officeart/2005/8/layout/process1"/>
    <dgm:cxn modelId="{37073A85-DB38-452F-AE4C-369AC4C491B4}" type="presParOf" srcId="{07C39E53-4BD1-4956-AD8E-13DA0A63F025}" destId="{87C02481-CD2F-4206-86D2-9831602F445E}" srcOrd="0" destOrd="0" presId="urn:microsoft.com/office/officeart/2005/8/layout/process1"/>
    <dgm:cxn modelId="{EC2F0274-897A-47BC-8E25-912F829B2416}" type="presParOf" srcId="{09CD291B-F563-45F4-9A78-F001B0CDAF87}" destId="{7416D7B9-0BA3-4E4B-A407-490BB1A83A01}" srcOrd="2" destOrd="0" presId="urn:microsoft.com/office/officeart/2005/8/layout/process1"/>
    <dgm:cxn modelId="{DD977F8B-9C2F-46FB-9B51-E49D2CCC5930}" type="presParOf" srcId="{09CD291B-F563-45F4-9A78-F001B0CDAF87}" destId="{05962AEC-D467-48BA-8F99-F1751723CE67}" srcOrd="3" destOrd="0" presId="urn:microsoft.com/office/officeart/2005/8/layout/process1"/>
    <dgm:cxn modelId="{3235F18D-2911-4EAD-9CC9-8A8EF16720A2}" type="presParOf" srcId="{05962AEC-D467-48BA-8F99-F1751723CE67}" destId="{2AFC20E4-CEAE-4F2D-A066-2233B1043630}" srcOrd="0" destOrd="0" presId="urn:microsoft.com/office/officeart/2005/8/layout/process1"/>
    <dgm:cxn modelId="{9B484183-50F6-4B85-8C42-F1102C64E966}" type="presParOf" srcId="{09CD291B-F563-45F4-9A78-F001B0CDAF87}" destId="{9D863545-3418-43D6-A80C-619C9DEECB69}" srcOrd="4" destOrd="0" presId="urn:microsoft.com/office/officeart/2005/8/layout/process1"/>
    <dgm:cxn modelId="{01854F9C-A2A8-467A-B073-554B101C49C0}" type="presParOf" srcId="{09CD291B-F563-45F4-9A78-F001B0CDAF87}" destId="{9E6480C4-8895-4B04-93BA-16BD4DD7CF3C}" srcOrd="5" destOrd="0" presId="urn:microsoft.com/office/officeart/2005/8/layout/process1"/>
    <dgm:cxn modelId="{A04B2344-A387-43E6-94BB-B9B8F8413BF2}" type="presParOf" srcId="{9E6480C4-8895-4B04-93BA-16BD4DD7CF3C}" destId="{E1F6A5CA-DE8D-4E96-865D-5D1D22A5FC5B}" srcOrd="0" destOrd="0" presId="urn:microsoft.com/office/officeart/2005/8/layout/process1"/>
    <dgm:cxn modelId="{AF41196E-04C8-43B8-9023-CE27DBD75E3E}" type="presParOf" srcId="{09CD291B-F563-45F4-9A78-F001B0CDAF87}" destId="{F31D8957-1E30-45E8-970F-E037B2889CD4}" srcOrd="6" destOrd="0" presId="urn:microsoft.com/office/officeart/2005/8/layout/process1"/>
    <dgm:cxn modelId="{8A407D91-349C-4091-91F8-BA19D65DE877}" type="presParOf" srcId="{09CD291B-F563-45F4-9A78-F001B0CDAF87}" destId="{82EE907D-F900-4A9C-AEF4-E884882E3FFF}" srcOrd="7" destOrd="0" presId="urn:microsoft.com/office/officeart/2005/8/layout/process1"/>
    <dgm:cxn modelId="{D1030806-D0BE-48BD-AA6F-9B558A8C9B96}" type="presParOf" srcId="{82EE907D-F900-4A9C-AEF4-E884882E3FFF}" destId="{814B2F03-58A1-435F-B74F-AF96B4269336}" srcOrd="0" destOrd="0" presId="urn:microsoft.com/office/officeart/2005/8/layout/process1"/>
    <dgm:cxn modelId="{7ED43488-072F-4B2A-A6C3-E3053B45BA9E}" type="presParOf" srcId="{09CD291B-F563-45F4-9A78-F001B0CDAF87}" destId="{044F8DF3-FC60-4036-A101-F60FC339A769}" srcOrd="8" destOrd="0" presId="urn:microsoft.com/office/officeart/2005/8/layout/process1"/>
    <dgm:cxn modelId="{B709EA83-979D-44A2-B3D5-95C278DE7989}" type="presParOf" srcId="{09CD291B-F563-45F4-9A78-F001B0CDAF87}" destId="{B4CBA9E8-0F3F-4B37-82DF-9E99265919AA}" srcOrd="9" destOrd="0" presId="urn:microsoft.com/office/officeart/2005/8/layout/process1"/>
    <dgm:cxn modelId="{6B2E11E1-003C-44DF-85C4-97FA4A24E7DA}" type="presParOf" srcId="{B4CBA9E8-0F3F-4B37-82DF-9E99265919AA}" destId="{060D3888-D409-443E-A253-BC48384B26D2}" srcOrd="0" destOrd="0" presId="urn:microsoft.com/office/officeart/2005/8/layout/process1"/>
    <dgm:cxn modelId="{EB1A17AA-BEA9-482B-B71A-263C4E24759F}"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9FABCA78-6520-4D03-8194-3140652F559A}" type="doc">
      <dgm:prSet loTypeId="urn:microsoft.com/office/officeart/2005/8/layout/process1" loCatId="process" qsTypeId="urn:microsoft.com/office/officeart/2005/8/quickstyle/3d2" qsCatId="3D" csTypeId="urn:microsoft.com/office/officeart/2005/8/colors/accent6_2" csCatId="accent6" phldr="1"/>
      <dgm:spPr/>
      <dgm:t>
        <a:bodyPr/>
        <a:lstStyle/>
        <a:p>
          <a:endParaRPr lang="fr-FR"/>
        </a:p>
      </dgm:t>
    </dgm:pt>
    <dgm:pt modelId="{910376F7-5164-4358-A3A9-B5FD7FB0062B}">
      <dgm:prSet phldrT="[Texte]"/>
      <dgm:spPr>
        <a:solidFill>
          <a:schemeClr val="tx1">
            <a:lumMod val="60000"/>
            <a:lumOff val="40000"/>
          </a:schemeClr>
        </a:solidFill>
      </dgm:spPr>
      <dgm:t>
        <a:bodyPr/>
        <a:lstStyle/>
        <a:p>
          <a:r>
            <a:rPr lang="fr-FR" b="1" dirty="0">
              <a:solidFill>
                <a:schemeClr val="bg1"/>
              </a:solidFill>
              <a:latin typeface="+mj-lt"/>
            </a:rPr>
            <a:t>Introduction</a:t>
          </a:r>
        </a:p>
      </dgm:t>
    </dgm:pt>
    <dgm:pt modelId="{E5C8DF39-01B7-4915-A32B-E776ED911C36}" type="parTrans" cxnId="{9815619D-A3DC-4514-AC29-C3F1C40C095A}">
      <dgm:prSet/>
      <dgm:spPr/>
      <dgm:t>
        <a:bodyPr/>
        <a:lstStyle/>
        <a:p>
          <a:endParaRPr lang="fr-FR"/>
        </a:p>
      </dgm:t>
    </dgm:pt>
    <dgm:pt modelId="{08458DCD-F264-4DD1-9A51-7934C168980F}" type="sibTrans" cxnId="{9815619D-A3DC-4514-AC29-C3F1C40C095A}">
      <dgm:prSet/>
      <dgm:spPr/>
      <dgm:t>
        <a:bodyPr/>
        <a:lstStyle/>
        <a:p>
          <a:endParaRPr lang="fr-FR"/>
        </a:p>
      </dgm:t>
    </dgm:pt>
    <dgm:pt modelId="{97FF681D-08FA-41A3-A9AA-15044E75FB8B}">
      <dgm:prSet phldrT="[Texte]"/>
      <dgm:spPr>
        <a:solidFill>
          <a:schemeClr val="accent3">
            <a:lumMod val="75000"/>
          </a:schemeClr>
        </a:solidFill>
      </dgm:spPr>
      <dgm:t>
        <a:bodyPr/>
        <a:lstStyle/>
        <a:p>
          <a:r>
            <a:rPr lang="fr-FR" b="1" dirty="0">
              <a:solidFill>
                <a:schemeClr val="bg1"/>
              </a:solidFill>
              <a:latin typeface="+mj-lt"/>
            </a:rPr>
            <a:t>Méthodologie</a:t>
          </a:r>
          <a:endParaRPr lang="fr-FR" dirty="0">
            <a:solidFill>
              <a:schemeClr val="bg1"/>
            </a:solidFill>
          </a:endParaRPr>
        </a:p>
      </dgm:t>
    </dgm:pt>
    <dgm:pt modelId="{D22313CB-0D9E-4A9E-94DC-3B935004AF8E}" type="parTrans" cxnId="{3A9A4E12-9C85-4D78-849B-D52DEDE18BD1}">
      <dgm:prSet/>
      <dgm:spPr/>
      <dgm:t>
        <a:bodyPr/>
        <a:lstStyle/>
        <a:p>
          <a:endParaRPr lang="fr-FR"/>
        </a:p>
      </dgm:t>
    </dgm:pt>
    <dgm:pt modelId="{528688DF-242C-43DC-A786-8A568C67AC06}" type="sibTrans" cxnId="{3A9A4E12-9C85-4D78-849B-D52DEDE18BD1}">
      <dgm:prSet/>
      <dgm:spPr/>
      <dgm:t>
        <a:bodyPr/>
        <a:lstStyle/>
        <a:p>
          <a:endParaRPr lang="fr-FR"/>
        </a:p>
      </dgm:t>
    </dgm:pt>
    <dgm:pt modelId="{3E2F1EB2-4A75-4262-A30D-05DCB5B89C68}">
      <dgm:prSet phldrT="[Texte]"/>
      <dgm:spPr>
        <a:solidFill>
          <a:schemeClr val="accent3">
            <a:lumMod val="75000"/>
          </a:schemeClr>
        </a:solidFill>
      </dgm:spPr>
      <dgm:t>
        <a:bodyPr/>
        <a:lstStyle/>
        <a:p>
          <a:r>
            <a:rPr lang="fr-FR" b="1" dirty="0">
              <a:solidFill>
                <a:schemeClr val="bg1"/>
              </a:solidFill>
              <a:latin typeface="+mj-lt"/>
              <a:cs typeface="Times New Roman" panose="02020603050405020304" pitchFamily="18" charset="0"/>
            </a:rPr>
            <a:t>Etude Conceptuelle </a:t>
          </a:r>
          <a:endParaRPr lang="fr-FR" dirty="0">
            <a:solidFill>
              <a:schemeClr val="bg1"/>
            </a:solidFill>
          </a:endParaRPr>
        </a:p>
      </dgm:t>
    </dgm:pt>
    <dgm:pt modelId="{13023E3D-B3CE-41C3-953B-3141CE5C45F7}" type="parTrans" cxnId="{6CB1F3CC-1325-48DC-8FEF-08373B6B4297}">
      <dgm:prSet/>
      <dgm:spPr/>
      <dgm:t>
        <a:bodyPr/>
        <a:lstStyle/>
        <a:p>
          <a:endParaRPr lang="fr-FR"/>
        </a:p>
      </dgm:t>
    </dgm:pt>
    <dgm:pt modelId="{14AB9C85-69B7-4D76-B10A-23D043403752}" type="sibTrans" cxnId="{6CB1F3CC-1325-48DC-8FEF-08373B6B4297}">
      <dgm:prSet/>
      <dgm:spPr/>
      <dgm:t>
        <a:bodyPr/>
        <a:lstStyle/>
        <a:p>
          <a:endParaRPr lang="fr-FR"/>
        </a:p>
      </dgm:t>
    </dgm:pt>
    <dgm:pt modelId="{5242C68D-E0A9-4FBA-98EE-AF5ACC665902}">
      <dgm:prSet/>
      <dgm:spPr>
        <a:solidFill>
          <a:srgbClr val="003366"/>
        </a:solidFill>
      </dgm:spPr>
      <dgm:t>
        <a:bodyPr/>
        <a:lstStyle/>
        <a:p>
          <a:r>
            <a:rPr lang="fr-FR" b="1" dirty="0">
              <a:solidFill>
                <a:schemeClr val="bg1"/>
              </a:solidFill>
              <a:latin typeface="+mj-lt"/>
            </a:rPr>
            <a:t>Conclusion et Perspectives</a:t>
          </a:r>
          <a:endParaRPr lang="fr-FR" dirty="0">
            <a:solidFill>
              <a:schemeClr val="bg1"/>
            </a:solidFill>
          </a:endParaRPr>
        </a:p>
      </dgm:t>
    </dgm:pt>
    <dgm:pt modelId="{F0D373A9-BDB0-4F2D-810D-387103F55AF1}" type="parTrans" cxnId="{93A8C89F-1EBE-416D-B2CE-DBFADBC847E4}">
      <dgm:prSet/>
      <dgm:spPr/>
      <dgm:t>
        <a:bodyPr/>
        <a:lstStyle/>
        <a:p>
          <a:endParaRPr lang="fr-FR"/>
        </a:p>
      </dgm:t>
    </dgm:pt>
    <dgm:pt modelId="{3D0E4C1E-0A53-408F-B290-164DD6C52CDA}" type="sibTrans" cxnId="{93A8C89F-1EBE-416D-B2CE-DBFADBC847E4}">
      <dgm:prSet/>
      <dgm:spPr/>
      <dgm:t>
        <a:bodyPr/>
        <a:lstStyle/>
        <a:p>
          <a:endParaRPr lang="fr-FR"/>
        </a:p>
      </dgm:t>
    </dgm:pt>
    <dgm:pt modelId="{D3B41B6A-4BC9-427A-A8F0-0B5342742BBC}">
      <dgm:prSet/>
      <dgm:spPr>
        <a:solidFill>
          <a:schemeClr val="accent3">
            <a:lumMod val="75000"/>
          </a:schemeClr>
        </a:solidFill>
      </dgm:spPr>
      <dgm:t>
        <a:bodyPr/>
        <a:lstStyle/>
        <a:p>
          <a:r>
            <a:rPr lang="fr-FR" b="1" dirty="0">
              <a:solidFill>
                <a:schemeClr val="bg1"/>
              </a:solidFill>
              <a:latin typeface="+mj-lt"/>
            </a:rPr>
            <a:t>Tests et Validation</a:t>
          </a:r>
          <a:endParaRPr lang="fr-FR" dirty="0">
            <a:solidFill>
              <a:schemeClr val="bg1"/>
            </a:solidFill>
          </a:endParaRPr>
        </a:p>
      </dgm:t>
    </dgm:pt>
    <dgm:pt modelId="{4C1B40D7-DA9B-4BCB-9C9F-D1B7FAA7770A}" type="parTrans" cxnId="{874B59C3-1121-4DD1-B9C1-B7EE95383619}">
      <dgm:prSet/>
      <dgm:spPr/>
      <dgm:t>
        <a:bodyPr/>
        <a:lstStyle/>
        <a:p>
          <a:endParaRPr lang="fr-FR"/>
        </a:p>
      </dgm:t>
    </dgm:pt>
    <dgm:pt modelId="{F2AC8FC1-1E24-492B-96D1-5C67E5532E39}" type="sibTrans" cxnId="{874B59C3-1121-4DD1-B9C1-B7EE95383619}">
      <dgm:prSet/>
      <dgm:spPr/>
      <dgm:t>
        <a:bodyPr/>
        <a:lstStyle/>
        <a:p>
          <a:endParaRPr lang="fr-FR"/>
        </a:p>
      </dgm:t>
    </dgm:pt>
    <dgm:pt modelId="{135FA0F6-5C89-4C65-ACA7-E48B866EC739}">
      <dgm:prSet/>
      <dgm:spPr>
        <a:solidFill>
          <a:schemeClr val="accent3">
            <a:lumMod val="75000"/>
          </a:schemeClr>
        </a:solidFill>
      </dgm:spPr>
      <dgm:t>
        <a:bodyPr/>
        <a:lstStyle/>
        <a:p>
          <a:r>
            <a:rPr lang="fr-FR" b="1" dirty="0">
              <a:solidFill>
                <a:schemeClr val="bg1"/>
              </a:solidFill>
              <a:latin typeface="+mj-lt"/>
            </a:rPr>
            <a:t>Réalisation </a:t>
          </a:r>
          <a:endParaRPr lang="fr-FR" dirty="0">
            <a:solidFill>
              <a:schemeClr val="bg1"/>
            </a:solidFill>
          </a:endParaRPr>
        </a:p>
      </dgm:t>
    </dgm:pt>
    <dgm:pt modelId="{B2FFB95F-D64F-4553-83E1-9A0086CC5C26}" type="parTrans" cxnId="{291F9388-6868-4135-9BD7-D231F455B2CF}">
      <dgm:prSet/>
      <dgm:spPr/>
      <dgm:t>
        <a:bodyPr/>
        <a:lstStyle/>
        <a:p>
          <a:endParaRPr lang="fr-FR"/>
        </a:p>
      </dgm:t>
    </dgm:pt>
    <dgm:pt modelId="{70EAC809-9A66-4452-BF32-1D2095A0D63A}" type="sibTrans" cxnId="{291F9388-6868-4135-9BD7-D231F455B2CF}">
      <dgm:prSet/>
      <dgm:spPr/>
      <dgm:t>
        <a:bodyPr/>
        <a:lstStyle/>
        <a:p>
          <a:endParaRPr lang="fr-FR"/>
        </a:p>
      </dgm:t>
    </dgm:pt>
    <dgm:pt modelId="{09CD291B-F563-45F4-9A78-F001B0CDAF87}" type="pres">
      <dgm:prSet presAssocID="{9FABCA78-6520-4D03-8194-3140652F559A}" presName="Name0" presStyleCnt="0">
        <dgm:presLayoutVars>
          <dgm:dir/>
          <dgm:resizeHandles val="exact"/>
        </dgm:presLayoutVars>
      </dgm:prSet>
      <dgm:spPr/>
    </dgm:pt>
    <dgm:pt modelId="{E36E946B-DB73-4712-B2EB-66405756D089}" type="pres">
      <dgm:prSet presAssocID="{910376F7-5164-4358-A3A9-B5FD7FB0062B}" presName="node" presStyleLbl="node1" presStyleIdx="0" presStyleCnt="6" custScaleY="64326">
        <dgm:presLayoutVars>
          <dgm:bulletEnabled val="1"/>
        </dgm:presLayoutVars>
      </dgm:prSet>
      <dgm:spPr/>
    </dgm:pt>
    <dgm:pt modelId="{07C39E53-4BD1-4956-AD8E-13DA0A63F025}" type="pres">
      <dgm:prSet presAssocID="{08458DCD-F264-4DD1-9A51-7934C168980F}" presName="sibTrans" presStyleLbl="sibTrans2D1" presStyleIdx="0" presStyleCnt="5"/>
      <dgm:spPr/>
    </dgm:pt>
    <dgm:pt modelId="{87C02481-CD2F-4206-86D2-9831602F445E}" type="pres">
      <dgm:prSet presAssocID="{08458DCD-F264-4DD1-9A51-7934C168980F}" presName="connectorText" presStyleLbl="sibTrans2D1" presStyleIdx="0" presStyleCnt="5"/>
      <dgm:spPr/>
    </dgm:pt>
    <dgm:pt modelId="{7416D7B9-0BA3-4E4B-A407-490BB1A83A01}" type="pres">
      <dgm:prSet presAssocID="{97FF681D-08FA-41A3-A9AA-15044E75FB8B}" presName="node" presStyleLbl="node1" presStyleIdx="1" presStyleCnt="6" custScaleY="67341">
        <dgm:presLayoutVars>
          <dgm:bulletEnabled val="1"/>
        </dgm:presLayoutVars>
      </dgm:prSet>
      <dgm:spPr/>
    </dgm:pt>
    <dgm:pt modelId="{05962AEC-D467-48BA-8F99-F1751723CE67}" type="pres">
      <dgm:prSet presAssocID="{528688DF-242C-43DC-A786-8A568C67AC06}" presName="sibTrans" presStyleLbl="sibTrans2D1" presStyleIdx="1" presStyleCnt="5"/>
      <dgm:spPr/>
    </dgm:pt>
    <dgm:pt modelId="{2AFC20E4-CEAE-4F2D-A066-2233B1043630}" type="pres">
      <dgm:prSet presAssocID="{528688DF-242C-43DC-A786-8A568C67AC06}" presName="connectorText" presStyleLbl="sibTrans2D1" presStyleIdx="1" presStyleCnt="5"/>
      <dgm:spPr/>
    </dgm:pt>
    <dgm:pt modelId="{9D863545-3418-43D6-A80C-619C9DEECB69}" type="pres">
      <dgm:prSet presAssocID="{3E2F1EB2-4A75-4262-A30D-05DCB5B89C68}" presName="node" presStyleLbl="node1" presStyleIdx="2" presStyleCnt="6" custScaleY="64326">
        <dgm:presLayoutVars>
          <dgm:bulletEnabled val="1"/>
        </dgm:presLayoutVars>
      </dgm:prSet>
      <dgm:spPr/>
    </dgm:pt>
    <dgm:pt modelId="{9E6480C4-8895-4B04-93BA-16BD4DD7CF3C}" type="pres">
      <dgm:prSet presAssocID="{14AB9C85-69B7-4D76-B10A-23D043403752}" presName="sibTrans" presStyleLbl="sibTrans2D1" presStyleIdx="2" presStyleCnt="5"/>
      <dgm:spPr/>
    </dgm:pt>
    <dgm:pt modelId="{E1F6A5CA-DE8D-4E96-865D-5D1D22A5FC5B}" type="pres">
      <dgm:prSet presAssocID="{14AB9C85-69B7-4D76-B10A-23D043403752}" presName="connectorText" presStyleLbl="sibTrans2D1" presStyleIdx="2" presStyleCnt="5"/>
      <dgm:spPr/>
    </dgm:pt>
    <dgm:pt modelId="{F31D8957-1E30-45E8-970F-E037B2889CD4}" type="pres">
      <dgm:prSet presAssocID="{135FA0F6-5C89-4C65-ACA7-E48B866EC739}" presName="node" presStyleLbl="node1" presStyleIdx="3" presStyleCnt="6" custScaleY="61652">
        <dgm:presLayoutVars>
          <dgm:bulletEnabled val="1"/>
        </dgm:presLayoutVars>
      </dgm:prSet>
      <dgm:spPr/>
    </dgm:pt>
    <dgm:pt modelId="{82EE907D-F900-4A9C-AEF4-E884882E3FFF}" type="pres">
      <dgm:prSet presAssocID="{70EAC809-9A66-4452-BF32-1D2095A0D63A}" presName="sibTrans" presStyleLbl="sibTrans2D1" presStyleIdx="3" presStyleCnt="5"/>
      <dgm:spPr/>
    </dgm:pt>
    <dgm:pt modelId="{814B2F03-58A1-435F-B74F-AF96B4269336}" type="pres">
      <dgm:prSet presAssocID="{70EAC809-9A66-4452-BF32-1D2095A0D63A}" presName="connectorText" presStyleLbl="sibTrans2D1" presStyleIdx="3" presStyleCnt="5"/>
      <dgm:spPr/>
    </dgm:pt>
    <dgm:pt modelId="{044F8DF3-FC60-4036-A101-F60FC339A769}" type="pres">
      <dgm:prSet presAssocID="{D3B41B6A-4BC9-427A-A8F0-0B5342742BBC}" presName="node" presStyleLbl="node1" presStyleIdx="4" presStyleCnt="6" custScaleY="64326">
        <dgm:presLayoutVars>
          <dgm:bulletEnabled val="1"/>
        </dgm:presLayoutVars>
      </dgm:prSet>
      <dgm:spPr/>
    </dgm:pt>
    <dgm:pt modelId="{B4CBA9E8-0F3F-4B37-82DF-9E99265919AA}" type="pres">
      <dgm:prSet presAssocID="{F2AC8FC1-1E24-492B-96D1-5C67E5532E39}" presName="sibTrans" presStyleLbl="sibTrans2D1" presStyleIdx="4" presStyleCnt="5"/>
      <dgm:spPr/>
    </dgm:pt>
    <dgm:pt modelId="{060D3888-D409-443E-A253-BC48384B26D2}" type="pres">
      <dgm:prSet presAssocID="{F2AC8FC1-1E24-492B-96D1-5C67E5532E39}" presName="connectorText" presStyleLbl="sibTrans2D1" presStyleIdx="4" presStyleCnt="5"/>
      <dgm:spPr/>
    </dgm:pt>
    <dgm:pt modelId="{AC38D247-6AF9-4B1F-BC43-2FC91684E73E}" type="pres">
      <dgm:prSet presAssocID="{5242C68D-E0A9-4FBA-98EE-AF5ACC665902}" presName="node" presStyleLbl="node1" presStyleIdx="5" presStyleCnt="6" custScaleY="72481">
        <dgm:presLayoutVars>
          <dgm:bulletEnabled val="1"/>
        </dgm:presLayoutVars>
      </dgm:prSet>
      <dgm:spPr/>
    </dgm:pt>
  </dgm:ptLst>
  <dgm:cxnLst>
    <dgm:cxn modelId="{8A296C0D-1FEE-4E0F-88E2-E9FF2DFEDAFC}" type="presOf" srcId="{135FA0F6-5C89-4C65-ACA7-E48B866EC739}" destId="{F31D8957-1E30-45E8-970F-E037B2889CD4}" srcOrd="0" destOrd="0" presId="urn:microsoft.com/office/officeart/2005/8/layout/process1"/>
    <dgm:cxn modelId="{A9892A0E-9C77-484E-BE5B-2D97EB8F7FEA}" type="presOf" srcId="{3E2F1EB2-4A75-4262-A30D-05DCB5B89C68}" destId="{9D863545-3418-43D6-A80C-619C9DEECB69}" srcOrd="0" destOrd="0" presId="urn:microsoft.com/office/officeart/2005/8/layout/process1"/>
    <dgm:cxn modelId="{3A9A4E12-9C85-4D78-849B-D52DEDE18BD1}" srcId="{9FABCA78-6520-4D03-8194-3140652F559A}" destId="{97FF681D-08FA-41A3-A9AA-15044E75FB8B}" srcOrd="1" destOrd="0" parTransId="{D22313CB-0D9E-4A9E-94DC-3B935004AF8E}" sibTransId="{528688DF-242C-43DC-A786-8A568C67AC06}"/>
    <dgm:cxn modelId="{5D6E6F18-542C-41C2-9918-2A3C93B030EF}" type="presOf" srcId="{9FABCA78-6520-4D03-8194-3140652F559A}" destId="{09CD291B-F563-45F4-9A78-F001B0CDAF87}" srcOrd="0" destOrd="0" presId="urn:microsoft.com/office/officeart/2005/8/layout/process1"/>
    <dgm:cxn modelId="{BAAC2A44-660A-4EDD-AEA4-8DC46AA3A491}" type="presOf" srcId="{08458DCD-F264-4DD1-9A51-7934C168980F}" destId="{07C39E53-4BD1-4956-AD8E-13DA0A63F025}" srcOrd="0" destOrd="0" presId="urn:microsoft.com/office/officeart/2005/8/layout/process1"/>
    <dgm:cxn modelId="{CE666F64-D3E5-43F6-BAEF-6F3FA359F894}" type="presOf" srcId="{528688DF-242C-43DC-A786-8A568C67AC06}" destId="{05962AEC-D467-48BA-8F99-F1751723CE67}" srcOrd="0" destOrd="0" presId="urn:microsoft.com/office/officeart/2005/8/layout/process1"/>
    <dgm:cxn modelId="{291F9388-6868-4135-9BD7-D231F455B2CF}" srcId="{9FABCA78-6520-4D03-8194-3140652F559A}" destId="{135FA0F6-5C89-4C65-ACA7-E48B866EC739}" srcOrd="3" destOrd="0" parTransId="{B2FFB95F-D64F-4553-83E1-9A0086CC5C26}" sibTransId="{70EAC809-9A66-4452-BF32-1D2095A0D63A}"/>
    <dgm:cxn modelId="{AEFA5B8D-C577-492F-8595-7E728D7ACD10}" type="presOf" srcId="{14AB9C85-69B7-4D76-B10A-23D043403752}" destId="{E1F6A5CA-DE8D-4E96-865D-5D1D22A5FC5B}" srcOrd="1" destOrd="0" presId="urn:microsoft.com/office/officeart/2005/8/layout/process1"/>
    <dgm:cxn modelId="{20AF9C96-873E-4C1A-AA80-5C4D93F39DB1}" type="presOf" srcId="{14AB9C85-69B7-4D76-B10A-23D043403752}" destId="{9E6480C4-8895-4B04-93BA-16BD4DD7CF3C}" srcOrd="0" destOrd="0" presId="urn:microsoft.com/office/officeart/2005/8/layout/process1"/>
    <dgm:cxn modelId="{9815619D-A3DC-4514-AC29-C3F1C40C095A}" srcId="{9FABCA78-6520-4D03-8194-3140652F559A}" destId="{910376F7-5164-4358-A3A9-B5FD7FB0062B}" srcOrd="0" destOrd="0" parTransId="{E5C8DF39-01B7-4915-A32B-E776ED911C36}" sibTransId="{08458DCD-F264-4DD1-9A51-7934C168980F}"/>
    <dgm:cxn modelId="{93A8C89F-1EBE-416D-B2CE-DBFADBC847E4}" srcId="{9FABCA78-6520-4D03-8194-3140652F559A}" destId="{5242C68D-E0A9-4FBA-98EE-AF5ACC665902}" srcOrd="5" destOrd="0" parTransId="{F0D373A9-BDB0-4F2D-810D-387103F55AF1}" sibTransId="{3D0E4C1E-0A53-408F-B290-164DD6C52CDA}"/>
    <dgm:cxn modelId="{674337A6-5F5A-4D91-93A1-123419E183E0}" type="presOf" srcId="{5242C68D-E0A9-4FBA-98EE-AF5ACC665902}" destId="{AC38D247-6AF9-4B1F-BC43-2FC91684E73E}" srcOrd="0" destOrd="0" presId="urn:microsoft.com/office/officeart/2005/8/layout/process1"/>
    <dgm:cxn modelId="{B2F857AF-CB68-409A-92EC-A3D0A4254866}" type="presOf" srcId="{F2AC8FC1-1E24-492B-96D1-5C67E5532E39}" destId="{060D3888-D409-443E-A253-BC48384B26D2}" srcOrd="1" destOrd="0" presId="urn:microsoft.com/office/officeart/2005/8/layout/process1"/>
    <dgm:cxn modelId="{5999DAB2-2487-4A77-9803-C801B6EC5AE2}" type="presOf" srcId="{910376F7-5164-4358-A3A9-B5FD7FB0062B}" destId="{E36E946B-DB73-4712-B2EB-66405756D089}" srcOrd="0" destOrd="0" presId="urn:microsoft.com/office/officeart/2005/8/layout/process1"/>
    <dgm:cxn modelId="{3E270DB5-E274-4635-B188-3A833780FA9A}" type="presOf" srcId="{D3B41B6A-4BC9-427A-A8F0-0B5342742BBC}" destId="{044F8DF3-FC60-4036-A101-F60FC339A769}" srcOrd="0" destOrd="0" presId="urn:microsoft.com/office/officeart/2005/8/layout/process1"/>
    <dgm:cxn modelId="{874B59C3-1121-4DD1-B9C1-B7EE95383619}" srcId="{9FABCA78-6520-4D03-8194-3140652F559A}" destId="{D3B41B6A-4BC9-427A-A8F0-0B5342742BBC}" srcOrd="4" destOrd="0" parTransId="{4C1B40D7-DA9B-4BCB-9C9F-D1B7FAA7770A}" sibTransId="{F2AC8FC1-1E24-492B-96D1-5C67E5532E39}"/>
    <dgm:cxn modelId="{0D4F1ACC-0E76-40CC-8CC9-0F1B481AD6C2}" type="presOf" srcId="{70EAC809-9A66-4452-BF32-1D2095A0D63A}" destId="{814B2F03-58A1-435F-B74F-AF96B4269336}" srcOrd="1" destOrd="0" presId="urn:microsoft.com/office/officeart/2005/8/layout/process1"/>
    <dgm:cxn modelId="{6CB1F3CC-1325-48DC-8FEF-08373B6B4297}" srcId="{9FABCA78-6520-4D03-8194-3140652F559A}" destId="{3E2F1EB2-4A75-4262-A30D-05DCB5B89C68}" srcOrd="2" destOrd="0" parTransId="{13023E3D-B3CE-41C3-953B-3141CE5C45F7}" sibTransId="{14AB9C85-69B7-4D76-B10A-23D043403752}"/>
    <dgm:cxn modelId="{BB23E9E6-84E7-4EE7-B923-C5D3C23C8C61}" type="presOf" srcId="{F2AC8FC1-1E24-492B-96D1-5C67E5532E39}" destId="{B4CBA9E8-0F3F-4B37-82DF-9E99265919AA}" srcOrd="0" destOrd="0" presId="urn:microsoft.com/office/officeart/2005/8/layout/process1"/>
    <dgm:cxn modelId="{97D76AE8-3A97-42AB-ABC5-CCAE690EB6BC}" type="presOf" srcId="{70EAC809-9A66-4452-BF32-1D2095A0D63A}" destId="{82EE907D-F900-4A9C-AEF4-E884882E3FFF}" srcOrd="0" destOrd="0" presId="urn:microsoft.com/office/officeart/2005/8/layout/process1"/>
    <dgm:cxn modelId="{A5B21FEA-793C-4779-8C9C-CAB46F146BA4}" type="presOf" srcId="{08458DCD-F264-4DD1-9A51-7934C168980F}" destId="{87C02481-CD2F-4206-86D2-9831602F445E}" srcOrd="1" destOrd="0" presId="urn:microsoft.com/office/officeart/2005/8/layout/process1"/>
    <dgm:cxn modelId="{EF5888ED-5760-46F0-A766-CFB67033CA45}" type="presOf" srcId="{97FF681D-08FA-41A3-A9AA-15044E75FB8B}" destId="{7416D7B9-0BA3-4E4B-A407-490BB1A83A01}" srcOrd="0" destOrd="0" presId="urn:microsoft.com/office/officeart/2005/8/layout/process1"/>
    <dgm:cxn modelId="{C4C88BF8-4ED5-4C45-AE5C-EE8A8B7BB506}" type="presOf" srcId="{528688DF-242C-43DC-A786-8A568C67AC06}" destId="{2AFC20E4-CEAE-4F2D-A066-2233B1043630}" srcOrd="1" destOrd="0" presId="urn:microsoft.com/office/officeart/2005/8/layout/process1"/>
    <dgm:cxn modelId="{D708F0B8-F95C-4938-BF8A-358D0EFF8A49}" type="presParOf" srcId="{09CD291B-F563-45F4-9A78-F001B0CDAF87}" destId="{E36E946B-DB73-4712-B2EB-66405756D089}" srcOrd="0" destOrd="0" presId="urn:microsoft.com/office/officeart/2005/8/layout/process1"/>
    <dgm:cxn modelId="{475F88DB-F988-46E6-99AC-32F0885E335D}" type="presParOf" srcId="{09CD291B-F563-45F4-9A78-F001B0CDAF87}" destId="{07C39E53-4BD1-4956-AD8E-13DA0A63F025}" srcOrd="1" destOrd="0" presId="urn:microsoft.com/office/officeart/2005/8/layout/process1"/>
    <dgm:cxn modelId="{37073A85-DB38-452F-AE4C-369AC4C491B4}" type="presParOf" srcId="{07C39E53-4BD1-4956-AD8E-13DA0A63F025}" destId="{87C02481-CD2F-4206-86D2-9831602F445E}" srcOrd="0" destOrd="0" presId="urn:microsoft.com/office/officeart/2005/8/layout/process1"/>
    <dgm:cxn modelId="{EC2F0274-897A-47BC-8E25-912F829B2416}" type="presParOf" srcId="{09CD291B-F563-45F4-9A78-F001B0CDAF87}" destId="{7416D7B9-0BA3-4E4B-A407-490BB1A83A01}" srcOrd="2" destOrd="0" presId="urn:microsoft.com/office/officeart/2005/8/layout/process1"/>
    <dgm:cxn modelId="{DD977F8B-9C2F-46FB-9B51-E49D2CCC5930}" type="presParOf" srcId="{09CD291B-F563-45F4-9A78-F001B0CDAF87}" destId="{05962AEC-D467-48BA-8F99-F1751723CE67}" srcOrd="3" destOrd="0" presId="urn:microsoft.com/office/officeart/2005/8/layout/process1"/>
    <dgm:cxn modelId="{3235F18D-2911-4EAD-9CC9-8A8EF16720A2}" type="presParOf" srcId="{05962AEC-D467-48BA-8F99-F1751723CE67}" destId="{2AFC20E4-CEAE-4F2D-A066-2233B1043630}" srcOrd="0" destOrd="0" presId="urn:microsoft.com/office/officeart/2005/8/layout/process1"/>
    <dgm:cxn modelId="{9B484183-50F6-4B85-8C42-F1102C64E966}" type="presParOf" srcId="{09CD291B-F563-45F4-9A78-F001B0CDAF87}" destId="{9D863545-3418-43D6-A80C-619C9DEECB69}" srcOrd="4" destOrd="0" presId="urn:microsoft.com/office/officeart/2005/8/layout/process1"/>
    <dgm:cxn modelId="{01854F9C-A2A8-467A-B073-554B101C49C0}" type="presParOf" srcId="{09CD291B-F563-45F4-9A78-F001B0CDAF87}" destId="{9E6480C4-8895-4B04-93BA-16BD4DD7CF3C}" srcOrd="5" destOrd="0" presId="urn:microsoft.com/office/officeart/2005/8/layout/process1"/>
    <dgm:cxn modelId="{A04B2344-A387-43E6-94BB-B9B8F8413BF2}" type="presParOf" srcId="{9E6480C4-8895-4B04-93BA-16BD4DD7CF3C}" destId="{E1F6A5CA-DE8D-4E96-865D-5D1D22A5FC5B}" srcOrd="0" destOrd="0" presId="urn:microsoft.com/office/officeart/2005/8/layout/process1"/>
    <dgm:cxn modelId="{AF41196E-04C8-43B8-9023-CE27DBD75E3E}" type="presParOf" srcId="{09CD291B-F563-45F4-9A78-F001B0CDAF87}" destId="{F31D8957-1E30-45E8-970F-E037B2889CD4}" srcOrd="6" destOrd="0" presId="urn:microsoft.com/office/officeart/2005/8/layout/process1"/>
    <dgm:cxn modelId="{8A407D91-349C-4091-91F8-BA19D65DE877}" type="presParOf" srcId="{09CD291B-F563-45F4-9A78-F001B0CDAF87}" destId="{82EE907D-F900-4A9C-AEF4-E884882E3FFF}" srcOrd="7" destOrd="0" presId="urn:microsoft.com/office/officeart/2005/8/layout/process1"/>
    <dgm:cxn modelId="{D1030806-D0BE-48BD-AA6F-9B558A8C9B96}" type="presParOf" srcId="{82EE907D-F900-4A9C-AEF4-E884882E3FFF}" destId="{814B2F03-58A1-435F-B74F-AF96B4269336}" srcOrd="0" destOrd="0" presId="urn:microsoft.com/office/officeart/2005/8/layout/process1"/>
    <dgm:cxn modelId="{7ED43488-072F-4B2A-A6C3-E3053B45BA9E}" type="presParOf" srcId="{09CD291B-F563-45F4-9A78-F001B0CDAF87}" destId="{044F8DF3-FC60-4036-A101-F60FC339A769}" srcOrd="8" destOrd="0" presId="urn:microsoft.com/office/officeart/2005/8/layout/process1"/>
    <dgm:cxn modelId="{B709EA83-979D-44A2-B3D5-95C278DE7989}" type="presParOf" srcId="{09CD291B-F563-45F4-9A78-F001B0CDAF87}" destId="{B4CBA9E8-0F3F-4B37-82DF-9E99265919AA}" srcOrd="9" destOrd="0" presId="urn:microsoft.com/office/officeart/2005/8/layout/process1"/>
    <dgm:cxn modelId="{6B2E11E1-003C-44DF-85C4-97FA4A24E7DA}" type="presParOf" srcId="{B4CBA9E8-0F3F-4B37-82DF-9E99265919AA}" destId="{060D3888-D409-443E-A253-BC48384B26D2}" srcOrd="0" destOrd="0" presId="urn:microsoft.com/office/officeart/2005/8/layout/process1"/>
    <dgm:cxn modelId="{EB1A17AA-BEA9-482B-B71A-263C4E24759F}" type="presParOf" srcId="{09CD291B-F563-45F4-9A78-F001B0CDAF87}" destId="{AC38D247-6AF9-4B1F-BC43-2FC91684E73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003366"/>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003366"/>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003366"/>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003366"/>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003366"/>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003366"/>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003366"/>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rgbClr val="003266"/>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DEF43-A5D6-482C-8EF7-BB7938705416}">
      <dsp:nvSpPr>
        <dsp:cNvPr id="0" name=""/>
        <dsp:cNvSpPr/>
      </dsp:nvSpPr>
      <dsp:spPr>
        <a:xfrm>
          <a:off x="137450" y="0"/>
          <a:ext cx="3268046" cy="559851"/>
        </a:xfrm>
        <a:prstGeom prst="roundRect">
          <a:avLst>
            <a:gd name="adj" fmla="val 10000"/>
          </a:avLst>
        </a:prstGeom>
        <a:solidFill>
          <a:schemeClr val="accent5">
            <a:lumMod val="20000"/>
            <a:lumOff val="8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fr-FR" sz="1900" b="1" kern="1200" dirty="0">
              <a:latin typeface="Arial" panose="020B0604020202020204" pitchFamily="34" charset="0"/>
              <a:ea typeface="Calibri" panose="020F0502020204030204" pitchFamily="34" charset="0"/>
              <a:cs typeface="Arial" panose="020B0604020202020204" pitchFamily="34" charset="0"/>
            </a:rPr>
            <a:t>Besoins fonctionnels</a:t>
          </a:r>
          <a:endParaRPr lang="fr-FR" sz="1900" kern="1200" dirty="0"/>
        </a:p>
      </dsp:txBody>
      <dsp:txXfrm>
        <a:off x="153847" y="16397"/>
        <a:ext cx="3235252" cy="527057"/>
      </dsp:txXfrm>
    </dsp:sp>
    <dsp:sp modelId="{F2A44F11-4EC2-4DD7-8431-C17015E2D646}">
      <dsp:nvSpPr>
        <dsp:cNvPr id="0" name=""/>
        <dsp:cNvSpPr/>
      </dsp:nvSpPr>
      <dsp:spPr>
        <a:xfrm>
          <a:off x="464255" y="559851"/>
          <a:ext cx="358570" cy="368321"/>
        </a:xfrm>
        <a:custGeom>
          <a:avLst/>
          <a:gdLst/>
          <a:ahLst/>
          <a:cxnLst/>
          <a:rect l="0" t="0" r="0" b="0"/>
          <a:pathLst>
            <a:path>
              <a:moveTo>
                <a:pt x="0" y="0"/>
              </a:moveTo>
              <a:lnTo>
                <a:pt x="0" y="368321"/>
              </a:lnTo>
              <a:lnTo>
                <a:pt x="358570" y="36832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4A856E-CFAC-4D89-B3C1-25988AA4A2F3}">
      <dsp:nvSpPr>
        <dsp:cNvPr id="0" name=""/>
        <dsp:cNvSpPr/>
      </dsp:nvSpPr>
      <dsp:spPr>
        <a:xfrm>
          <a:off x="822825" y="656975"/>
          <a:ext cx="3748758" cy="542396"/>
        </a:xfrm>
        <a:prstGeom prst="roundRect">
          <a:avLst>
            <a:gd name="adj" fmla="val 10000"/>
          </a:avLst>
        </a:prstGeom>
        <a:solidFill>
          <a:schemeClr val="lt1">
            <a:alpha val="90000"/>
            <a:hueOff val="0"/>
            <a:satOff val="0"/>
            <a:lumOff val="0"/>
            <a:alphaOff val="0"/>
          </a:schemeClr>
        </a:solidFill>
        <a:ln w="9525" cap="flat" cmpd="sng" algn="ctr">
          <a:solidFill>
            <a:schemeClr val="accent5"/>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0" kern="1200" dirty="0">
              <a:effectLst/>
              <a:latin typeface="Arial" panose="020B0604020202020204" pitchFamily="34" charset="0"/>
              <a:ea typeface="Arial" panose="020B0604020202020204" pitchFamily="34" charset="0"/>
              <a:cs typeface="Arial" panose="020B0604020202020204" pitchFamily="34" charset="0"/>
            </a:rPr>
            <a:t>Télécharger et afficher le contenu des fichiers PDF</a:t>
          </a:r>
          <a:endParaRPr lang="fr-FR" sz="1800" b="0" kern="1200" dirty="0">
            <a:latin typeface="Arial" panose="020B0604020202020204" pitchFamily="34" charset="0"/>
            <a:cs typeface="Arial" panose="020B0604020202020204" pitchFamily="34" charset="0"/>
          </a:endParaRPr>
        </a:p>
      </dsp:txBody>
      <dsp:txXfrm>
        <a:off x="838711" y="672861"/>
        <a:ext cx="3716986" cy="510624"/>
      </dsp:txXfrm>
    </dsp:sp>
    <dsp:sp modelId="{39A58962-245D-4E9A-8BE4-2AFF9EE2AF9C}">
      <dsp:nvSpPr>
        <dsp:cNvPr id="0" name=""/>
        <dsp:cNvSpPr/>
      </dsp:nvSpPr>
      <dsp:spPr>
        <a:xfrm>
          <a:off x="464255" y="559851"/>
          <a:ext cx="358570" cy="1005915"/>
        </a:xfrm>
        <a:custGeom>
          <a:avLst/>
          <a:gdLst/>
          <a:ahLst/>
          <a:cxnLst/>
          <a:rect l="0" t="0" r="0" b="0"/>
          <a:pathLst>
            <a:path>
              <a:moveTo>
                <a:pt x="0" y="0"/>
              </a:moveTo>
              <a:lnTo>
                <a:pt x="0" y="1005915"/>
              </a:lnTo>
              <a:lnTo>
                <a:pt x="358570" y="100591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92F5F2-C688-4937-9073-585A4EC9D3C6}">
      <dsp:nvSpPr>
        <dsp:cNvPr id="0" name=""/>
        <dsp:cNvSpPr/>
      </dsp:nvSpPr>
      <dsp:spPr>
        <a:xfrm>
          <a:off x="822825" y="1294569"/>
          <a:ext cx="3748758" cy="542396"/>
        </a:xfrm>
        <a:prstGeom prst="roundRect">
          <a:avLst>
            <a:gd name="adj" fmla="val 10000"/>
          </a:avLst>
        </a:prstGeom>
        <a:solidFill>
          <a:schemeClr val="lt1">
            <a:alpha val="90000"/>
            <a:hueOff val="0"/>
            <a:satOff val="0"/>
            <a:lumOff val="0"/>
            <a:alphaOff val="0"/>
          </a:schemeClr>
        </a:solidFill>
        <a:ln w="9525"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effectLst/>
              <a:latin typeface="Arial" panose="020B0604020202020204" pitchFamily="34" charset="0"/>
              <a:ea typeface="Arial" panose="020B0604020202020204" pitchFamily="34" charset="0"/>
              <a:cs typeface="Arial" panose="020B0604020202020204" pitchFamily="34" charset="0"/>
            </a:rPr>
            <a:t>Changer le couleur du papier</a:t>
          </a:r>
          <a:endParaRPr lang="fr-FR" sz="1800" b="0" kern="1200" dirty="0">
            <a:latin typeface="Arial" panose="020B0604020202020204" pitchFamily="34" charset="0"/>
            <a:cs typeface="Arial" panose="020B0604020202020204" pitchFamily="34" charset="0"/>
          </a:endParaRPr>
        </a:p>
      </dsp:txBody>
      <dsp:txXfrm>
        <a:off x="838711" y="1310455"/>
        <a:ext cx="3716986" cy="510624"/>
      </dsp:txXfrm>
    </dsp:sp>
    <dsp:sp modelId="{782D0DE2-1166-4B4C-AE19-511318D42BB8}">
      <dsp:nvSpPr>
        <dsp:cNvPr id="0" name=""/>
        <dsp:cNvSpPr/>
      </dsp:nvSpPr>
      <dsp:spPr>
        <a:xfrm>
          <a:off x="464255" y="559851"/>
          <a:ext cx="358570" cy="1643509"/>
        </a:xfrm>
        <a:custGeom>
          <a:avLst/>
          <a:gdLst/>
          <a:ahLst/>
          <a:cxnLst/>
          <a:rect l="0" t="0" r="0" b="0"/>
          <a:pathLst>
            <a:path>
              <a:moveTo>
                <a:pt x="0" y="0"/>
              </a:moveTo>
              <a:lnTo>
                <a:pt x="0" y="1643509"/>
              </a:lnTo>
              <a:lnTo>
                <a:pt x="358570" y="164350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D35D15-A7E2-48C4-A950-D3D7F8492452}">
      <dsp:nvSpPr>
        <dsp:cNvPr id="0" name=""/>
        <dsp:cNvSpPr/>
      </dsp:nvSpPr>
      <dsp:spPr>
        <a:xfrm>
          <a:off x="822825" y="1932163"/>
          <a:ext cx="3748758" cy="542396"/>
        </a:xfrm>
        <a:prstGeom prst="roundRect">
          <a:avLst>
            <a:gd name="adj" fmla="val 10000"/>
          </a:avLst>
        </a:prstGeom>
        <a:solidFill>
          <a:schemeClr val="lt1">
            <a:alpha val="90000"/>
            <a:hueOff val="0"/>
            <a:satOff val="0"/>
            <a:lumOff val="0"/>
            <a:alphaOff val="0"/>
          </a:schemeClr>
        </a:solidFill>
        <a:ln w="952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effectLst/>
              <a:latin typeface="Arial" panose="020B0604020202020204" pitchFamily="34" charset="0"/>
              <a:ea typeface="Arial" panose="020B0604020202020204" pitchFamily="34" charset="0"/>
              <a:cs typeface="Arial" panose="020B0604020202020204" pitchFamily="34" charset="0"/>
            </a:rPr>
            <a:t>Conversion TTS des parties choisis du texte</a:t>
          </a:r>
          <a:endParaRPr lang="fr-FR" sz="1800" b="0" kern="1200" dirty="0">
            <a:latin typeface="Arial" panose="020B0604020202020204" pitchFamily="34" charset="0"/>
            <a:cs typeface="Arial" panose="020B0604020202020204" pitchFamily="34" charset="0"/>
          </a:endParaRPr>
        </a:p>
      </dsp:txBody>
      <dsp:txXfrm>
        <a:off x="838711" y="1948049"/>
        <a:ext cx="3716986" cy="510624"/>
      </dsp:txXfrm>
    </dsp:sp>
    <dsp:sp modelId="{1BF59D44-1438-4134-9420-094C93D3DBF4}">
      <dsp:nvSpPr>
        <dsp:cNvPr id="0" name=""/>
        <dsp:cNvSpPr/>
      </dsp:nvSpPr>
      <dsp:spPr>
        <a:xfrm>
          <a:off x="464255" y="559851"/>
          <a:ext cx="358570" cy="2281103"/>
        </a:xfrm>
        <a:custGeom>
          <a:avLst/>
          <a:gdLst/>
          <a:ahLst/>
          <a:cxnLst/>
          <a:rect l="0" t="0" r="0" b="0"/>
          <a:pathLst>
            <a:path>
              <a:moveTo>
                <a:pt x="0" y="0"/>
              </a:moveTo>
              <a:lnTo>
                <a:pt x="0" y="2281103"/>
              </a:lnTo>
              <a:lnTo>
                <a:pt x="358570" y="228110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1ADB14-061F-4B5B-A67C-FD1B8B9F1B8C}">
      <dsp:nvSpPr>
        <dsp:cNvPr id="0" name=""/>
        <dsp:cNvSpPr/>
      </dsp:nvSpPr>
      <dsp:spPr>
        <a:xfrm>
          <a:off x="822825" y="2569757"/>
          <a:ext cx="3748758" cy="542396"/>
        </a:xfrm>
        <a:prstGeom prst="roundRect">
          <a:avLst>
            <a:gd name="adj" fmla="val 10000"/>
          </a:avLst>
        </a:prstGeom>
        <a:solidFill>
          <a:schemeClr val="lt1">
            <a:alpha val="90000"/>
            <a:hueOff val="0"/>
            <a:satOff val="0"/>
            <a:lumOff val="0"/>
            <a:alphaOff val="0"/>
          </a:schemeClr>
        </a:solidFill>
        <a:ln w="952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effectLst/>
              <a:latin typeface="Arial" panose="020B0604020202020204" pitchFamily="34" charset="0"/>
              <a:ea typeface="Arial" panose="020B0604020202020204" pitchFamily="34" charset="0"/>
              <a:cs typeface="Arial" panose="020B0604020202020204" pitchFamily="34" charset="0"/>
            </a:rPr>
            <a:t>Extraction du texte à partir des images	</a:t>
          </a:r>
          <a:endParaRPr lang="fr-FR" sz="1800" b="0" kern="1200" dirty="0">
            <a:latin typeface="Arial" panose="020B0604020202020204" pitchFamily="34" charset="0"/>
            <a:cs typeface="Arial" panose="020B0604020202020204" pitchFamily="34" charset="0"/>
          </a:endParaRPr>
        </a:p>
      </dsp:txBody>
      <dsp:txXfrm>
        <a:off x="838711" y="2585643"/>
        <a:ext cx="3716986" cy="510624"/>
      </dsp:txXfrm>
    </dsp:sp>
    <dsp:sp modelId="{F7DFCA04-DA03-4EE6-851B-BEB28D615FB2}">
      <dsp:nvSpPr>
        <dsp:cNvPr id="0" name=""/>
        <dsp:cNvSpPr/>
      </dsp:nvSpPr>
      <dsp:spPr>
        <a:xfrm>
          <a:off x="464255" y="559851"/>
          <a:ext cx="358570" cy="2918697"/>
        </a:xfrm>
        <a:custGeom>
          <a:avLst/>
          <a:gdLst/>
          <a:ahLst/>
          <a:cxnLst/>
          <a:rect l="0" t="0" r="0" b="0"/>
          <a:pathLst>
            <a:path>
              <a:moveTo>
                <a:pt x="0" y="0"/>
              </a:moveTo>
              <a:lnTo>
                <a:pt x="0" y="2918697"/>
              </a:lnTo>
              <a:lnTo>
                <a:pt x="358570" y="291869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F8D387-A866-4CCC-9741-A2CF58B9FEFC}">
      <dsp:nvSpPr>
        <dsp:cNvPr id="0" name=""/>
        <dsp:cNvSpPr/>
      </dsp:nvSpPr>
      <dsp:spPr>
        <a:xfrm>
          <a:off x="822825" y="3207351"/>
          <a:ext cx="3748758" cy="542396"/>
        </a:xfrm>
        <a:prstGeom prst="roundRect">
          <a:avLst>
            <a:gd name="adj" fmla="val 10000"/>
          </a:avLst>
        </a:prstGeom>
        <a:solidFill>
          <a:schemeClr val="lt1">
            <a:alpha val="90000"/>
            <a:hueOff val="0"/>
            <a:satOff val="0"/>
            <a:lumOff val="0"/>
            <a:alphaOff val="0"/>
          </a:schemeClr>
        </a:solidFill>
        <a:ln w="952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effectLst/>
              <a:latin typeface="Arial" panose="020B0604020202020204" pitchFamily="34" charset="0"/>
              <a:ea typeface="Arial" panose="020B0604020202020204" pitchFamily="34" charset="0"/>
              <a:cs typeface="Arial" panose="020B0604020202020204" pitchFamily="34" charset="0"/>
            </a:rPr>
            <a:t>Extraction d’audio à partir des vidéos</a:t>
          </a:r>
          <a:endParaRPr lang="fr-FR" sz="1800" b="0" kern="1200" dirty="0">
            <a:latin typeface="Arial" panose="020B0604020202020204" pitchFamily="34" charset="0"/>
            <a:cs typeface="Arial" panose="020B0604020202020204" pitchFamily="34" charset="0"/>
          </a:endParaRPr>
        </a:p>
      </dsp:txBody>
      <dsp:txXfrm>
        <a:off x="838711" y="3223237"/>
        <a:ext cx="3716986" cy="510624"/>
      </dsp:txXfrm>
    </dsp:sp>
    <dsp:sp modelId="{F51950A8-67C4-49C8-9DF5-665033A705B4}">
      <dsp:nvSpPr>
        <dsp:cNvPr id="0" name=""/>
        <dsp:cNvSpPr/>
      </dsp:nvSpPr>
      <dsp:spPr>
        <a:xfrm>
          <a:off x="464255" y="559851"/>
          <a:ext cx="358570" cy="3556291"/>
        </a:xfrm>
        <a:custGeom>
          <a:avLst/>
          <a:gdLst/>
          <a:ahLst/>
          <a:cxnLst/>
          <a:rect l="0" t="0" r="0" b="0"/>
          <a:pathLst>
            <a:path>
              <a:moveTo>
                <a:pt x="0" y="0"/>
              </a:moveTo>
              <a:lnTo>
                <a:pt x="0" y="3556291"/>
              </a:lnTo>
              <a:lnTo>
                <a:pt x="358570" y="355629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397C2D-A571-4348-B3A5-3E7D1106CC3E}">
      <dsp:nvSpPr>
        <dsp:cNvPr id="0" name=""/>
        <dsp:cNvSpPr/>
      </dsp:nvSpPr>
      <dsp:spPr>
        <a:xfrm>
          <a:off x="822825" y="3844945"/>
          <a:ext cx="3748758" cy="542396"/>
        </a:xfrm>
        <a:prstGeom prst="roundRect">
          <a:avLst>
            <a:gd name="adj" fmla="val 10000"/>
          </a:avLst>
        </a:prstGeom>
        <a:solidFill>
          <a:schemeClr val="lt1">
            <a:alpha val="90000"/>
            <a:hueOff val="0"/>
            <a:satOff val="0"/>
            <a:lumOff val="0"/>
            <a:alphaOff val="0"/>
          </a:schemeClr>
        </a:solidFill>
        <a:ln w="9525"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effectLst/>
              <a:latin typeface="Arial" panose="020B0604020202020204" pitchFamily="34" charset="0"/>
              <a:ea typeface="Arial" panose="020B0604020202020204" pitchFamily="34" charset="0"/>
            </a:rPr>
            <a:t>Utiliser un dictionnaire /traducteur</a:t>
          </a:r>
          <a:endParaRPr lang="fr-FR" sz="1800" b="0" kern="1200" dirty="0">
            <a:latin typeface="Arial" panose="020B0604020202020204" pitchFamily="34" charset="0"/>
            <a:cs typeface="Arial" panose="020B0604020202020204" pitchFamily="34" charset="0"/>
          </a:endParaRPr>
        </a:p>
      </dsp:txBody>
      <dsp:txXfrm>
        <a:off x="838711" y="3860831"/>
        <a:ext cx="3716986" cy="510624"/>
      </dsp:txXfrm>
    </dsp:sp>
    <dsp:sp modelId="{AF2A26E7-3ECE-4AD6-84E0-E78C0B470180}">
      <dsp:nvSpPr>
        <dsp:cNvPr id="0" name=""/>
        <dsp:cNvSpPr/>
      </dsp:nvSpPr>
      <dsp:spPr>
        <a:xfrm>
          <a:off x="464255" y="559851"/>
          <a:ext cx="358570" cy="4193885"/>
        </a:xfrm>
        <a:custGeom>
          <a:avLst/>
          <a:gdLst/>
          <a:ahLst/>
          <a:cxnLst/>
          <a:rect l="0" t="0" r="0" b="0"/>
          <a:pathLst>
            <a:path>
              <a:moveTo>
                <a:pt x="0" y="0"/>
              </a:moveTo>
              <a:lnTo>
                <a:pt x="0" y="4193885"/>
              </a:lnTo>
              <a:lnTo>
                <a:pt x="358570" y="419388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B0C7D8-C906-4022-8924-BEA423C3EFFB}">
      <dsp:nvSpPr>
        <dsp:cNvPr id="0" name=""/>
        <dsp:cNvSpPr/>
      </dsp:nvSpPr>
      <dsp:spPr>
        <a:xfrm>
          <a:off x="822825" y="4482539"/>
          <a:ext cx="3748758" cy="542396"/>
        </a:xfrm>
        <a:prstGeom prst="roundRect">
          <a:avLst>
            <a:gd name="adj" fmla="val 10000"/>
          </a:avLst>
        </a:prstGeom>
        <a:solidFill>
          <a:schemeClr val="lt1">
            <a:alpha val="90000"/>
            <a:hueOff val="0"/>
            <a:satOff val="0"/>
            <a:lumOff val="0"/>
            <a:alphaOff val="0"/>
          </a:schemeClr>
        </a:solidFill>
        <a:ln w="9525"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effectLst/>
              <a:latin typeface="Arial" panose="020B0604020202020204" pitchFamily="34" charset="0"/>
              <a:ea typeface="Arial" panose="020B0604020202020204" pitchFamily="34" charset="0"/>
            </a:rPr>
            <a:t>Taper /dicter /éditer  des notes et vérifier l’orthographe.</a:t>
          </a:r>
          <a:endParaRPr lang="fr-FR" sz="1800" b="0" kern="1200" dirty="0">
            <a:latin typeface="Arial" panose="020B0604020202020204" pitchFamily="34" charset="0"/>
            <a:cs typeface="Arial" panose="020B0604020202020204" pitchFamily="34" charset="0"/>
          </a:endParaRPr>
        </a:p>
      </dsp:txBody>
      <dsp:txXfrm>
        <a:off x="838711" y="4498425"/>
        <a:ext cx="3716986" cy="51062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DEF43-A5D6-482C-8EF7-BB7938705416}">
      <dsp:nvSpPr>
        <dsp:cNvPr id="0" name=""/>
        <dsp:cNvSpPr/>
      </dsp:nvSpPr>
      <dsp:spPr>
        <a:xfrm>
          <a:off x="268511" y="0"/>
          <a:ext cx="3336963" cy="552147"/>
        </a:xfrm>
        <a:prstGeom prst="roundRect">
          <a:avLst>
            <a:gd name="adj" fmla="val 10000"/>
          </a:avLst>
        </a:prstGeom>
        <a:solidFill>
          <a:schemeClr val="accent5">
            <a:lumMod val="20000"/>
            <a:lumOff val="8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fr-FR" sz="1900" b="1" kern="1200" dirty="0">
              <a:latin typeface="Arial" panose="020B0604020202020204" pitchFamily="34" charset="0"/>
              <a:ea typeface="Calibri" panose="020F0502020204030204" pitchFamily="34" charset="0"/>
              <a:cs typeface="Arial" panose="020B0604020202020204" pitchFamily="34" charset="0"/>
            </a:rPr>
            <a:t>Besoins non fonctionnels</a:t>
          </a:r>
          <a:endParaRPr lang="fr-FR" sz="1900" kern="1200" dirty="0"/>
        </a:p>
      </dsp:txBody>
      <dsp:txXfrm>
        <a:off x="284683" y="16172"/>
        <a:ext cx="3304619" cy="519803"/>
      </dsp:txXfrm>
    </dsp:sp>
    <dsp:sp modelId="{F2A44F11-4EC2-4DD7-8431-C17015E2D646}">
      <dsp:nvSpPr>
        <dsp:cNvPr id="0" name=""/>
        <dsp:cNvSpPr/>
      </dsp:nvSpPr>
      <dsp:spPr>
        <a:xfrm>
          <a:off x="602207" y="552147"/>
          <a:ext cx="317095" cy="448522"/>
        </a:xfrm>
        <a:custGeom>
          <a:avLst/>
          <a:gdLst/>
          <a:ahLst/>
          <a:cxnLst/>
          <a:rect l="0" t="0" r="0" b="0"/>
          <a:pathLst>
            <a:path>
              <a:moveTo>
                <a:pt x="0" y="0"/>
              </a:moveTo>
              <a:lnTo>
                <a:pt x="0" y="448522"/>
              </a:lnTo>
              <a:lnTo>
                <a:pt x="317095" y="44852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4A856E-CFAC-4D89-B3C1-25988AA4A2F3}">
      <dsp:nvSpPr>
        <dsp:cNvPr id="0" name=""/>
        <dsp:cNvSpPr/>
      </dsp:nvSpPr>
      <dsp:spPr>
        <a:xfrm>
          <a:off x="919303" y="702531"/>
          <a:ext cx="3351665" cy="596278"/>
        </a:xfrm>
        <a:prstGeom prst="roundRect">
          <a:avLst>
            <a:gd name="adj" fmla="val 10000"/>
          </a:avLst>
        </a:prstGeom>
        <a:solidFill>
          <a:schemeClr val="lt1">
            <a:alpha val="90000"/>
            <a:hueOff val="0"/>
            <a:satOff val="0"/>
            <a:lumOff val="0"/>
            <a:alphaOff val="0"/>
          </a:schemeClr>
        </a:solidFill>
        <a:ln w="9525"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0" kern="1200" dirty="0">
              <a:latin typeface="Arial" panose="020B0604020202020204" pitchFamily="34" charset="0"/>
              <a:cs typeface="Arial" panose="020B0604020202020204" pitchFamily="34" charset="0"/>
            </a:rPr>
            <a:t>Ergonomie et accessibilité</a:t>
          </a:r>
        </a:p>
      </dsp:txBody>
      <dsp:txXfrm>
        <a:off x="936767" y="719995"/>
        <a:ext cx="3316737" cy="561350"/>
      </dsp:txXfrm>
    </dsp:sp>
    <dsp:sp modelId="{39A58962-245D-4E9A-8BE4-2AFF9EE2AF9C}">
      <dsp:nvSpPr>
        <dsp:cNvPr id="0" name=""/>
        <dsp:cNvSpPr/>
      </dsp:nvSpPr>
      <dsp:spPr>
        <a:xfrm>
          <a:off x="602207" y="552147"/>
          <a:ext cx="317095" cy="1193870"/>
        </a:xfrm>
        <a:custGeom>
          <a:avLst/>
          <a:gdLst/>
          <a:ahLst/>
          <a:cxnLst/>
          <a:rect l="0" t="0" r="0" b="0"/>
          <a:pathLst>
            <a:path>
              <a:moveTo>
                <a:pt x="0" y="0"/>
              </a:moveTo>
              <a:lnTo>
                <a:pt x="0" y="1193870"/>
              </a:lnTo>
              <a:lnTo>
                <a:pt x="317095" y="119387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92F5F2-C688-4937-9073-585A4EC9D3C6}">
      <dsp:nvSpPr>
        <dsp:cNvPr id="0" name=""/>
        <dsp:cNvSpPr/>
      </dsp:nvSpPr>
      <dsp:spPr>
        <a:xfrm>
          <a:off x="919303" y="1447879"/>
          <a:ext cx="3351665" cy="596278"/>
        </a:xfrm>
        <a:prstGeom prst="roundRect">
          <a:avLst>
            <a:gd name="adj" fmla="val 10000"/>
          </a:avLst>
        </a:prstGeom>
        <a:solidFill>
          <a:schemeClr val="lt1">
            <a:alpha val="90000"/>
            <a:hueOff val="0"/>
            <a:satOff val="0"/>
            <a:lumOff val="0"/>
            <a:alphaOff val="0"/>
          </a:schemeClr>
        </a:solidFill>
        <a:ln w="9525"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0" kern="1200" dirty="0">
              <a:latin typeface="Arial" panose="020B0604020202020204" pitchFamily="34" charset="0"/>
              <a:cs typeface="Arial" panose="020B0604020202020204" pitchFamily="34" charset="0"/>
            </a:rPr>
            <a:t>Maintenabilité</a:t>
          </a:r>
        </a:p>
      </dsp:txBody>
      <dsp:txXfrm>
        <a:off x="936767" y="1465343"/>
        <a:ext cx="3316737" cy="561350"/>
      </dsp:txXfrm>
    </dsp:sp>
    <dsp:sp modelId="{782D0DE2-1166-4B4C-AE19-511318D42BB8}">
      <dsp:nvSpPr>
        <dsp:cNvPr id="0" name=""/>
        <dsp:cNvSpPr/>
      </dsp:nvSpPr>
      <dsp:spPr>
        <a:xfrm>
          <a:off x="602207" y="552147"/>
          <a:ext cx="317095" cy="1939218"/>
        </a:xfrm>
        <a:custGeom>
          <a:avLst/>
          <a:gdLst/>
          <a:ahLst/>
          <a:cxnLst/>
          <a:rect l="0" t="0" r="0" b="0"/>
          <a:pathLst>
            <a:path>
              <a:moveTo>
                <a:pt x="0" y="0"/>
              </a:moveTo>
              <a:lnTo>
                <a:pt x="0" y="1939218"/>
              </a:lnTo>
              <a:lnTo>
                <a:pt x="317095" y="193921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D35D15-A7E2-48C4-A950-D3D7F8492452}">
      <dsp:nvSpPr>
        <dsp:cNvPr id="0" name=""/>
        <dsp:cNvSpPr/>
      </dsp:nvSpPr>
      <dsp:spPr>
        <a:xfrm>
          <a:off x="919303" y="2193226"/>
          <a:ext cx="3351665" cy="596278"/>
        </a:xfrm>
        <a:prstGeom prst="roundRect">
          <a:avLst>
            <a:gd name="adj" fmla="val 10000"/>
          </a:avLst>
        </a:prstGeom>
        <a:solidFill>
          <a:schemeClr val="lt1">
            <a:alpha val="90000"/>
            <a:hueOff val="0"/>
            <a:satOff val="0"/>
            <a:lumOff val="0"/>
            <a:alphaOff val="0"/>
          </a:schemeClr>
        </a:solidFill>
        <a:ln w="9525"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0" kern="1200" dirty="0">
              <a:latin typeface="Arial" panose="020B0604020202020204" pitchFamily="34" charset="0"/>
              <a:cs typeface="Arial" panose="020B0604020202020204" pitchFamily="34" charset="0"/>
            </a:rPr>
            <a:t>Portabilité</a:t>
          </a:r>
        </a:p>
      </dsp:txBody>
      <dsp:txXfrm>
        <a:off x="936767" y="2210690"/>
        <a:ext cx="3316737" cy="561350"/>
      </dsp:txXfrm>
    </dsp:sp>
    <dsp:sp modelId="{1BF59D44-1438-4134-9420-094C93D3DBF4}">
      <dsp:nvSpPr>
        <dsp:cNvPr id="0" name=""/>
        <dsp:cNvSpPr/>
      </dsp:nvSpPr>
      <dsp:spPr>
        <a:xfrm>
          <a:off x="602207" y="552147"/>
          <a:ext cx="317095" cy="2684565"/>
        </a:xfrm>
        <a:custGeom>
          <a:avLst/>
          <a:gdLst/>
          <a:ahLst/>
          <a:cxnLst/>
          <a:rect l="0" t="0" r="0" b="0"/>
          <a:pathLst>
            <a:path>
              <a:moveTo>
                <a:pt x="0" y="0"/>
              </a:moveTo>
              <a:lnTo>
                <a:pt x="0" y="2684565"/>
              </a:lnTo>
              <a:lnTo>
                <a:pt x="317095" y="268456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1ADB14-061F-4B5B-A67C-FD1B8B9F1B8C}">
      <dsp:nvSpPr>
        <dsp:cNvPr id="0" name=""/>
        <dsp:cNvSpPr/>
      </dsp:nvSpPr>
      <dsp:spPr>
        <a:xfrm>
          <a:off x="919303" y="2938574"/>
          <a:ext cx="3351665" cy="596278"/>
        </a:xfrm>
        <a:prstGeom prst="roundRect">
          <a:avLst>
            <a:gd name="adj" fmla="val 10000"/>
          </a:avLst>
        </a:prstGeom>
        <a:solidFill>
          <a:schemeClr val="lt1">
            <a:alpha val="90000"/>
            <a:hueOff val="0"/>
            <a:satOff val="0"/>
            <a:lumOff val="0"/>
            <a:alphaOff val="0"/>
          </a:schemeClr>
        </a:solidFill>
        <a:ln w="9525"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0" kern="1200" dirty="0">
              <a:latin typeface="Arial" panose="020B0604020202020204" pitchFamily="34" charset="0"/>
              <a:cs typeface="Arial" panose="020B0604020202020204" pitchFamily="34" charset="0"/>
            </a:rPr>
            <a:t>Fiabilité</a:t>
          </a:r>
        </a:p>
      </dsp:txBody>
      <dsp:txXfrm>
        <a:off x="936767" y="2956038"/>
        <a:ext cx="3316737" cy="561350"/>
      </dsp:txXfrm>
    </dsp:sp>
    <dsp:sp modelId="{F7DFCA04-DA03-4EE6-851B-BEB28D615FB2}">
      <dsp:nvSpPr>
        <dsp:cNvPr id="0" name=""/>
        <dsp:cNvSpPr/>
      </dsp:nvSpPr>
      <dsp:spPr>
        <a:xfrm>
          <a:off x="602207" y="552147"/>
          <a:ext cx="317095" cy="3429913"/>
        </a:xfrm>
        <a:custGeom>
          <a:avLst/>
          <a:gdLst/>
          <a:ahLst/>
          <a:cxnLst/>
          <a:rect l="0" t="0" r="0" b="0"/>
          <a:pathLst>
            <a:path>
              <a:moveTo>
                <a:pt x="0" y="0"/>
              </a:moveTo>
              <a:lnTo>
                <a:pt x="0" y="3429913"/>
              </a:lnTo>
              <a:lnTo>
                <a:pt x="317095" y="342991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F8D387-A866-4CCC-9741-A2CF58B9FEFC}">
      <dsp:nvSpPr>
        <dsp:cNvPr id="0" name=""/>
        <dsp:cNvSpPr/>
      </dsp:nvSpPr>
      <dsp:spPr>
        <a:xfrm>
          <a:off x="919303" y="3683921"/>
          <a:ext cx="3351665" cy="596278"/>
        </a:xfrm>
        <a:prstGeom prst="roundRect">
          <a:avLst>
            <a:gd name="adj" fmla="val 10000"/>
          </a:avLst>
        </a:prstGeom>
        <a:solidFill>
          <a:schemeClr val="lt1">
            <a:alpha val="90000"/>
            <a:hueOff val="0"/>
            <a:satOff val="0"/>
            <a:lumOff val="0"/>
            <a:alphaOff val="0"/>
          </a:schemeClr>
        </a:solidFill>
        <a:ln w="9525"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0" kern="1200" dirty="0">
              <a:latin typeface="Arial" panose="020B0604020202020204" pitchFamily="34" charset="0"/>
              <a:cs typeface="Arial" panose="020B0604020202020204" pitchFamily="34" charset="0"/>
            </a:rPr>
            <a:t>Fonctionnalité</a:t>
          </a:r>
        </a:p>
      </dsp:txBody>
      <dsp:txXfrm>
        <a:off x="936767" y="3701385"/>
        <a:ext cx="3316737" cy="561350"/>
      </dsp:txXfrm>
    </dsp:sp>
    <dsp:sp modelId="{F51950A8-67C4-49C8-9DF5-665033A705B4}">
      <dsp:nvSpPr>
        <dsp:cNvPr id="0" name=""/>
        <dsp:cNvSpPr/>
      </dsp:nvSpPr>
      <dsp:spPr>
        <a:xfrm>
          <a:off x="602207" y="552147"/>
          <a:ext cx="317095" cy="4175261"/>
        </a:xfrm>
        <a:custGeom>
          <a:avLst/>
          <a:gdLst/>
          <a:ahLst/>
          <a:cxnLst/>
          <a:rect l="0" t="0" r="0" b="0"/>
          <a:pathLst>
            <a:path>
              <a:moveTo>
                <a:pt x="0" y="0"/>
              </a:moveTo>
              <a:lnTo>
                <a:pt x="0" y="4175261"/>
              </a:lnTo>
              <a:lnTo>
                <a:pt x="317095" y="417526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397C2D-A571-4348-B3A5-3E7D1106CC3E}">
      <dsp:nvSpPr>
        <dsp:cNvPr id="0" name=""/>
        <dsp:cNvSpPr/>
      </dsp:nvSpPr>
      <dsp:spPr>
        <a:xfrm>
          <a:off x="919303" y="4429269"/>
          <a:ext cx="3351665" cy="596278"/>
        </a:xfrm>
        <a:prstGeom prst="roundRect">
          <a:avLst>
            <a:gd name="adj" fmla="val 10000"/>
          </a:avLst>
        </a:prstGeom>
        <a:solidFill>
          <a:schemeClr val="lt1">
            <a:alpha val="90000"/>
            <a:hueOff val="0"/>
            <a:satOff val="0"/>
            <a:lumOff val="0"/>
            <a:alphaOff val="0"/>
          </a:schemeClr>
        </a:solidFill>
        <a:ln w="9525"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0" kern="1200" dirty="0">
              <a:latin typeface="Arial" panose="020B0604020202020204" pitchFamily="34" charset="0"/>
              <a:cs typeface="Arial" panose="020B0604020202020204" pitchFamily="34" charset="0"/>
            </a:rPr>
            <a:t>Efficacité</a:t>
          </a:r>
        </a:p>
      </dsp:txBody>
      <dsp:txXfrm>
        <a:off x="936767" y="4446733"/>
        <a:ext cx="3316737" cy="56135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0E71C1-660F-4280-8EF1-23DE5C7B0264}">
      <dsp:nvSpPr>
        <dsp:cNvPr id="0" name=""/>
        <dsp:cNvSpPr/>
      </dsp:nvSpPr>
      <dsp:spPr>
        <a:xfrm>
          <a:off x="2478215" y="3341300"/>
          <a:ext cx="2360179" cy="2034886"/>
        </a:xfrm>
        <a:prstGeom prst="hexagon">
          <a:avLst>
            <a:gd name="adj" fmla="val 25000"/>
            <a:gd name="vf" fmla="val 115470"/>
          </a:avLst>
        </a:prstGeom>
        <a:solidFill>
          <a:schemeClr val="tx1">
            <a:lumMod val="40000"/>
            <a:lumOff val="6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6830" rIns="0" bIns="36830" numCol="1" spcCol="1270" anchor="ctr" anchorCtr="0">
          <a:noAutofit/>
        </a:bodyPr>
        <a:lstStyle/>
        <a:p>
          <a:pPr marL="0" lvl="0" indent="0" algn="ctr" defTabSz="1289050">
            <a:lnSpc>
              <a:spcPct val="90000"/>
            </a:lnSpc>
            <a:spcBef>
              <a:spcPct val="0"/>
            </a:spcBef>
            <a:spcAft>
              <a:spcPct val="35000"/>
            </a:spcAft>
            <a:buNone/>
          </a:pPr>
          <a:r>
            <a:rPr lang="fr-FR" sz="2900" kern="1200" dirty="0">
              <a:solidFill>
                <a:srgbClr val="002060"/>
              </a:solidFill>
            </a:rPr>
            <a:t>Visual </a:t>
          </a:r>
          <a:r>
            <a:rPr lang="fr-FR" sz="2900" kern="1200" dirty="0" err="1">
              <a:solidFill>
                <a:srgbClr val="002060"/>
              </a:solidFill>
            </a:rPr>
            <a:t>Paradigm</a:t>
          </a:r>
          <a:endParaRPr lang="fr-FR" sz="2900" kern="1200" dirty="0">
            <a:solidFill>
              <a:srgbClr val="002060"/>
            </a:solidFill>
          </a:endParaRPr>
        </a:p>
      </dsp:txBody>
      <dsp:txXfrm>
        <a:off x="2844470" y="3657076"/>
        <a:ext cx="1627669" cy="1403334"/>
      </dsp:txXfrm>
    </dsp:sp>
    <dsp:sp modelId="{4BEEA131-A087-4582-A375-0A6B1FD09423}">
      <dsp:nvSpPr>
        <dsp:cNvPr id="0" name=""/>
        <dsp:cNvSpPr/>
      </dsp:nvSpPr>
      <dsp:spPr>
        <a:xfrm>
          <a:off x="2096123" y="4410339"/>
          <a:ext cx="276334" cy="238165"/>
        </a:xfrm>
        <a:prstGeom prst="hexagon">
          <a:avLst>
            <a:gd name="adj" fmla="val 25000"/>
            <a:gd name="vf" fmla="val 115470"/>
          </a:avLst>
        </a:prstGeom>
        <a:solidFill>
          <a:schemeClr val="lt1">
            <a:hueOff val="0"/>
            <a:satOff val="0"/>
            <a:lumOff val="0"/>
            <a:alphaOff val="0"/>
          </a:schemeClr>
        </a:solidFill>
        <a:ln w="25400" cap="flat" cmpd="sng" algn="ctr">
          <a:solidFill>
            <a:srgbClr val="003266"/>
          </a:solidFill>
          <a:prstDash val="solid"/>
        </a:ln>
        <a:effectLst/>
      </dsp:spPr>
      <dsp:style>
        <a:lnRef idx="2">
          <a:scrgbClr r="0" g="0" b="0"/>
        </a:lnRef>
        <a:fillRef idx="1">
          <a:scrgbClr r="0" g="0" b="0"/>
        </a:fillRef>
        <a:effectRef idx="0">
          <a:scrgbClr r="0" g="0" b="0"/>
        </a:effectRef>
        <a:fontRef idx="minor"/>
      </dsp:style>
    </dsp:sp>
    <dsp:sp modelId="{E56A3D9B-E73C-4695-A6D1-2B95D693FC2A}">
      <dsp:nvSpPr>
        <dsp:cNvPr id="0" name=""/>
        <dsp:cNvSpPr/>
      </dsp:nvSpPr>
      <dsp:spPr>
        <a:xfrm>
          <a:off x="502498" y="2248321"/>
          <a:ext cx="2360179" cy="2034886"/>
        </a:xfrm>
        <a:prstGeom prst="hexagon">
          <a:avLst>
            <a:gd name="adj" fmla="val 25000"/>
            <a:gd name="vf" fmla="val 115470"/>
          </a:avLst>
        </a:prstGeom>
        <a:blipFill rotWithShape="1">
          <a:blip xmlns:r="http://schemas.openxmlformats.org/officeDocument/2006/relationships" r:embed="rId1"/>
          <a:srcRect/>
          <a:stretch>
            <a:fillRect t="-8000" b="-8000"/>
          </a:stretch>
        </a:blipFill>
        <a:ln w="25400" cap="flat" cmpd="sng" algn="ctr">
          <a:solidFill>
            <a:srgbClr val="B4B4B4"/>
          </a:solidFill>
          <a:prstDash val="solid"/>
        </a:ln>
        <a:effectLst/>
      </dsp:spPr>
      <dsp:style>
        <a:lnRef idx="2">
          <a:scrgbClr r="0" g="0" b="0"/>
        </a:lnRef>
        <a:fillRef idx="1">
          <a:scrgbClr r="0" g="0" b="0"/>
        </a:fillRef>
        <a:effectRef idx="0">
          <a:scrgbClr r="0" g="0" b="0"/>
        </a:effectRef>
        <a:fontRef idx="minor"/>
      </dsp:style>
    </dsp:sp>
    <dsp:sp modelId="{5AEFCA8F-6DE5-4397-A71E-485EEE7DF0BB}">
      <dsp:nvSpPr>
        <dsp:cNvPr id="0" name=""/>
        <dsp:cNvSpPr/>
      </dsp:nvSpPr>
      <dsp:spPr>
        <a:xfrm>
          <a:off x="2142136" y="1887020"/>
          <a:ext cx="276334" cy="238165"/>
        </a:xfrm>
        <a:prstGeom prst="hexagon">
          <a:avLst>
            <a:gd name="adj" fmla="val 25000"/>
            <a:gd name="vf" fmla="val 115470"/>
          </a:avLst>
        </a:prstGeom>
        <a:solidFill>
          <a:schemeClr val="lt1">
            <a:hueOff val="0"/>
            <a:satOff val="0"/>
            <a:lumOff val="0"/>
            <a:alphaOff val="0"/>
          </a:schemeClr>
        </a:solidFill>
        <a:ln w="25400" cap="flat" cmpd="sng" algn="ctr">
          <a:solidFill>
            <a:srgbClr val="003266"/>
          </a:solidFill>
          <a:prstDash val="solid"/>
        </a:ln>
        <a:effectLst/>
      </dsp:spPr>
      <dsp:style>
        <a:lnRef idx="2">
          <a:scrgbClr r="0" g="0" b="0"/>
        </a:lnRef>
        <a:fillRef idx="1">
          <a:scrgbClr r="0" g="0" b="0"/>
        </a:fillRef>
        <a:effectRef idx="0">
          <a:scrgbClr r="0" g="0" b="0"/>
        </a:effectRef>
        <a:fontRef idx="minor"/>
      </dsp:style>
    </dsp:sp>
    <dsp:sp modelId="{13B7ADB3-897B-405E-AA71-E8BAF7CDF64F}">
      <dsp:nvSpPr>
        <dsp:cNvPr id="0" name=""/>
        <dsp:cNvSpPr/>
      </dsp:nvSpPr>
      <dsp:spPr>
        <a:xfrm>
          <a:off x="4488987" y="2224128"/>
          <a:ext cx="2360179" cy="2034886"/>
        </a:xfrm>
        <a:prstGeom prst="hexagon">
          <a:avLst>
            <a:gd name="adj" fmla="val 25000"/>
            <a:gd name="vf" fmla="val 115470"/>
          </a:avLst>
        </a:prstGeom>
        <a:solidFill>
          <a:schemeClr val="tx1">
            <a:lumMod val="40000"/>
            <a:lumOff val="6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6830" rIns="0" bIns="36830" numCol="1" spcCol="1270" anchor="ctr" anchorCtr="0">
          <a:noAutofit/>
        </a:bodyPr>
        <a:lstStyle/>
        <a:p>
          <a:pPr marL="0" lvl="0" indent="0" algn="ctr" defTabSz="1289050">
            <a:lnSpc>
              <a:spcPct val="90000"/>
            </a:lnSpc>
            <a:spcBef>
              <a:spcPct val="0"/>
            </a:spcBef>
            <a:spcAft>
              <a:spcPct val="35000"/>
            </a:spcAft>
            <a:buNone/>
          </a:pPr>
          <a:r>
            <a:rPr lang="fr-FR" sz="2900" kern="1200" dirty="0">
              <a:solidFill>
                <a:srgbClr val="002060"/>
              </a:solidFill>
            </a:rPr>
            <a:t>Visual Studio Code</a:t>
          </a:r>
        </a:p>
      </dsp:txBody>
      <dsp:txXfrm>
        <a:off x="4855242" y="2539904"/>
        <a:ext cx="1627669" cy="1403334"/>
      </dsp:txXfrm>
    </dsp:sp>
    <dsp:sp modelId="{EEF7028D-22CB-41A1-BBBA-726222512E3F}">
      <dsp:nvSpPr>
        <dsp:cNvPr id="0" name=""/>
        <dsp:cNvSpPr/>
      </dsp:nvSpPr>
      <dsp:spPr>
        <a:xfrm>
          <a:off x="6927592" y="2986649"/>
          <a:ext cx="276334" cy="238165"/>
        </a:xfrm>
        <a:prstGeom prst="hexagon">
          <a:avLst>
            <a:gd name="adj" fmla="val 25000"/>
            <a:gd name="vf" fmla="val 115470"/>
          </a:avLst>
        </a:prstGeom>
        <a:solidFill>
          <a:schemeClr val="lt1">
            <a:hueOff val="0"/>
            <a:satOff val="0"/>
            <a:lumOff val="0"/>
            <a:alphaOff val="0"/>
          </a:schemeClr>
        </a:solidFill>
        <a:ln w="25400" cap="flat" cmpd="sng" algn="ctr">
          <a:solidFill>
            <a:srgbClr val="003266"/>
          </a:solidFill>
          <a:prstDash val="solid"/>
        </a:ln>
        <a:effectLst/>
      </dsp:spPr>
      <dsp:style>
        <a:lnRef idx="2">
          <a:scrgbClr r="0" g="0" b="0"/>
        </a:lnRef>
        <a:fillRef idx="1">
          <a:scrgbClr r="0" g="0" b="0"/>
        </a:fillRef>
        <a:effectRef idx="0">
          <a:scrgbClr r="0" g="0" b="0"/>
        </a:effectRef>
        <a:fontRef idx="minor"/>
      </dsp:style>
    </dsp:sp>
    <dsp:sp modelId="{17F5A294-6876-49EC-A357-D6F1788DFE42}">
      <dsp:nvSpPr>
        <dsp:cNvPr id="0" name=""/>
        <dsp:cNvSpPr/>
      </dsp:nvSpPr>
      <dsp:spPr>
        <a:xfrm>
          <a:off x="6483003" y="3341300"/>
          <a:ext cx="2393694" cy="2034886"/>
        </a:xfrm>
        <a:prstGeom prst="hexagon">
          <a:avLst>
            <a:gd name="adj" fmla="val 25000"/>
            <a:gd name="vf" fmla="val 115470"/>
          </a:avLst>
        </a:prstGeom>
        <a:blipFill rotWithShape="1">
          <a:blip xmlns:r="http://schemas.openxmlformats.org/officeDocument/2006/relationships" r:embed="rId2" cstate="print"/>
          <a:srcRect/>
          <a:stretch>
            <a:fillRect t="-8000" b="-8000"/>
          </a:stretch>
        </a:blipFill>
        <a:ln w="25400" cap="flat" cmpd="sng" algn="ctr">
          <a:solidFill>
            <a:srgbClr val="B4B4B4"/>
          </a:solidFill>
          <a:prstDash val="solid"/>
        </a:ln>
        <a:effectLst/>
      </dsp:spPr>
      <dsp:style>
        <a:lnRef idx="2">
          <a:scrgbClr r="0" g="0" b="0"/>
        </a:lnRef>
        <a:fillRef idx="1">
          <a:scrgbClr r="0" g="0" b="0"/>
        </a:fillRef>
        <a:effectRef idx="0">
          <a:scrgbClr r="0" g="0" b="0"/>
        </a:effectRef>
        <a:fontRef idx="minor"/>
      </dsp:style>
    </dsp:sp>
    <dsp:sp modelId="{1D1192B1-1BEE-4099-8E7B-3F067BFB70A9}">
      <dsp:nvSpPr>
        <dsp:cNvPr id="0" name=""/>
        <dsp:cNvSpPr/>
      </dsp:nvSpPr>
      <dsp:spPr>
        <a:xfrm>
          <a:off x="4844240" y="4379621"/>
          <a:ext cx="276334" cy="238165"/>
        </a:xfrm>
        <a:prstGeom prst="hexagon">
          <a:avLst>
            <a:gd name="adj" fmla="val 25000"/>
            <a:gd name="vf" fmla="val 115470"/>
          </a:avLst>
        </a:prstGeom>
        <a:solidFill>
          <a:schemeClr val="lt1">
            <a:hueOff val="0"/>
            <a:satOff val="0"/>
            <a:lumOff val="0"/>
            <a:alphaOff val="0"/>
          </a:schemeClr>
        </a:solidFill>
        <a:ln w="25400" cap="flat" cmpd="sng" algn="ctr">
          <a:solidFill>
            <a:srgbClr val="003266"/>
          </a:solidFill>
          <a:prstDash val="solid"/>
        </a:ln>
        <a:effectLst/>
      </dsp:spPr>
      <dsp:style>
        <a:lnRef idx="2">
          <a:scrgbClr r="0" g="0" b="0"/>
        </a:lnRef>
        <a:fillRef idx="1">
          <a:scrgbClr r="0" g="0" b="0"/>
        </a:fillRef>
        <a:effectRef idx="0">
          <a:scrgbClr r="0" g="0" b="0"/>
        </a:effectRef>
        <a:fontRef idx="minor"/>
      </dsp:style>
    </dsp:sp>
    <dsp:sp modelId="{1F9A4985-8FE8-4F8A-ABB3-A25E4AB28EE2}">
      <dsp:nvSpPr>
        <dsp:cNvPr id="0" name=""/>
        <dsp:cNvSpPr/>
      </dsp:nvSpPr>
      <dsp:spPr>
        <a:xfrm>
          <a:off x="2478215" y="1111795"/>
          <a:ext cx="2360179" cy="2034886"/>
        </a:xfrm>
        <a:prstGeom prst="hexagon">
          <a:avLst>
            <a:gd name="adj" fmla="val 25000"/>
            <a:gd name="vf" fmla="val 115470"/>
          </a:avLst>
        </a:prstGeom>
        <a:solidFill>
          <a:schemeClr val="tx1">
            <a:lumMod val="40000"/>
            <a:lumOff val="6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6830" rIns="0" bIns="36830" numCol="1" spcCol="1270" anchor="ctr" anchorCtr="0">
          <a:noAutofit/>
        </a:bodyPr>
        <a:lstStyle/>
        <a:p>
          <a:pPr marL="0" lvl="0" indent="0" algn="ctr" defTabSz="1289050">
            <a:lnSpc>
              <a:spcPct val="90000"/>
            </a:lnSpc>
            <a:spcBef>
              <a:spcPct val="0"/>
            </a:spcBef>
            <a:spcAft>
              <a:spcPct val="35000"/>
            </a:spcAft>
            <a:buNone/>
          </a:pPr>
          <a:r>
            <a:rPr lang="fr-FR" sz="2900" kern="1200" dirty="0">
              <a:solidFill>
                <a:srgbClr val="002060"/>
              </a:solidFill>
            </a:rPr>
            <a:t>Adobe Illustrator</a:t>
          </a:r>
        </a:p>
      </dsp:txBody>
      <dsp:txXfrm>
        <a:off x="2844470" y="1427571"/>
        <a:ext cx="1627669" cy="1403334"/>
      </dsp:txXfrm>
    </dsp:sp>
    <dsp:sp modelId="{6598C9C0-A8B0-4FD6-B4C7-3C003294B2E8}">
      <dsp:nvSpPr>
        <dsp:cNvPr id="0" name=""/>
        <dsp:cNvSpPr/>
      </dsp:nvSpPr>
      <dsp:spPr>
        <a:xfrm>
          <a:off x="4120476" y="749594"/>
          <a:ext cx="276334" cy="238165"/>
        </a:xfrm>
        <a:prstGeom prst="hexagon">
          <a:avLst>
            <a:gd name="adj" fmla="val 25000"/>
            <a:gd name="vf" fmla="val 115470"/>
          </a:avLst>
        </a:prstGeom>
        <a:solidFill>
          <a:schemeClr val="lt1">
            <a:hueOff val="0"/>
            <a:satOff val="0"/>
            <a:lumOff val="0"/>
            <a:alphaOff val="0"/>
          </a:schemeClr>
        </a:solidFill>
        <a:ln w="25400" cap="flat" cmpd="sng" algn="ctr">
          <a:solidFill>
            <a:srgbClr val="003266"/>
          </a:solidFill>
          <a:prstDash val="solid"/>
        </a:ln>
        <a:effectLst/>
      </dsp:spPr>
      <dsp:style>
        <a:lnRef idx="2">
          <a:scrgbClr r="0" g="0" b="0"/>
        </a:lnRef>
        <a:fillRef idx="1">
          <a:scrgbClr r="0" g="0" b="0"/>
        </a:fillRef>
        <a:effectRef idx="0">
          <a:scrgbClr r="0" g="0" b="0"/>
        </a:effectRef>
        <a:fontRef idx="minor"/>
      </dsp:style>
    </dsp:sp>
    <dsp:sp modelId="{7A38B2E5-0DA2-427C-82B4-10EAE1D2BB56}">
      <dsp:nvSpPr>
        <dsp:cNvPr id="0" name=""/>
        <dsp:cNvSpPr/>
      </dsp:nvSpPr>
      <dsp:spPr>
        <a:xfrm>
          <a:off x="4488987" y="0"/>
          <a:ext cx="2360179" cy="2034886"/>
        </a:xfrm>
        <a:prstGeom prst="hexagon">
          <a:avLst>
            <a:gd name="adj" fmla="val 25000"/>
            <a:gd name="vf" fmla="val 115470"/>
          </a:avLst>
        </a:prstGeom>
        <a:blipFill rotWithShape="1">
          <a:blip xmlns:r="http://schemas.openxmlformats.org/officeDocument/2006/relationships" r:embed="rId3"/>
          <a:srcRect/>
          <a:stretch>
            <a:fillRect t="-7000" b="-7000"/>
          </a:stretch>
        </a:blipFill>
        <a:ln w="25400" cap="flat" cmpd="sng" algn="ctr">
          <a:solidFill>
            <a:srgbClr val="B4B4B4"/>
          </a:solidFill>
          <a:prstDash val="solid"/>
        </a:ln>
        <a:effectLst/>
      </dsp:spPr>
      <dsp:style>
        <a:lnRef idx="2">
          <a:scrgbClr r="0" g="0" b="0"/>
        </a:lnRef>
        <a:fillRef idx="1">
          <a:scrgbClr r="0" g="0" b="0"/>
        </a:fillRef>
        <a:effectRef idx="0">
          <a:scrgbClr r="0" g="0" b="0"/>
        </a:effectRef>
        <a:fontRef idx="minor"/>
      </dsp:style>
    </dsp:sp>
    <dsp:sp modelId="{E8FBF21C-64BB-4F94-894C-4A9B0B7BAC8C}">
      <dsp:nvSpPr>
        <dsp:cNvPr id="0" name=""/>
        <dsp:cNvSpPr/>
      </dsp:nvSpPr>
      <dsp:spPr>
        <a:xfrm>
          <a:off x="6383455" y="2025785"/>
          <a:ext cx="276334" cy="238165"/>
        </a:xfrm>
        <a:prstGeom prst="hexagon">
          <a:avLst>
            <a:gd name="adj" fmla="val 25000"/>
            <a:gd name="vf" fmla="val 115470"/>
          </a:avLst>
        </a:prstGeom>
        <a:solidFill>
          <a:schemeClr val="lt1">
            <a:hueOff val="0"/>
            <a:satOff val="0"/>
            <a:lumOff val="0"/>
            <a:alphaOff val="0"/>
          </a:schemeClr>
        </a:solidFill>
        <a:ln w="25400" cap="flat" cmpd="sng" algn="ctr">
          <a:solidFill>
            <a:srgbClr val="003266"/>
          </a:solidFill>
          <a:prstDash val="solid"/>
        </a:ln>
        <a:effectLst/>
      </dsp:spPr>
      <dsp:style>
        <a:lnRef idx="2">
          <a:scrgbClr r="0" g="0" b="0"/>
        </a:lnRef>
        <a:fillRef idx="1">
          <a:scrgbClr r="0" g="0" b="0"/>
        </a:fillRef>
        <a:effectRef idx="0">
          <a:scrgbClr r="0" g="0" b="0"/>
        </a:effectRef>
        <a:fontRef idx="minor"/>
      </dsp:style>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rgbClr val="8C8C8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err="1">
              <a:solidFill>
                <a:schemeClr val="bg1"/>
              </a:solidFill>
            </a:rPr>
            <a:t>Méthodologie</a:t>
          </a:r>
          <a:r>
            <a:rPr lang="en-US" sz="1500" b="1" kern="1200" dirty="0">
              <a:solidFill>
                <a:schemeClr val="bg1"/>
              </a:solidFill>
            </a:rPr>
            <a:t> </a:t>
          </a:r>
          <a:endParaRPr lang="fr-FR" sz="1500" b="1"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rgbClr val="02366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 </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chemeClr val="tx1">
            <a:lumMod val="60000"/>
            <a:lumOff val="4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Méthodologie</a:t>
          </a:r>
          <a:endParaRPr lang="fr-FR" sz="1500"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rgbClr val="003366"/>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chemeClr val="tx1">
            <a:lumMod val="60000"/>
            <a:lumOff val="4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Méthodologie</a:t>
          </a:r>
          <a:endParaRPr lang="fr-FR" sz="1500"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rgbClr val="003366"/>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E946B-DB73-4712-B2EB-66405756D089}">
      <dsp:nvSpPr>
        <dsp:cNvPr id="0" name=""/>
        <dsp:cNvSpPr/>
      </dsp:nvSpPr>
      <dsp:spPr>
        <a:xfrm>
          <a:off x="0" y="286052"/>
          <a:ext cx="1487401" cy="574071"/>
        </a:xfrm>
        <a:prstGeom prst="roundRect">
          <a:avLst>
            <a:gd name="adj" fmla="val 10000"/>
          </a:avLst>
        </a:prstGeom>
        <a:solidFill>
          <a:schemeClr val="tx1">
            <a:lumMod val="60000"/>
            <a:lumOff val="4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Introduction</a:t>
          </a:r>
        </a:p>
      </dsp:txBody>
      <dsp:txXfrm>
        <a:off x="16814" y="302866"/>
        <a:ext cx="1453773" cy="540443"/>
      </dsp:txXfrm>
    </dsp:sp>
    <dsp:sp modelId="{07C39E53-4BD1-4956-AD8E-13DA0A63F025}">
      <dsp:nvSpPr>
        <dsp:cNvPr id="0" name=""/>
        <dsp:cNvSpPr/>
      </dsp:nvSpPr>
      <dsp:spPr>
        <a:xfrm>
          <a:off x="1636141"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1636141" y="462425"/>
        <a:ext cx="220730" cy="221325"/>
      </dsp:txXfrm>
    </dsp:sp>
    <dsp:sp modelId="{7416D7B9-0BA3-4E4B-A407-490BB1A83A01}">
      <dsp:nvSpPr>
        <dsp:cNvPr id="0" name=""/>
        <dsp:cNvSpPr/>
      </dsp:nvSpPr>
      <dsp:spPr>
        <a:xfrm>
          <a:off x="2082361" y="272598"/>
          <a:ext cx="1487401" cy="60097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Méthodologie</a:t>
          </a:r>
          <a:endParaRPr lang="fr-FR" sz="1500" kern="1200" dirty="0">
            <a:solidFill>
              <a:schemeClr val="bg1"/>
            </a:solidFill>
          </a:endParaRPr>
        </a:p>
      </dsp:txBody>
      <dsp:txXfrm>
        <a:off x="2099963" y="290200"/>
        <a:ext cx="1452197" cy="565774"/>
      </dsp:txXfrm>
    </dsp:sp>
    <dsp:sp modelId="{05962AEC-D467-48BA-8F99-F1751723CE67}">
      <dsp:nvSpPr>
        <dsp:cNvPr id="0" name=""/>
        <dsp:cNvSpPr/>
      </dsp:nvSpPr>
      <dsp:spPr>
        <a:xfrm>
          <a:off x="3718503"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3718503" y="462425"/>
        <a:ext cx="220730" cy="221325"/>
      </dsp:txXfrm>
    </dsp:sp>
    <dsp:sp modelId="{9D863545-3418-43D6-A80C-619C9DEECB69}">
      <dsp:nvSpPr>
        <dsp:cNvPr id="0" name=""/>
        <dsp:cNvSpPr/>
      </dsp:nvSpPr>
      <dsp:spPr>
        <a:xfrm>
          <a:off x="4164723"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cs typeface="Times New Roman" panose="02020603050405020304" pitchFamily="18" charset="0"/>
            </a:rPr>
            <a:t>Etude Conceptuelle </a:t>
          </a:r>
          <a:endParaRPr lang="fr-FR" sz="1500" kern="1200" dirty="0">
            <a:solidFill>
              <a:schemeClr val="bg1"/>
            </a:solidFill>
          </a:endParaRPr>
        </a:p>
      </dsp:txBody>
      <dsp:txXfrm>
        <a:off x="4181537" y="302866"/>
        <a:ext cx="1453773" cy="540443"/>
      </dsp:txXfrm>
    </dsp:sp>
    <dsp:sp modelId="{9E6480C4-8895-4B04-93BA-16BD4DD7CF3C}">
      <dsp:nvSpPr>
        <dsp:cNvPr id="0" name=""/>
        <dsp:cNvSpPr/>
      </dsp:nvSpPr>
      <dsp:spPr>
        <a:xfrm>
          <a:off x="5800864"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5800864" y="462425"/>
        <a:ext cx="220730" cy="221325"/>
      </dsp:txXfrm>
    </dsp:sp>
    <dsp:sp modelId="{F31D8957-1E30-45E8-970F-E037B2889CD4}">
      <dsp:nvSpPr>
        <dsp:cNvPr id="0" name=""/>
        <dsp:cNvSpPr/>
      </dsp:nvSpPr>
      <dsp:spPr>
        <a:xfrm>
          <a:off x="6247085" y="297984"/>
          <a:ext cx="1487401" cy="550207"/>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Réalisation </a:t>
          </a:r>
          <a:endParaRPr lang="fr-FR" sz="1500" kern="1200" dirty="0">
            <a:solidFill>
              <a:schemeClr val="bg1"/>
            </a:solidFill>
          </a:endParaRPr>
        </a:p>
      </dsp:txBody>
      <dsp:txXfrm>
        <a:off x="6263200" y="314099"/>
        <a:ext cx="1455171" cy="517977"/>
      </dsp:txXfrm>
    </dsp:sp>
    <dsp:sp modelId="{82EE907D-F900-4A9C-AEF4-E884882E3FFF}">
      <dsp:nvSpPr>
        <dsp:cNvPr id="0" name=""/>
        <dsp:cNvSpPr/>
      </dsp:nvSpPr>
      <dsp:spPr>
        <a:xfrm>
          <a:off x="7883226"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7883226" y="462425"/>
        <a:ext cx="220730" cy="221325"/>
      </dsp:txXfrm>
    </dsp:sp>
    <dsp:sp modelId="{044F8DF3-FC60-4036-A101-F60FC339A769}">
      <dsp:nvSpPr>
        <dsp:cNvPr id="0" name=""/>
        <dsp:cNvSpPr/>
      </dsp:nvSpPr>
      <dsp:spPr>
        <a:xfrm>
          <a:off x="8329446" y="286052"/>
          <a:ext cx="1487401" cy="574071"/>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Tests et Validation</a:t>
          </a:r>
          <a:endParaRPr lang="fr-FR" sz="1500" kern="1200" dirty="0">
            <a:solidFill>
              <a:schemeClr val="bg1"/>
            </a:solidFill>
          </a:endParaRPr>
        </a:p>
      </dsp:txBody>
      <dsp:txXfrm>
        <a:off x="8346260" y="302866"/>
        <a:ext cx="1453773" cy="540443"/>
      </dsp:txXfrm>
    </dsp:sp>
    <dsp:sp modelId="{B4CBA9E8-0F3F-4B37-82DF-9E99265919AA}">
      <dsp:nvSpPr>
        <dsp:cNvPr id="0" name=""/>
        <dsp:cNvSpPr/>
      </dsp:nvSpPr>
      <dsp:spPr>
        <a:xfrm>
          <a:off x="9965588" y="388650"/>
          <a:ext cx="315329" cy="368875"/>
        </a:xfrm>
        <a:prstGeom prst="rightArrow">
          <a:avLst>
            <a:gd name="adj1" fmla="val 60000"/>
            <a:gd name="adj2" fmla="val 50000"/>
          </a:avLst>
        </a:prstGeom>
        <a:solidFill>
          <a:schemeClr val="accent6">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a:off x="9965588" y="462425"/>
        <a:ext cx="220730" cy="221325"/>
      </dsp:txXfrm>
    </dsp:sp>
    <dsp:sp modelId="{AC38D247-6AF9-4B1F-BC43-2FC91684E73E}">
      <dsp:nvSpPr>
        <dsp:cNvPr id="0" name=""/>
        <dsp:cNvSpPr/>
      </dsp:nvSpPr>
      <dsp:spPr>
        <a:xfrm>
          <a:off x="10411808" y="249663"/>
          <a:ext cx="1487401" cy="646849"/>
        </a:xfrm>
        <a:prstGeom prst="roundRect">
          <a:avLst>
            <a:gd name="adj" fmla="val 10000"/>
          </a:avLst>
        </a:prstGeom>
        <a:solidFill>
          <a:srgbClr val="003366"/>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solidFill>
                <a:schemeClr val="bg1"/>
              </a:solidFill>
              <a:latin typeface="+mj-lt"/>
            </a:rPr>
            <a:t>Conclusion et Perspectives</a:t>
          </a:r>
          <a:endParaRPr lang="fr-FR" sz="1500" kern="1200" dirty="0">
            <a:solidFill>
              <a:schemeClr val="bg1"/>
            </a:solidFill>
          </a:endParaRPr>
        </a:p>
      </dsp:txBody>
      <dsp:txXfrm>
        <a:off x="10430754" y="268609"/>
        <a:ext cx="1449509" cy="60895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layout2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EDB06E-0883-44FB-A1E2-7B22D219E365}" type="datetimeFigureOut">
              <a:rPr lang="fr-FR" smtClean="0"/>
              <a:t>20/06/2022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85110F-3380-44E0-9952-429A70597AF0}" type="slidenum">
              <a:rPr lang="fr-FR" smtClean="0"/>
              <a:t>‹N°›</a:t>
            </a:fld>
            <a:endParaRPr lang="fr-FR"/>
          </a:p>
        </p:txBody>
      </p:sp>
    </p:spTree>
    <p:extLst>
      <p:ext uri="{BB962C8B-B14F-4D97-AF65-F5344CB8AC3E}">
        <p14:creationId xmlns:p14="http://schemas.microsoft.com/office/powerpoint/2010/main" val="1957246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085110F-3380-44E0-9952-429A70597AF0}" type="slidenum">
              <a:rPr lang="fr-FR" smtClean="0"/>
              <a:t>1</a:t>
            </a:fld>
            <a:endParaRPr lang="fr-FR"/>
          </a:p>
        </p:txBody>
      </p:sp>
    </p:spTree>
    <p:extLst>
      <p:ext uri="{BB962C8B-B14F-4D97-AF65-F5344CB8AC3E}">
        <p14:creationId xmlns:p14="http://schemas.microsoft.com/office/powerpoint/2010/main" val="2539814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403080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41abfbaf28_3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41abfbaf28_3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02142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41abfbaf28_3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41abfbaf28_3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55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16273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8068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7629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60726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085110F-3380-44E0-9952-429A70597AF0}" type="slidenum">
              <a:rPr lang="fr-FR" smtClean="0"/>
              <a:t>9</a:t>
            </a:fld>
            <a:endParaRPr lang="fr-FR"/>
          </a:p>
        </p:txBody>
      </p:sp>
    </p:spTree>
    <p:extLst>
      <p:ext uri="{BB962C8B-B14F-4D97-AF65-F5344CB8AC3E}">
        <p14:creationId xmlns:p14="http://schemas.microsoft.com/office/powerpoint/2010/main" val="1410710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085110F-3380-44E0-9952-429A70597AF0}" type="slidenum">
              <a:rPr lang="fr-FR" smtClean="0"/>
              <a:t>10</a:t>
            </a:fld>
            <a:endParaRPr lang="fr-FR"/>
          </a:p>
        </p:txBody>
      </p:sp>
    </p:spTree>
    <p:extLst>
      <p:ext uri="{BB962C8B-B14F-4D97-AF65-F5344CB8AC3E}">
        <p14:creationId xmlns:p14="http://schemas.microsoft.com/office/powerpoint/2010/main" val="4289599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41abfbaf28_3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41abfbaf28_3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06229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06726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834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50694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15745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41abfbaf28_3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41abfbaf28_3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8988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12154084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38213084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5093079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3706116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23021936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33790895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1509381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42223971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41abfbaf28_3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41abfbaf28_3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70866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41abfbaf28_3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41abfbaf28_3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062338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41abfbaf28_3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41abfbaf28_3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475224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0" dirty="0">
                <a:solidFill>
                  <a:schemeClr val="tx1">
                    <a:lumMod val="50000"/>
                  </a:schemeClr>
                </a:solidFill>
                <a:latin typeface="Times New Roman" panose="02020603050405020304" pitchFamily="18" charset="0"/>
                <a:ea typeface="Exo 2"/>
                <a:cs typeface="Times New Roman" panose="02020603050405020304" pitchFamily="18" charset="0"/>
                <a:sym typeface="Calibri"/>
              </a:rPr>
              <a:t>Avoir Recours à l’intelligence artificielle, est une solution à envisager pour la gestion de la maintenance du parc, puisque ça peut prédire l’apparition des pannes à 98% d’</a:t>
            </a:r>
            <a:r>
              <a:rPr lang="fr-FR" sz="1200" b="1" kern="0" dirty="0" err="1">
                <a:solidFill>
                  <a:schemeClr val="tx1">
                    <a:lumMod val="50000"/>
                  </a:schemeClr>
                </a:solidFill>
                <a:latin typeface="Times New Roman" panose="02020603050405020304" pitchFamily="18" charset="0"/>
                <a:ea typeface="Exo 2"/>
                <a:cs typeface="Times New Roman" panose="02020603050405020304" pitchFamily="18" charset="0"/>
                <a:sym typeface="Calibri"/>
              </a:rPr>
              <a:t>occurance</a:t>
            </a:r>
            <a:r>
              <a:rPr lang="fr-FR" sz="1200" b="1" kern="0" dirty="0">
                <a:solidFill>
                  <a:schemeClr val="tx1">
                    <a:lumMod val="50000"/>
                  </a:schemeClr>
                </a:solidFill>
                <a:latin typeface="Times New Roman" panose="02020603050405020304" pitchFamily="18" charset="0"/>
                <a:ea typeface="Exo 2"/>
                <a:cs typeface="Times New Roman" panose="02020603050405020304" pitchFamily="18" charset="0"/>
                <a:sym typeface="Calibri"/>
              </a:rPr>
              <a:t> après une bonne durée d’entrainement du modèle du « DEEP LEARNING»  </a:t>
            </a:r>
          </a:p>
          <a:p>
            <a:endParaRPr lang="fr-FR" dirty="0"/>
          </a:p>
        </p:txBody>
      </p:sp>
      <p:sp>
        <p:nvSpPr>
          <p:cNvPr id="4" name="Espace réservé du numéro de diapositive 3"/>
          <p:cNvSpPr>
            <a:spLocks noGrp="1"/>
          </p:cNvSpPr>
          <p:nvPr>
            <p:ph type="sldNum" sz="quarter" idx="5"/>
          </p:nvPr>
        </p:nvSpPr>
        <p:spPr/>
        <p:txBody>
          <a:bodyPr/>
          <a:lstStyle/>
          <a:p>
            <a:fld id="{C085110F-3380-44E0-9952-429A70597AF0}" type="slidenum">
              <a:rPr lang="fr-FR" smtClean="0"/>
              <a:t>38</a:t>
            </a:fld>
            <a:endParaRPr lang="fr-FR"/>
          </a:p>
        </p:txBody>
      </p:sp>
    </p:spTree>
    <p:extLst>
      <p:ext uri="{BB962C8B-B14F-4D97-AF65-F5344CB8AC3E}">
        <p14:creationId xmlns:p14="http://schemas.microsoft.com/office/powerpoint/2010/main" val="39625185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0" dirty="0">
                <a:solidFill>
                  <a:schemeClr val="tx1">
                    <a:lumMod val="50000"/>
                  </a:schemeClr>
                </a:solidFill>
                <a:latin typeface="Times New Roman" panose="02020603050405020304" pitchFamily="18" charset="0"/>
                <a:ea typeface="Exo 2"/>
                <a:cs typeface="Times New Roman" panose="02020603050405020304" pitchFamily="18" charset="0"/>
                <a:sym typeface="Calibri"/>
              </a:rPr>
              <a:t>Avoir Recours à l’intelligence artificielle, est une solution à envisager pour la gestion de la maintenance du parc, puisque ça peut prédire l’apparition des pannes à 98% d’</a:t>
            </a:r>
            <a:r>
              <a:rPr lang="fr-FR" sz="1200" b="1" kern="0" dirty="0" err="1">
                <a:solidFill>
                  <a:schemeClr val="tx1">
                    <a:lumMod val="50000"/>
                  </a:schemeClr>
                </a:solidFill>
                <a:latin typeface="Times New Roman" panose="02020603050405020304" pitchFamily="18" charset="0"/>
                <a:ea typeface="Exo 2"/>
                <a:cs typeface="Times New Roman" panose="02020603050405020304" pitchFamily="18" charset="0"/>
                <a:sym typeface="Calibri"/>
              </a:rPr>
              <a:t>occurance</a:t>
            </a:r>
            <a:r>
              <a:rPr lang="fr-FR" sz="1200" b="1" kern="0" dirty="0">
                <a:solidFill>
                  <a:schemeClr val="tx1">
                    <a:lumMod val="50000"/>
                  </a:schemeClr>
                </a:solidFill>
                <a:latin typeface="Times New Roman" panose="02020603050405020304" pitchFamily="18" charset="0"/>
                <a:ea typeface="Exo 2"/>
                <a:cs typeface="Times New Roman" panose="02020603050405020304" pitchFamily="18" charset="0"/>
                <a:sym typeface="Calibri"/>
              </a:rPr>
              <a:t> après une bonne durée d’entrainement du modèle du « DEEP LEARNING»  </a:t>
            </a:r>
          </a:p>
          <a:p>
            <a:endParaRPr lang="fr-FR" dirty="0"/>
          </a:p>
        </p:txBody>
      </p:sp>
      <p:sp>
        <p:nvSpPr>
          <p:cNvPr id="4" name="Espace réservé du numéro de diapositive 3"/>
          <p:cNvSpPr>
            <a:spLocks noGrp="1"/>
          </p:cNvSpPr>
          <p:nvPr>
            <p:ph type="sldNum" sz="quarter" idx="5"/>
          </p:nvPr>
        </p:nvSpPr>
        <p:spPr/>
        <p:txBody>
          <a:bodyPr/>
          <a:lstStyle/>
          <a:p>
            <a:fld id="{C085110F-3380-44E0-9952-429A70597AF0}" type="slidenum">
              <a:rPr lang="fr-FR" smtClean="0"/>
              <a:t>39</a:t>
            </a:fld>
            <a:endParaRPr lang="fr-FR"/>
          </a:p>
        </p:txBody>
      </p:sp>
    </p:spTree>
    <p:extLst>
      <p:ext uri="{BB962C8B-B14F-4D97-AF65-F5344CB8AC3E}">
        <p14:creationId xmlns:p14="http://schemas.microsoft.com/office/powerpoint/2010/main" val="29636495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41abfbaf28_3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41abfbaf28_3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59624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 Design">
  <p:cSld name="Title + Design">
    <p:spTree>
      <p:nvGrpSpPr>
        <p:cNvPr id="1" name="Shape 38"/>
        <p:cNvGrpSpPr/>
        <p:nvPr/>
      </p:nvGrpSpPr>
      <p:grpSpPr>
        <a:xfrm>
          <a:off x="0" y="0"/>
          <a:ext cx="0" cy="0"/>
          <a:chOff x="0" y="0"/>
          <a:chExt cx="0" cy="0"/>
        </a:xfrm>
      </p:grpSpPr>
      <p:sp>
        <p:nvSpPr>
          <p:cNvPr id="39" name="Google Shape;39;p6"/>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689523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Numbers">
  <p:cSld name="Numbers">
    <p:spTree>
      <p:nvGrpSpPr>
        <p:cNvPr id="1" name="Shape 48"/>
        <p:cNvGrpSpPr/>
        <p:nvPr/>
      </p:nvGrpSpPr>
      <p:grpSpPr>
        <a:xfrm>
          <a:off x="0" y="0"/>
          <a:ext cx="0" cy="0"/>
          <a:chOff x="0" y="0"/>
          <a:chExt cx="0" cy="0"/>
        </a:xfrm>
      </p:grpSpPr>
      <p:sp>
        <p:nvSpPr>
          <p:cNvPr id="49" name="Google Shape;49;p9"/>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
        <p:nvSpPr>
          <p:cNvPr id="50" name="Google Shape;50;p9"/>
          <p:cNvSpPr txBox="1">
            <a:spLocks noGrp="1"/>
          </p:cNvSpPr>
          <p:nvPr>
            <p:ph type="title" idx="2" hasCustomPrompt="1"/>
          </p:nvPr>
        </p:nvSpPr>
        <p:spPr>
          <a:xfrm>
            <a:off x="1448868" y="1966833"/>
            <a:ext cx="2393600" cy="10060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8000"/>
            </a:lvl1pPr>
            <a:lvl2pPr lvl="1"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1" name="Google Shape;51;p9"/>
          <p:cNvSpPr txBox="1">
            <a:spLocks noGrp="1"/>
          </p:cNvSpPr>
          <p:nvPr>
            <p:ph type="subTitle" idx="1"/>
          </p:nvPr>
        </p:nvSpPr>
        <p:spPr>
          <a:xfrm flipH="1">
            <a:off x="4642236" y="2221939"/>
            <a:ext cx="4353200" cy="44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467"/>
            </a:lvl1pPr>
            <a:lvl2pPr lvl="1" algn="r" rtl="0">
              <a:lnSpc>
                <a:spcPct val="100000"/>
              </a:lnSpc>
              <a:spcBef>
                <a:spcPts val="0"/>
              </a:spcBef>
              <a:spcAft>
                <a:spcPts val="0"/>
              </a:spcAft>
              <a:buSzPts val="1100"/>
              <a:buNone/>
              <a:defRPr sz="1467"/>
            </a:lvl2pPr>
            <a:lvl3pPr lvl="2" algn="r" rtl="0">
              <a:lnSpc>
                <a:spcPct val="100000"/>
              </a:lnSpc>
              <a:spcBef>
                <a:spcPts val="0"/>
              </a:spcBef>
              <a:spcAft>
                <a:spcPts val="0"/>
              </a:spcAft>
              <a:buSzPts val="1100"/>
              <a:buNone/>
              <a:defRPr sz="1467"/>
            </a:lvl3pPr>
            <a:lvl4pPr lvl="3" algn="r" rtl="0">
              <a:lnSpc>
                <a:spcPct val="100000"/>
              </a:lnSpc>
              <a:spcBef>
                <a:spcPts val="0"/>
              </a:spcBef>
              <a:spcAft>
                <a:spcPts val="0"/>
              </a:spcAft>
              <a:buSzPts val="1100"/>
              <a:buNone/>
              <a:defRPr sz="1467"/>
            </a:lvl4pPr>
            <a:lvl5pPr lvl="4" algn="r" rtl="0">
              <a:lnSpc>
                <a:spcPct val="100000"/>
              </a:lnSpc>
              <a:spcBef>
                <a:spcPts val="0"/>
              </a:spcBef>
              <a:spcAft>
                <a:spcPts val="0"/>
              </a:spcAft>
              <a:buSzPts val="1100"/>
              <a:buNone/>
              <a:defRPr sz="1467"/>
            </a:lvl5pPr>
            <a:lvl6pPr lvl="5" algn="r" rtl="0">
              <a:lnSpc>
                <a:spcPct val="100000"/>
              </a:lnSpc>
              <a:spcBef>
                <a:spcPts val="0"/>
              </a:spcBef>
              <a:spcAft>
                <a:spcPts val="0"/>
              </a:spcAft>
              <a:buSzPts val="1100"/>
              <a:buNone/>
              <a:defRPr sz="1467"/>
            </a:lvl6pPr>
            <a:lvl7pPr lvl="6" algn="r" rtl="0">
              <a:lnSpc>
                <a:spcPct val="100000"/>
              </a:lnSpc>
              <a:spcBef>
                <a:spcPts val="0"/>
              </a:spcBef>
              <a:spcAft>
                <a:spcPts val="0"/>
              </a:spcAft>
              <a:buSzPts val="1100"/>
              <a:buNone/>
              <a:defRPr sz="1467"/>
            </a:lvl7pPr>
            <a:lvl8pPr lvl="7" algn="r" rtl="0">
              <a:lnSpc>
                <a:spcPct val="100000"/>
              </a:lnSpc>
              <a:spcBef>
                <a:spcPts val="0"/>
              </a:spcBef>
              <a:spcAft>
                <a:spcPts val="0"/>
              </a:spcAft>
              <a:buSzPts val="1100"/>
              <a:buNone/>
              <a:defRPr sz="1467"/>
            </a:lvl8pPr>
            <a:lvl9pPr lvl="8" algn="r" rtl="0">
              <a:lnSpc>
                <a:spcPct val="100000"/>
              </a:lnSpc>
              <a:spcBef>
                <a:spcPts val="0"/>
              </a:spcBef>
              <a:spcAft>
                <a:spcPts val="0"/>
              </a:spcAft>
              <a:buSzPts val="1100"/>
              <a:buNone/>
              <a:defRPr sz="1467"/>
            </a:lvl9pPr>
          </a:lstStyle>
          <a:p>
            <a:endParaRPr/>
          </a:p>
        </p:txBody>
      </p:sp>
      <p:sp>
        <p:nvSpPr>
          <p:cNvPr id="52" name="Google Shape;52;p9"/>
          <p:cNvSpPr txBox="1">
            <a:spLocks noGrp="1"/>
          </p:cNvSpPr>
          <p:nvPr>
            <p:ph type="title" idx="3" hasCustomPrompt="1"/>
          </p:nvPr>
        </p:nvSpPr>
        <p:spPr>
          <a:xfrm>
            <a:off x="3064601" y="3300467"/>
            <a:ext cx="2351600" cy="10060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8000"/>
            </a:lvl1pPr>
            <a:lvl2pPr lvl="1"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3" name="Google Shape;53;p9"/>
          <p:cNvSpPr txBox="1">
            <a:spLocks noGrp="1"/>
          </p:cNvSpPr>
          <p:nvPr>
            <p:ph type="subTitle" idx="4"/>
          </p:nvPr>
        </p:nvSpPr>
        <p:spPr>
          <a:xfrm flipH="1">
            <a:off x="6090735" y="3584567"/>
            <a:ext cx="4353200" cy="44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467"/>
            </a:lvl1pPr>
            <a:lvl2pPr lvl="1" algn="r" rtl="0">
              <a:lnSpc>
                <a:spcPct val="100000"/>
              </a:lnSpc>
              <a:spcBef>
                <a:spcPts val="0"/>
              </a:spcBef>
              <a:spcAft>
                <a:spcPts val="0"/>
              </a:spcAft>
              <a:buSzPts val="1100"/>
              <a:buNone/>
              <a:defRPr sz="1467"/>
            </a:lvl2pPr>
            <a:lvl3pPr lvl="2" algn="r" rtl="0">
              <a:lnSpc>
                <a:spcPct val="100000"/>
              </a:lnSpc>
              <a:spcBef>
                <a:spcPts val="0"/>
              </a:spcBef>
              <a:spcAft>
                <a:spcPts val="0"/>
              </a:spcAft>
              <a:buSzPts val="1100"/>
              <a:buNone/>
              <a:defRPr sz="1467"/>
            </a:lvl3pPr>
            <a:lvl4pPr lvl="3" algn="r" rtl="0">
              <a:lnSpc>
                <a:spcPct val="100000"/>
              </a:lnSpc>
              <a:spcBef>
                <a:spcPts val="0"/>
              </a:spcBef>
              <a:spcAft>
                <a:spcPts val="0"/>
              </a:spcAft>
              <a:buSzPts val="1100"/>
              <a:buNone/>
              <a:defRPr sz="1467"/>
            </a:lvl4pPr>
            <a:lvl5pPr lvl="4" algn="r" rtl="0">
              <a:lnSpc>
                <a:spcPct val="100000"/>
              </a:lnSpc>
              <a:spcBef>
                <a:spcPts val="0"/>
              </a:spcBef>
              <a:spcAft>
                <a:spcPts val="0"/>
              </a:spcAft>
              <a:buSzPts val="1100"/>
              <a:buNone/>
              <a:defRPr sz="1467"/>
            </a:lvl5pPr>
            <a:lvl6pPr lvl="5" algn="r" rtl="0">
              <a:lnSpc>
                <a:spcPct val="100000"/>
              </a:lnSpc>
              <a:spcBef>
                <a:spcPts val="0"/>
              </a:spcBef>
              <a:spcAft>
                <a:spcPts val="0"/>
              </a:spcAft>
              <a:buSzPts val="1100"/>
              <a:buNone/>
              <a:defRPr sz="1467"/>
            </a:lvl6pPr>
            <a:lvl7pPr lvl="6" algn="r" rtl="0">
              <a:lnSpc>
                <a:spcPct val="100000"/>
              </a:lnSpc>
              <a:spcBef>
                <a:spcPts val="0"/>
              </a:spcBef>
              <a:spcAft>
                <a:spcPts val="0"/>
              </a:spcAft>
              <a:buSzPts val="1100"/>
              <a:buNone/>
              <a:defRPr sz="1467"/>
            </a:lvl7pPr>
            <a:lvl8pPr lvl="7" algn="r" rtl="0">
              <a:lnSpc>
                <a:spcPct val="100000"/>
              </a:lnSpc>
              <a:spcBef>
                <a:spcPts val="0"/>
              </a:spcBef>
              <a:spcAft>
                <a:spcPts val="0"/>
              </a:spcAft>
              <a:buSzPts val="1100"/>
              <a:buNone/>
              <a:defRPr sz="1467"/>
            </a:lvl8pPr>
            <a:lvl9pPr lvl="8" algn="r" rtl="0">
              <a:lnSpc>
                <a:spcPct val="100000"/>
              </a:lnSpc>
              <a:spcBef>
                <a:spcPts val="0"/>
              </a:spcBef>
              <a:spcAft>
                <a:spcPts val="0"/>
              </a:spcAft>
              <a:buSzPts val="1100"/>
              <a:buNone/>
              <a:defRPr sz="1467"/>
            </a:lvl9pPr>
          </a:lstStyle>
          <a:p>
            <a:endParaRPr/>
          </a:p>
        </p:txBody>
      </p:sp>
      <p:sp>
        <p:nvSpPr>
          <p:cNvPr id="54" name="Google Shape;54;p9"/>
          <p:cNvSpPr txBox="1">
            <a:spLocks noGrp="1"/>
          </p:cNvSpPr>
          <p:nvPr>
            <p:ph type="title" idx="5" hasCustomPrompt="1"/>
          </p:nvPr>
        </p:nvSpPr>
        <p:spPr>
          <a:xfrm>
            <a:off x="4470901" y="4684833"/>
            <a:ext cx="2393600" cy="10060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8000"/>
            </a:lvl1pPr>
            <a:lvl2pPr lvl="1"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5" name="Google Shape;55;p9"/>
          <p:cNvSpPr txBox="1">
            <a:spLocks noGrp="1"/>
          </p:cNvSpPr>
          <p:nvPr>
            <p:ph type="subTitle" idx="6"/>
          </p:nvPr>
        </p:nvSpPr>
        <p:spPr>
          <a:xfrm flipH="1">
            <a:off x="7561987" y="4946588"/>
            <a:ext cx="4353200" cy="44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467"/>
            </a:lvl1pPr>
            <a:lvl2pPr lvl="1" algn="r" rtl="0">
              <a:lnSpc>
                <a:spcPct val="100000"/>
              </a:lnSpc>
              <a:spcBef>
                <a:spcPts val="0"/>
              </a:spcBef>
              <a:spcAft>
                <a:spcPts val="0"/>
              </a:spcAft>
              <a:buSzPts val="1100"/>
              <a:buNone/>
              <a:defRPr sz="1467"/>
            </a:lvl2pPr>
            <a:lvl3pPr lvl="2" algn="r" rtl="0">
              <a:lnSpc>
                <a:spcPct val="100000"/>
              </a:lnSpc>
              <a:spcBef>
                <a:spcPts val="0"/>
              </a:spcBef>
              <a:spcAft>
                <a:spcPts val="0"/>
              </a:spcAft>
              <a:buSzPts val="1100"/>
              <a:buNone/>
              <a:defRPr sz="1467"/>
            </a:lvl3pPr>
            <a:lvl4pPr lvl="3" algn="r" rtl="0">
              <a:lnSpc>
                <a:spcPct val="100000"/>
              </a:lnSpc>
              <a:spcBef>
                <a:spcPts val="0"/>
              </a:spcBef>
              <a:spcAft>
                <a:spcPts val="0"/>
              </a:spcAft>
              <a:buSzPts val="1100"/>
              <a:buNone/>
              <a:defRPr sz="1467"/>
            </a:lvl4pPr>
            <a:lvl5pPr lvl="4" algn="r" rtl="0">
              <a:lnSpc>
                <a:spcPct val="100000"/>
              </a:lnSpc>
              <a:spcBef>
                <a:spcPts val="0"/>
              </a:spcBef>
              <a:spcAft>
                <a:spcPts val="0"/>
              </a:spcAft>
              <a:buSzPts val="1100"/>
              <a:buNone/>
              <a:defRPr sz="1467"/>
            </a:lvl5pPr>
            <a:lvl6pPr lvl="5" algn="r" rtl="0">
              <a:lnSpc>
                <a:spcPct val="100000"/>
              </a:lnSpc>
              <a:spcBef>
                <a:spcPts val="0"/>
              </a:spcBef>
              <a:spcAft>
                <a:spcPts val="0"/>
              </a:spcAft>
              <a:buSzPts val="1100"/>
              <a:buNone/>
              <a:defRPr sz="1467"/>
            </a:lvl6pPr>
            <a:lvl7pPr lvl="6" algn="r" rtl="0">
              <a:lnSpc>
                <a:spcPct val="100000"/>
              </a:lnSpc>
              <a:spcBef>
                <a:spcPts val="0"/>
              </a:spcBef>
              <a:spcAft>
                <a:spcPts val="0"/>
              </a:spcAft>
              <a:buSzPts val="1100"/>
              <a:buNone/>
              <a:defRPr sz="1467"/>
            </a:lvl7pPr>
            <a:lvl8pPr lvl="7" algn="r" rtl="0">
              <a:lnSpc>
                <a:spcPct val="100000"/>
              </a:lnSpc>
              <a:spcBef>
                <a:spcPts val="0"/>
              </a:spcBef>
              <a:spcAft>
                <a:spcPts val="0"/>
              </a:spcAft>
              <a:buSzPts val="1100"/>
              <a:buNone/>
              <a:defRPr sz="1467"/>
            </a:lvl8pPr>
            <a:lvl9pPr lvl="8" algn="r" rtl="0">
              <a:lnSpc>
                <a:spcPct val="100000"/>
              </a:lnSpc>
              <a:spcBef>
                <a:spcPts val="0"/>
              </a:spcBef>
              <a:spcAft>
                <a:spcPts val="0"/>
              </a:spcAft>
              <a:buSzPts val="1100"/>
              <a:buNone/>
              <a:defRPr sz="1467"/>
            </a:lvl9pPr>
          </a:lstStyle>
          <a:p>
            <a:endParaRPr/>
          </a:p>
        </p:txBody>
      </p:sp>
    </p:spTree>
    <p:extLst>
      <p:ext uri="{BB962C8B-B14F-4D97-AF65-F5344CB8AC3E}">
        <p14:creationId xmlns:p14="http://schemas.microsoft.com/office/powerpoint/2010/main" val="2222163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hree Columns">
  <p:cSld name="Three Columns">
    <p:spTree>
      <p:nvGrpSpPr>
        <p:cNvPr id="1" name="Shape 56"/>
        <p:cNvGrpSpPr/>
        <p:nvPr/>
      </p:nvGrpSpPr>
      <p:grpSpPr>
        <a:xfrm>
          <a:off x="0" y="0"/>
          <a:ext cx="0" cy="0"/>
          <a:chOff x="0" y="0"/>
          <a:chExt cx="0" cy="0"/>
        </a:xfrm>
      </p:grpSpPr>
      <p:sp>
        <p:nvSpPr>
          <p:cNvPr id="57" name="Google Shape;57;p10"/>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
        <p:nvSpPr>
          <p:cNvPr id="58" name="Google Shape;58;p10"/>
          <p:cNvSpPr txBox="1">
            <a:spLocks noGrp="1"/>
          </p:cNvSpPr>
          <p:nvPr>
            <p:ph type="ctrTitle" idx="2"/>
          </p:nvPr>
        </p:nvSpPr>
        <p:spPr>
          <a:xfrm>
            <a:off x="7488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59" name="Google Shape;59;p10"/>
          <p:cNvSpPr txBox="1">
            <a:spLocks noGrp="1"/>
          </p:cNvSpPr>
          <p:nvPr>
            <p:ph type="subTitle" idx="1"/>
          </p:nvPr>
        </p:nvSpPr>
        <p:spPr>
          <a:xfrm>
            <a:off x="1163267" y="4120633"/>
            <a:ext cx="27360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solidFill>
                  <a:srgbClr val="000000"/>
                </a:solidFill>
              </a:defRPr>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
        <p:nvSpPr>
          <p:cNvPr id="60" name="Google Shape;60;p10"/>
          <p:cNvSpPr txBox="1">
            <a:spLocks noGrp="1"/>
          </p:cNvSpPr>
          <p:nvPr>
            <p:ph type="ctrTitle" idx="3"/>
          </p:nvPr>
        </p:nvSpPr>
        <p:spPr>
          <a:xfrm>
            <a:off x="43136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61" name="Google Shape;61;p10"/>
          <p:cNvSpPr txBox="1">
            <a:spLocks noGrp="1"/>
          </p:cNvSpPr>
          <p:nvPr>
            <p:ph type="subTitle" idx="4"/>
          </p:nvPr>
        </p:nvSpPr>
        <p:spPr>
          <a:xfrm>
            <a:off x="4617200" y="2715667"/>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solidFill>
                  <a:srgbClr val="000000"/>
                </a:solidFill>
              </a:defRPr>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
        <p:nvSpPr>
          <p:cNvPr id="62" name="Google Shape;62;p10"/>
          <p:cNvSpPr txBox="1">
            <a:spLocks noGrp="1"/>
          </p:cNvSpPr>
          <p:nvPr>
            <p:ph type="ctrTitle" idx="5"/>
          </p:nvPr>
        </p:nvSpPr>
        <p:spPr>
          <a:xfrm>
            <a:off x="78784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63" name="Google Shape;63;p10"/>
          <p:cNvSpPr txBox="1">
            <a:spLocks noGrp="1"/>
          </p:cNvSpPr>
          <p:nvPr>
            <p:ph type="subTitle" idx="6"/>
          </p:nvPr>
        </p:nvSpPr>
        <p:spPr>
          <a:xfrm>
            <a:off x="8182000" y="4120633"/>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solidFill>
                  <a:srgbClr val="000000"/>
                </a:solidFill>
              </a:defRPr>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Tree>
    <p:extLst>
      <p:ext uri="{BB962C8B-B14F-4D97-AF65-F5344CB8AC3E}">
        <p14:creationId xmlns:p14="http://schemas.microsoft.com/office/powerpoint/2010/main" val="3215036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3">
  <p:cSld name="Section 3">
    <p:spTree>
      <p:nvGrpSpPr>
        <p:cNvPr id="1" name="Shape 64"/>
        <p:cNvGrpSpPr/>
        <p:nvPr/>
      </p:nvGrpSpPr>
      <p:grpSpPr>
        <a:xfrm>
          <a:off x="0" y="0"/>
          <a:ext cx="0" cy="0"/>
          <a:chOff x="0" y="0"/>
          <a:chExt cx="0" cy="0"/>
        </a:xfrm>
      </p:grpSpPr>
      <p:sp>
        <p:nvSpPr>
          <p:cNvPr id="65" name="Google Shape;65;p11"/>
          <p:cNvSpPr txBox="1">
            <a:spLocks noGrp="1"/>
          </p:cNvSpPr>
          <p:nvPr>
            <p:ph type="ctrTitle"/>
          </p:nvPr>
        </p:nvSpPr>
        <p:spPr>
          <a:xfrm flipH="1">
            <a:off x="3672724" y="1796051"/>
            <a:ext cx="6927600" cy="25616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4800"/>
            </a:lvl1pPr>
            <a:lvl2pPr lvl="1" algn="r" rtl="0">
              <a:spcBef>
                <a:spcPts val="0"/>
              </a:spcBef>
              <a:spcAft>
                <a:spcPts val="0"/>
              </a:spcAft>
              <a:buClr>
                <a:srgbClr val="FFFFFF"/>
              </a:buClr>
              <a:buSzPts val="6500"/>
              <a:buNone/>
              <a:defRPr sz="8666">
                <a:solidFill>
                  <a:srgbClr val="FFFFFF"/>
                </a:solidFill>
              </a:defRPr>
            </a:lvl2pPr>
            <a:lvl3pPr lvl="2" algn="r" rtl="0">
              <a:spcBef>
                <a:spcPts val="0"/>
              </a:spcBef>
              <a:spcAft>
                <a:spcPts val="0"/>
              </a:spcAft>
              <a:buClr>
                <a:srgbClr val="FFFFFF"/>
              </a:buClr>
              <a:buSzPts val="6500"/>
              <a:buNone/>
              <a:defRPr sz="8666">
                <a:solidFill>
                  <a:srgbClr val="FFFFFF"/>
                </a:solidFill>
              </a:defRPr>
            </a:lvl3pPr>
            <a:lvl4pPr lvl="3" algn="r" rtl="0">
              <a:spcBef>
                <a:spcPts val="0"/>
              </a:spcBef>
              <a:spcAft>
                <a:spcPts val="0"/>
              </a:spcAft>
              <a:buClr>
                <a:srgbClr val="FFFFFF"/>
              </a:buClr>
              <a:buSzPts val="6500"/>
              <a:buNone/>
              <a:defRPr sz="8666">
                <a:solidFill>
                  <a:srgbClr val="FFFFFF"/>
                </a:solidFill>
              </a:defRPr>
            </a:lvl4pPr>
            <a:lvl5pPr lvl="4" algn="r" rtl="0">
              <a:spcBef>
                <a:spcPts val="0"/>
              </a:spcBef>
              <a:spcAft>
                <a:spcPts val="0"/>
              </a:spcAft>
              <a:buClr>
                <a:srgbClr val="FFFFFF"/>
              </a:buClr>
              <a:buSzPts val="6500"/>
              <a:buNone/>
              <a:defRPr sz="8666">
                <a:solidFill>
                  <a:srgbClr val="FFFFFF"/>
                </a:solidFill>
              </a:defRPr>
            </a:lvl5pPr>
            <a:lvl6pPr lvl="5" algn="r" rtl="0">
              <a:spcBef>
                <a:spcPts val="0"/>
              </a:spcBef>
              <a:spcAft>
                <a:spcPts val="0"/>
              </a:spcAft>
              <a:buClr>
                <a:srgbClr val="FFFFFF"/>
              </a:buClr>
              <a:buSzPts val="6500"/>
              <a:buNone/>
              <a:defRPr sz="8666">
                <a:solidFill>
                  <a:srgbClr val="FFFFFF"/>
                </a:solidFill>
              </a:defRPr>
            </a:lvl6pPr>
            <a:lvl7pPr lvl="6" algn="r" rtl="0">
              <a:spcBef>
                <a:spcPts val="0"/>
              </a:spcBef>
              <a:spcAft>
                <a:spcPts val="0"/>
              </a:spcAft>
              <a:buClr>
                <a:srgbClr val="FFFFFF"/>
              </a:buClr>
              <a:buSzPts val="6500"/>
              <a:buNone/>
              <a:defRPr sz="8666">
                <a:solidFill>
                  <a:srgbClr val="FFFFFF"/>
                </a:solidFill>
              </a:defRPr>
            </a:lvl7pPr>
            <a:lvl8pPr lvl="7" algn="r" rtl="0">
              <a:spcBef>
                <a:spcPts val="0"/>
              </a:spcBef>
              <a:spcAft>
                <a:spcPts val="0"/>
              </a:spcAft>
              <a:buClr>
                <a:srgbClr val="FFFFFF"/>
              </a:buClr>
              <a:buSzPts val="6500"/>
              <a:buNone/>
              <a:defRPr sz="8666">
                <a:solidFill>
                  <a:srgbClr val="FFFFFF"/>
                </a:solidFill>
              </a:defRPr>
            </a:lvl8pPr>
            <a:lvl9pPr lvl="8" algn="r" rtl="0">
              <a:spcBef>
                <a:spcPts val="0"/>
              </a:spcBef>
              <a:spcAft>
                <a:spcPts val="0"/>
              </a:spcAft>
              <a:buClr>
                <a:srgbClr val="FFFFFF"/>
              </a:buClr>
              <a:buSzPts val="6500"/>
              <a:buNone/>
              <a:defRPr sz="8666">
                <a:solidFill>
                  <a:srgbClr val="FFFFFF"/>
                </a:solidFill>
              </a:defRPr>
            </a:lvl9pPr>
          </a:lstStyle>
          <a:p>
            <a:endParaRPr/>
          </a:p>
        </p:txBody>
      </p:sp>
      <p:sp>
        <p:nvSpPr>
          <p:cNvPr id="66" name="Google Shape;66;p11"/>
          <p:cNvSpPr txBox="1">
            <a:spLocks noGrp="1"/>
          </p:cNvSpPr>
          <p:nvPr>
            <p:ph type="title" idx="2" hasCustomPrompt="1"/>
          </p:nvPr>
        </p:nvSpPr>
        <p:spPr>
          <a:xfrm flipH="1">
            <a:off x="6627924" y="1380284"/>
            <a:ext cx="3972400" cy="10060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12800"/>
            </a:lvl1pPr>
            <a:lvl2pPr lvl="1"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67" name="Google Shape;67;p11"/>
          <p:cNvSpPr txBox="1">
            <a:spLocks noGrp="1"/>
          </p:cNvSpPr>
          <p:nvPr>
            <p:ph type="subTitle" idx="1"/>
          </p:nvPr>
        </p:nvSpPr>
        <p:spPr>
          <a:xfrm>
            <a:off x="4967124" y="3657319"/>
            <a:ext cx="5633200" cy="715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467"/>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extLst>
      <p:ext uri="{BB962C8B-B14F-4D97-AF65-F5344CB8AC3E}">
        <p14:creationId xmlns:p14="http://schemas.microsoft.com/office/powerpoint/2010/main" val="1430358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ix Columns">
  <p:cSld name="Six Columns">
    <p:spTree>
      <p:nvGrpSpPr>
        <p:cNvPr id="1" name="Shape 68"/>
        <p:cNvGrpSpPr/>
        <p:nvPr/>
      </p:nvGrpSpPr>
      <p:grpSpPr>
        <a:xfrm>
          <a:off x="0" y="0"/>
          <a:ext cx="0" cy="0"/>
          <a:chOff x="0" y="0"/>
          <a:chExt cx="0" cy="0"/>
        </a:xfrm>
      </p:grpSpPr>
      <p:sp>
        <p:nvSpPr>
          <p:cNvPr id="69" name="Google Shape;69;p12"/>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
        <p:nvSpPr>
          <p:cNvPr id="70" name="Google Shape;70;p12"/>
          <p:cNvSpPr txBox="1">
            <a:spLocks noGrp="1"/>
          </p:cNvSpPr>
          <p:nvPr>
            <p:ph type="ctrTitle" idx="2"/>
          </p:nvPr>
        </p:nvSpPr>
        <p:spPr>
          <a:xfrm>
            <a:off x="619304" y="2408667"/>
            <a:ext cx="23740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867"/>
            </a:lvl1pPr>
            <a:lvl2pPr lvl="1" rtl="0">
              <a:spcBef>
                <a:spcPts val="0"/>
              </a:spcBef>
              <a:spcAft>
                <a:spcPts val="0"/>
              </a:spcAft>
              <a:buClr>
                <a:srgbClr val="000000"/>
              </a:buClr>
              <a:buSzPts val="1400"/>
              <a:buNone/>
              <a:defRPr sz="1867">
                <a:solidFill>
                  <a:srgbClr val="000000"/>
                </a:solidFill>
              </a:defRPr>
            </a:lvl2pPr>
            <a:lvl3pPr lvl="2" rtl="0">
              <a:spcBef>
                <a:spcPts val="0"/>
              </a:spcBef>
              <a:spcAft>
                <a:spcPts val="0"/>
              </a:spcAft>
              <a:buClr>
                <a:srgbClr val="000000"/>
              </a:buClr>
              <a:buSzPts val="1400"/>
              <a:buNone/>
              <a:defRPr sz="1867">
                <a:solidFill>
                  <a:srgbClr val="000000"/>
                </a:solidFill>
              </a:defRPr>
            </a:lvl3pPr>
            <a:lvl4pPr lvl="3" rtl="0">
              <a:spcBef>
                <a:spcPts val="0"/>
              </a:spcBef>
              <a:spcAft>
                <a:spcPts val="0"/>
              </a:spcAft>
              <a:buClr>
                <a:srgbClr val="000000"/>
              </a:buClr>
              <a:buSzPts val="1400"/>
              <a:buNone/>
              <a:defRPr sz="1867">
                <a:solidFill>
                  <a:srgbClr val="000000"/>
                </a:solidFill>
              </a:defRPr>
            </a:lvl4pPr>
            <a:lvl5pPr lvl="4" rtl="0">
              <a:spcBef>
                <a:spcPts val="0"/>
              </a:spcBef>
              <a:spcAft>
                <a:spcPts val="0"/>
              </a:spcAft>
              <a:buClr>
                <a:srgbClr val="000000"/>
              </a:buClr>
              <a:buSzPts val="1400"/>
              <a:buNone/>
              <a:defRPr sz="1867">
                <a:solidFill>
                  <a:srgbClr val="000000"/>
                </a:solidFill>
              </a:defRPr>
            </a:lvl5pPr>
            <a:lvl6pPr lvl="5" rtl="0">
              <a:spcBef>
                <a:spcPts val="0"/>
              </a:spcBef>
              <a:spcAft>
                <a:spcPts val="0"/>
              </a:spcAft>
              <a:buClr>
                <a:srgbClr val="000000"/>
              </a:buClr>
              <a:buSzPts val="1400"/>
              <a:buNone/>
              <a:defRPr sz="1867">
                <a:solidFill>
                  <a:srgbClr val="000000"/>
                </a:solidFill>
              </a:defRPr>
            </a:lvl6pPr>
            <a:lvl7pPr lvl="6" rtl="0">
              <a:spcBef>
                <a:spcPts val="0"/>
              </a:spcBef>
              <a:spcAft>
                <a:spcPts val="0"/>
              </a:spcAft>
              <a:buClr>
                <a:srgbClr val="000000"/>
              </a:buClr>
              <a:buSzPts val="1400"/>
              <a:buNone/>
              <a:defRPr sz="1867">
                <a:solidFill>
                  <a:srgbClr val="000000"/>
                </a:solidFill>
              </a:defRPr>
            </a:lvl7pPr>
            <a:lvl8pPr lvl="7" rtl="0">
              <a:spcBef>
                <a:spcPts val="0"/>
              </a:spcBef>
              <a:spcAft>
                <a:spcPts val="0"/>
              </a:spcAft>
              <a:buClr>
                <a:srgbClr val="000000"/>
              </a:buClr>
              <a:buSzPts val="1400"/>
              <a:buNone/>
              <a:defRPr sz="1867">
                <a:solidFill>
                  <a:srgbClr val="000000"/>
                </a:solidFill>
              </a:defRPr>
            </a:lvl8pPr>
            <a:lvl9pPr lvl="8" rtl="0">
              <a:spcBef>
                <a:spcPts val="0"/>
              </a:spcBef>
              <a:spcAft>
                <a:spcPts val="0"/>
              </a:spcAft>
              <a:buClr>
                <a:srgbClr val="000000"/>
              </a:buClr>
              <a:buSzPts val="1400"/>
              <a:buNone/>
              <a:defRPr sz="1867">
                <a:solidFill>
                  <a:srgbClr val="000000"/>
                </a:solidFill>
              </a:defRPr>
            </a:lvl9pPr>
          </a:lstStyle>
          <a:p>
            <a:endParaRPr/>
          </a:p>
        </p:txBody>
      </p:sp>
      <p:sp>
        <p:nvSpPr>
          <p:cNvPr id="71" name="Google Shape;71;p12"/>
          <p:cNvSpPr txBox="1">
            <a:spLocks noGrp="1"/>
          </p:cNvSpPr>
          <p:nvPr>
            <p:ph type="subTitle" idx="1"/>
          </p:nvPr>
        </p:nvSpPr>
        <p:spPr>
          <a:xfrm>
            <a:off x="821504" y="2800999"/>
            <a:ext cx="1969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200"/>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
        <p:nvSpPr>
          <p:cNvPr id="72" name="Google Shape;72;p12"/>
          <p:cNvSpPr txBox="1">
            <a:spLocks noGrp="1"/>
          </p:cNvSpPr>
          <p:nvPr>
            <p:ph type="ctrTitle" idx="3"/>
          </p:nvPr>
        </p:nvSpPr>
        <p:spPr>
          <a:xfrm>
            <a:off x="2769901" y="2408667"/>
            <a:ext cx="23740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867"/>
            </a:lvl1pPr>
            <a:lvl2pPr lvl="1" rtl="0">
              <a:spcBef>
                <a:spcPts val="0"/>
              </a:spcBef>
              <a:spcAft>
                <a:spcPts val="0"/>
              </a:spcAft>
              <a:buClr>
                <a:srgbClr val="000000"/>
              </a:buClr>
              <a:buSzPts val="1400"/>
              <a:buNone/>
              <a:defRPr sz="1867">
                <a:solidFill>
                  <a:srgbClr val="000000"/>
                </a:solidFill>
              </a:defRPr>
            </a:lvl2pPr>
            <a:lvl3pPr lvl="2" rtl="0">
              <a:spcBef>
                <a:spcPts val="0"/>
              </a:spcBef>
              <a:spcAft>
                <a:spcPts val="0"/>
              </a:spcAft>
              <a:buClr>
                <a:srgbClr val="000000"/>
              </a:buClr>
              <a:buSzPts val="1400"/>
              <a:buNone/>
              <a:defRPr sz="1867">
                <a:solidFill>
                  <a:srgbClr val="000000"/>
                </a:solidFill>
              </a:defRPr>
            </a:lvl3pPr>
            <a:lvl4pPr lvl="3" rtl="0">
              <a:spcBef>
                <a:spcPts val="0"/>
              </a:spcBef>
              <a:spcAft>
                <a:spcPts val="0"/>
              </a:spcAft>
              <a:buClr>
                <a:srgbClr val="000000"/>
              </a:buClr>
              <a:buSzPts val="1400"/>
              <a:buNone/>
              <a:defRPr sz="1867">
                <a:solidFill>
                  <a:srgbClr val="000000"/>
                </a:solidFill>
              </a:defRPr>
            </a:lvl4pPr>
            <a:lvl5pPr lvl="4" rtl="0">
              <a:spcBef>
                <a:spcPts val="0"/>
              </a:spcBef>
              <a:spcAft>
                <a:spcPts val="0"/>
              </a:spcAft>
              <a:buClr>
                <a:srgbClr val="000000"/>
              </a:buClr>
              <a:buSzPts val="1400"/>
              <a:buNone/>
              <a:defRPr sz="1867">
                <a:solidFill>
                  <a:srgbClr val="000000"/>
                </a:solidFill>
              </a:defRPr>
            </a:lvl5pPr>
            <a:lvl6pPr lvl="5" rtl="0">
              <a:spcBef>
                <a:spcPts val="0"/>
              </a:spcBef>
              <a:spcAft>
                <a:spcPts val="0"/>
              </a:spcAft>
              <a:buClr>
                <a:srgbClr val="000000"/>
              </a:buClr>
              <a:buSzPts val="1400"/>
              <a:buNone/>
              <a:defRPr sz="1867">
                <a:solidFill>
                  <a:srgbClr val="000000"/>
                </a:solidFill>
              </a:defRPr>
            </a:lvl6pPr>
            <a:lvl7pPr lvl="6" rtl="0">
              <a:spcBef>
                <a:spcPts val="0"/>
              </a:spcBef>
              <a:spcAft>
                <a:spcPts val="0"/>
              </a:spcAft>
              <a:buClr>
                <a:srgbClr val="000000"/>
              </a:buClr>
              <a:buSzPts val="1400"/>
              <a:buNone/>
              <a:defRPr sz="1867">
                <a:solidFill>
                  <a:srgbClr val="000000"/>
                </a:solidFill>
              </a:defRPr>
            </a:lvl7pPr>
            <a:lvl8pPr lvl="7" rtl="0">
              <a:spcBef>
                <a:spcPts val="0"/>
              </a:spcBef>
              <a:spcAft>
                <a:spcPts val="0"/>
              </a:spcAft>
              <a:buClr>
                <a:srgbClr val="000000"/>
              </a:buClr>
              <a:buSzPts val="1400"/>
              <a:buNone/>
              <a:defRPr sz="1867">
                <a:solidFill>
                  <a:srgbClr val="000000"/>
                </a:solidFill>
              </a:defRPr>
            </a:lvl8pPr>
            <a:lvl9pPr lvl="8" rtl="0">
              <a:spcBef>
                <a:spcPts val="0"/>
              </a:spcBef>
              <a:spcAft>
                <a:spcPts val="0"/>
              </a:spcAft>
              <a:buClr>
                <a:srgbClr val="000000"/>
              </a:buClr>
              <a:buSzPts val="1400"/>
              <a:buNone/>
              <a:defRPr sz="1867">
                <a:solidFill>
                  <a:srgbClr val="000000"/>
                </a:solidFill>
              </a:defRPr>
            </a:lvl9pPr>
          </a:lstStyle>
          <a:p>
            <a:endParaRPr/>
          </a:p>
        </p:txBody>
      </p:sp>
      <p:sp>
        <p:nvSpPr>
          <p:cNvPr id="73" name="Google Shape;73;p12"/>
          <p:cNvSpPr txBox="1">
            <a:spLocks noGrp="1"/>
          </p:cNvSpPr>
          <p:nvPr>
            <p:ph type="subTitle" idx="4"/>
          </p:nvPr>
        </p:nvSpPr>
        <p:spPr>
          <a:xfrm>
            <a:off x="2972101" y="2800999"/>
            <a:ext cx="1969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200"/>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
        <p:nvSpPr>
          <p:cNvPr id="74" name="Google Shape;74;p12"/>
          <p:cNvSpPr txBox="1">
            <a:spLocks noGrp="1"/>
          </p:cNvSpPr>
          <p:nvPr>
            <p:ph type="ctrTitle" idx="5"/>
          </p:nvPr>
        </p:nvSpPr>
        <p:spPr>
          <a:xfrm>
            <a:off x="4920500" y="2408667"/>
            <a:ext cx="23740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867"/>
            </a:lvl1pPr>
            <a:lvl2pPr lvl="1" rtl="0">
              <a:spcBef>
                <a:spcPts val="0"/>
              </a:spcBef>
              <a:spcAft>
                <a:spcPts val="0"/>
              </a:spcAft>
              <a:buClr>
                <a:srgbClr val="000000"/>
              </a:buClr>
              <a:buSzPts val="1400"/>
              <a:buNone/>
              <a:defRPr sz="1867">
                <a:solidFill>
                  <a:srgbClr val="000000"/>
                </a:solidFill>
              </a:defRPr>
            </a:lvl2pPr>
            <a:lvl3pPr lvl="2" rtl="0">
              <a:spcBef>
                <a:spcPts val="0"/>
              </a:spcBef>
              <a:spcAft>
                <a:spcPts val="0"/>
              </a:spcAft>
              <a:buClr>
                <a:srgbClr val="000000"/>
              </a:buClr>
              <a:buSzPts val="1400"/>
              <a:buNone/>
              <a:defRPr sz="1867">
                <a:solidFill>
                  <a:srgbClr val="000000"/>
                </a:solidFill>
              </a:defRPr>
            </a:lvl3pPr>
            <a:lvl4pPr lvl="3" rtl="0">
              <a:spcBef>
                <a:spcPts val="0"/>
              </a:spcBef>
              <a:spcAft>
                <a:spcPts val="0"/>
              </a:spcAft>
              <a:buClr>
                <a:srgbClr val="000000"/>
              </a:buClr>
              <a:buSzPts val="1400"/>
              <a:buNone/>
              <a:defRPr sz="1867">
                <a:solidFill>
                  <a:srgbClr val="000000"/>
                </a:solidFill>
              </a:defRPr>
            </a:lvl4pPr>
            <a:lvl5pPr lvl="4" rtl="0">
              <a:spcBef>
                <a:spcPts val="0"/>
              </a:spcBef>
              <a:spcAft>
                <a:spcPts val="0"/>
              </a:spcAft>
              <a:buClr>
                <a:srgbClr val="000000"/>
              </a:buClr>
              <a:buSzPts val="1400"/>
              <a:buNone/>
              <a:defRPr sz="1867">
                <a:solidFill>
                  <a:srgbClr val="000000"/>
                </a:solidFill>
              </a:defRPr>
            </a:lvl5pPr>
            <a:lvl6pPr lvl="5" rtl="0">
              <a:spcBef>
                <a:spcPts val="0"/>
              </a:spcBef>
              <a:spcAft>
                <a:spcPts val="0"/>
              </a:spcAft>
              <a:buClr>
                <a:srgbClr val="000000"/>
              </a:buClr>
              <a:buSzPts val="1400"/>
              <a:buNone/>
              <a:defRPr sz="1867">
                <a:solidFill>
                  <a:srgbClr val="000000"/>
                </a:solidFill>
              </a:defRPr>
            </a:lvl6pPr>
            <a:lvl7pPr lvl="6" rtl="0">
              <a:spcBef>
                <a:spcPts val="0"/>
              </a:spcBef>
              <a:spcAft>
                <a:spcPts val="0"/>
              </a:spcAft>
              <a:buClr>
                <a:srgbClr val="000000"/>
              </a:buClr>
              <a:buSzPts val="1400"/>
              <a:buNone/>
              <a:defRPr sz="1867">
                <a:solidFill>
                  <a:srgbClr val="000000"/>
                </a:solidFill>
              </a:defRPr>
            </a:lvl7pPr>
            <a:lvl8pPr lvl="7" rtl="0">
              <a:spcBef>
                <a:spcPts val="0"/>
              </a:spcBef>
              <a:spcAft>
                <a:spcPts val="0"/>
              </a:spcAft>
              <a:buClr>
                <a:srgbClr val="000000"/>
              </a:buClr>
              <a:buSzPts val="1400"/>
              <a:buNone/>
              <a:defRPr sz="1867">
                <a:solidFill>
                  <a:srgbClr val="000000"/>
                </a:solidFill>
              </a:defRPr>
            </a:lvl8pPr>
            <a:lvl9pPr lvl="8" rtl="0">
              <a:spcBef>
                <a:spcPts val="0"/>
              </a:spcBef>
              <a:spcAft>
                <a:spcPts val="0"/>
              </a:spcAft>
              <a:buClr>
                <a:srgbClr val="000000"/>
              </a:buClr>
              <a:buSzPts val="1400"/>
              <a:buNone/>
              <a:defRPr sz="1867">
                <a:solidFill>
                  <a:srgbClr val="000000"/>
                </a:solidFill>
              </a:defRPr>
            </a:lvl9pPr>
          </a:lstStyle>
          <a:p>
            <a:endParaRPr/>
          </a:p>
        </p:txBody>
      </p:sp>
      <p:sp>
        <p:nvSpPr>
          <p:cNvPr id="75" name="Google Shape;75;p12"/>
          <p:cNvSpPr txBox="1">
            <a:spLocks noGrp="1"/>
          </p:cNvSpPr>
          <p:nvPr>
            <p:ph type="subTitle" idx="6"/>
          </p:nvPr>
        </p:nvSpPr>
        <p:spPr>
          <a:xfrm>
            <a:off x="5122700" y="2800999"/>
            <a:ext cx="1969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200"/>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
        <p:nvSpPr>
          <p:cNvPr id="76" name="Google Shape;76;p12"/>
          <p:cNvSpPr txBox="1">
            <a:spLocks noGrp="1"/>
          </p:cNvSpPr>
          <p:nvPr>
            <p:ph type="ctrTitle" idx="7"/>
          </p:nvPr>
        </p:nvSpPr>
        <p:spPr>
          <a:xfrm>
            <a:off x="4942823" y="4733149"/>
            <a:ext cx="23740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867"/>
            </a:lvl1pPr>
            <a:lvl2pPr lvl="1" rtl="0">
              <a:spcBef>
                <a:spcPts val="0"/>
              </a:spcBef>
              <a:spcAft>
                <a:spcPts val="0"/>
              </a:spcAft>
              <a:buClr>
                <a:srgbClr val="000000"/>
              </a:buClr>
              <a:buSzPts val="1400"/>
              <a:buNone/>
              <a:defRPr sz="1867">
                <a:solidFill>
                  <a:srgbClr val="000000"/>
                </a:solidFill>
              </a:defRPr>
            </a:lvl2pPr>
            <a:lvl3pPr lvl="2" rtl="0">
              <a:spcBef>
                <a:spcPts val="0"/>
              </a:spcBef>
              <a:spcAft>
                <a:spcPts val="0"/>
              </a:spcAft>
              <a:buClr>
                <a:srgbClr val="000000"/>
              </a:buClr>
              <a:buSzPts val="1400"/>
              <a:buNone/>
              <a:defRPr sz="1867">
                <a:solidFill>
                  <a:srgbClr val="000000"/>
                </a:solidFill>
              </a:defRPr>
            </a:lvl3pPr>
            <a:lvl4pPr lvl="3" rtl="0">
              <a:spcBef>
                <a:spcPts val="0"/>
              </a:spcBef>
              <a:spcAft>
                <a:spcPts val="0"/>
              </a:spcAft>
              <a:buClr>
                <a:srgbClr val="000000"/>
              </a:buClr>
              <a:buSzPts val="1400"/>
              <a:buNone/>
              <a:defRPr sz="1867">
                <a:solidFill>
                  <a:srgbClr val="000000"/>
                </a:solidFill>
              </a:defRPr>
            </a:lvl4pPr>
            <a:lvl5pPr lvl="4" rtl="0">
              <a:spcBef>
                <a:spcPts val="0"/>
              </a:spcBef>
              <a:spcAft>
                <a:spcPts val="0"/>
              </a:spcAft>
              <a:buClr>
                <a:srgbClr val="000000"/>
              </a:buClr>
              <a:buSzPts val="1400"/>
              <a:buNone/>
              <a:defRPr sz="1867">
                <a:solidFill>
                  <a:srgbClr val="000000"/>
                </a:solidFill>
              </a:defRPr>
            </a:lvl5pPr>
            <a:lvl6pPr lvl="5" rtl="0">
              <a:spcBef>
                <a:spcPts val="0"/>
              </a:spcBef>
              <a:spcAft>
                <a:spcPts val="0"/>
              </a:spcAft>
              <a:buClr>
                <a:srgbClr val="000000"/>
              </a:buClr>
              <a:buSzPts val="1400"/>
              <a:buNone/>
              <a:defRPr sz="1867">
                <a:solidFill>
                  <a:srgbClr val="000000"/>
                </a:solidFill>
              </a:defRPr>
            </a:lvl6pPr>
            <a:lvl7pPr lvl="6" rtl="0">
              <a:spcBef>
                <a:spcPts val="0"/>
              </a:spcBef>
              <a:spcAft>
                <a:spcPts val="0"/>
              </a:spcAft>
              <a:buClr>
                <a:srgbClr val="000000"/>
              </a:buClr>
              <a:buSzPts val="1400"/>
              <a:buNone/>
              <a:defRPr sz="1867">
                <a:solidFill>
                  <a:srgbClr val="000000"/>
                </a:solidFill>
              </a:defRPr>
            </a:lvl7pPr>
            <a:lvl8pPr lvl="7" rtl="0">
              <a:spcBef>
                <a:spcPts val="0"/>
              </a:spcBef>
              <a:spcAft>
                <a:spcPts val="0"/>
              </a:spcAft>
              <a:buClr>
                <a:srgbClr val="000000"/>
              </a:buClr>
              <a:buSzPts val="1400"/>
              <a:buNone/>
              <a:defRPr sz="1867">
                <a:solidFill>
                  <a:srgbClr val="000000"/>
                </a:solidFill>
              </a:defRPr>
            </a:lvl8pPr>
            <a:lvl9pPr lvl="8" rtl="0">
              <a:spcBef>
                <a:spcPts val="0"/>
              </a:spcBef>
              <a:spcAft>
                <a:spcPts val="0"/>
              </a:spcAft>
              <a:buClr>
                <a:srgbClr val="000000"/>
              </a:buClr>
              <a:buSzPts val="1400"/>
              <a:buNone/>
              <a:defRPr sz="1867">
                <a:solidFill>
                  <a:srgbClr val="000000"/>
                </a:solidFill>
              </a:defRPr>
            </a:lvl9pPr>
          </a:lstStyle>
          <a:p>
            <a:endParaRPr/>
          </a:p>
        </p:txBody>
      </p:sp>
      <p:sp>
        <p:nvSpPr>
          <p:cNvPr id="77" name="Google Shape;77;p12"/>
          <p:cNvSpPr txBox="1">
            <a:spLocks noGrp="1"/>
          </p:cNvSpPr>
          <p:nvPr>
            <p:ph type="subTitle" idx="8"/>
          </p:nvPr>
        </p:nvSpPr>
        <p:spPr>
          <a:xfrm>
            <a:off x="5145029" y="5186935"/>
            <a:ext cx="1969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200"/>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
        <p:nvSpPr>
          <p:cNvPr id="78" name="Google Shape;78;p12"/>
          <p:cNvSpPr txBox="1">
            <a:spLocks noGrp="1"/>
          </p:cNvSpPr>
          <p:nvPr>
            <p:ph type="ctrTitle" idx="9"/>
          </p:nvPr>
        </p:nvSpPr>
        <p:spPr>
          <a:xfrm>
            <a:off x="7124692" y="4733149"/>
            <a:ext cx="23740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867"/>
            </a:lvl1pPr>
            <a:lvl2pPr lvl="1" rtl="0">
              <a:spcBef>
                <a:spcPts val="0"/>
              </a:spcBef>
              <a:spcAft>
                <a:spcPts val="0"/>
              </a:spcAft>
              <a:buClr>
                <a:srgbClr val="000000"/>
              </a:buClr>
              <a:buSzPts val="1400"/>
              <a:buNone/>
              <a:defRPr sz="1867">
                <a:solidFill>
                  <a:srgbClr val="000000"/>
                </a:solidFill>
              </a:defRPr>
            </a:lvl2pPr>
            <a:lvl3pPr lvl="2" rtl="0">
              <a:spcBef>
                <a:spcPts val="0"/>
              </a:spcBef>
              <a:spcAft>
                <a:spcPts val="0"/>
              </a:spcAft>
              <a:buClr>
                <a:srgbClr val="000000"/>
              </a:buClr>
              <a:buSzPts val="1400"/>
              <a:buNone/>
              <a:defRPr sz="1867">
                <a:solidFill>
                  <a:srgbClr val="000000"/>
                </a:solidFill>
              </a:defRPr>
            </a:lvl3pPr>
            <a:lvl4pPr lvl="3" rtl="0">
              <a:spcBef>
                <a:spcPts val="0"/>
              </a:spcBef>
              <a:spcAft>
                <a:spcPts val="0"/>
              </a:spcAft>
              <a:buClr>
                <a:srgbClr val="000000"/>
              </a:buClr>
              <a:buSzPts val="1400"/>
              <a:buNone/>
              <a:defRPr sz="1867">
                <a:solidFill>
                  <a:srgbClr val="000000"/>
                </a:solidFill>
              </a:defRPr>
            </a:lvl4pPr>
            <a:lvl5pPr lvl="4" rtl="0">
              <a:spcBef>
                <a:spcPts val="0"/>
              </a:spcBef>
              <a:spcAft>
                <a:spcPts val="0"/>
              </a:spcAft>
              <a:buClr>
                <a:srgbClr val="000000"/>
              </a:buClr>
              <a:buSzPts val="1400"/>
              <a:buNone/>
              <a:defRPr sz="1867">
                <a:solidFill>
                  <a:srgbClr val="000000"/>
                </a:solidFill>
              </a:defRPr>
            </a:lvl5pPr>
            <a:lvl6pPr lvl="5" rtl="0">
              <a:spcBef>
                <a:spcPts val="0"/>
              </a:spcBef>
              <a:spcAft>
                <a:spcPts val="0"/>
              </a:spcAft>
              <a:buClr>
                <a:srgbClr val="000000"/>
              </a:buClr>
              <a:buSzPts val="1400"/>
              <a:buNone/>
              <a:defRPr sz="1867">
                <a:solidFill>
                  <a:srgbClr val="000000"/>
                </a:solidFill>
              </a:defRPr>
            </a:lvl6pPr>
            <a:lvl7pPr lvl="6" rtl="0">
              <a:spcBef>
                <a:spcPts val="0"/>
              </a:spcBef>
              <a:spcAft>
                <a:spcPts val="0"/>
              </a:spcAft>
              <a:buClr>
                <a:srgbClr val="000000"/>
              </a:buClr>
              <a:buSzPts val="1400"/>
              <a:buNone/>
              <a:defRPr sz="1867">
                <a:solidFill>
                  <a:srgbClr val="000000"/>
                </a:solidFill>
              </a:defRPr>
            </a:lvl7pPr>
            <a:lvl8pPr lvl="7" rtl="0">
              <a:spcBef>
                <a:spcPts val="0"/>
              </a:spcBef>
              <a:spcAft>
                <a:spcPts val="0"/>
              </a:spcAft>
              <a:buClr>
                <a:srgbClr val="000000"/>
              </a:buClr>
              <a:buSzPts val="1400"/>
              <a:buNone/>
              <a:defRPr sz="1867">
                <a:solidFill>
                  <a:srgbClr val="000000"/>
                </a:solidFill>
              </a:defRPr>
            </a:lvl8pPr>
            <a:lvl9pPr lvl="8" rtl="0">
              <a:spcBef>
                <a:spcPts val="0"/>
              </a:spcBef>
              <a:spcAft>
                <a:spcPts val="0"/>
              </a:spcAft>
              <a:buClr>
                <a:srgbClr val="000000"/>
              </a:buClr>
              <a:buSzPts val="1400"/>
              <a:buNone/>
              <a:defRPr sz="1867">
                <a:solidFill>
                  <a:srgbClr val="000000"/>
                </a:solidFill>
              </a:defRPr>
            </a:lvl9pPr>
          </a:lstStyle>
          <a:p>
            <a:endParaRPr/>
          </a:p>
        </p:txBody>
      </p:sp>
      <p:sp>
        <p:nvSpPr>
          <p:cNvPr id="79" name="Google Shape;79;p12"/>
          <p:cNvSpPr txBox="1">
            <a:spLocks noGrp="1"/>
          </p:cNvSpPr>
          <p:nvPr>
            <p:ph type="subTitle" idx="13"/>
          </p:nvPr>
        </p:nvSpPr>
        <p:spPr>
          <a:xfrm>
            <a:off x="7333681" y="5186935"/>
            <a:ext cx="1969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200"/>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
        <p:nvSpPr>
          <p:cNvPr id="80" name="Google Shape;80;p12"/>
          <p:cNvSpPr txBox="1">
            <a:spLocks noGrp="1"/>
          </p:cNvSpPr>
          <p:nvPr>
            <p:ph type="ctrTitle" idx="14"/>
          </p:nvPr>
        </p:nvSpPr>
        <p:spPr>
          <a:xfrm>
            <a:off x="9306561" y="4733149"/>
            <a:ext cx="23740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867"/>
            </a:lvl1pPr>
            <a:lvl2pPr lvl="1" rtl="0">
              <a:spcBef>
                <a:spcPts val="0"/>
              </a:spcBef>
              <a:spcAft>
                <a:spcPts val="0"/>
              </a:spcAft>
              <a:buClr>
                <a:srgbClr val="000000"/>
              </a:buClr>
              <a:buSzPts val="1400"/>
              <a:buNone/>
              <a:defRPr sz="1867">
                <a:solidFill>
                  <a:srgbClr val="000000"/>
                </a:solidFill>
              </a:defRPr>
            </a:lvl2pPr>
            <a:lvl3pPr lvl="2" rtl="0">
              <a:spcBef>
                <a:spcPts val="0"/>
              </a:spcBef>
              <a:spcAft>
                <a:spcPts val="0"/>
              </a:spcAft>
              <a:buClr>
                <a:srgbClr val="000000"/>
              </a:buClr>
              <a:buSzPts val="1400"/>
              <a:buNone/>
              <a:defRPr sz="1867">
                <a:solidFill>
                  <a:srgbClr val="000000"/>
                </a:solidFill>
              </a:defRPr>
            </a:lvl3pPr>
            <a:lvl4pPr lvl="3" rtl="0">
              <a:spcBef>
                <a:spcPts val="0"/>
              </a:spcBef>
              <a:spcAft>
                <a:spcPts val="0"/>
              </a:spcAft>
              <a:buClr>
                <a:srgbClr val="000000"/>
              </a:buClr>
              <a:buSzPts val="1400"/>
              <a:buNone/>
              <a:defRPr sz="1867">
                <a:solidFill>
                  <a:srgbClr val="000000"/>
                </a:solidFill>
              </a:defRPr>
            </a:lvl4pPr>
            <a:lvl5pPr lvl="4" rtl="0">
              <a:spcBef>
                <a:spcPts val="0"/>
              </a:spcBef>
              <a:spcAft>
                <a:spcPts val="0"/>
              </a:spcAft>
              <a:buClr>
                <a:srgbClr val="000000"/>
              </a:buClr>
              <a:buSzPts val="1400"/>
              <a:buNone/>
              <a:defRPr sz="1867">
                <a:solidFill>
                  <a:srgbClr val="000000"/>
                </a:solidFill>
              </a:defRPr>
            </a:lvl5pPr>
            <a:lvl6pPr lvl="5" rtl="0">
              <a:spcBef>
                <a:spcPts val="0"/>
              </a:spcBef>
              <a:spcAft>
                <a:spcPts val="0"/>
              </a:spcAft>
              <a:buClr>
                <a:srgbClr val="000000"/>
              </a:buClr>
              <a:buSzPts val="1400"/>
              <a:buNone/>
              <a:defRPr sz="1867">
                <a:solidFill>
                  <a:srgbClr val="000000"/>
                </a:solidFill>
              </a:defRPr>
            </a:lvl6pPr>
            <a:lvl7pPr lvl="6" rtl="0">
              <a:spcBef>
                <a:spcPts val="0"/>
              </a:spcBef>
              <a:spcAft>
                <a:spcPts val="0"/>
              </a:spcAft>
              <a:buClr>
                <a:srgbClr val="000000"/>
              </a:buClr>
              <a:buSzPts val="1400"/>
              <a:buNone/>
              <a:defRPr sz="1867">
                <a:solidFill>
                  <a:srgbClr val="000000"/>
                </a:solidFill>
              </a:defRPr>
            </a:lvl7pPr>
            <a:lvl8pPr lvl="7" rtl="0">
              <a:spcBef>
                <a:spcPts val="0"/>
              </a:spcBef>
              <a:spcAft>
                <a:spcPts val="0"/>
              </a:spcAft>
              <a:buClr>
                <a:srgbClr val="000000"/>
              </a:buClr>
              <a:buSzPts val="1400"/>
              <a:buNone/>
              <a:defRPr sz="1867">
                <a:solidFill>
                  <a:srgbClr val="000000"/>
                </a:solidFill>
              </a:defRPr>
            </a:lvl8pPr>
            <a:lvl9pPr lvl="8" rtl="0">
              <a:spcBef>
                <a:spcPts val="0"/>
              </a:spcBef>
              <a:spcAft>
                <a:spcPts val="0"/>
              </a:spcAft>
              <a:buClr>
                <a:srgbClr val="000000"/>
              </a:buClr>
              <a:buSzPts val="1400"/>
              <a:buNone/>
              <a:defRPr sz="1867">
                <a:solidFill>
                  <a:srgbClr val="000000"/>
                </a:solidFill>
              </a:defRPr>
            </a:lvl9pPr>
          </a:lstStyle>
          <a:p>
            <a:endParaRPr/>
          </a:p>
        </p:txBody>
      </p:sp>
      <p:sp>
        <p:nvSpPr>
          <p:cNvPr id="81" name="Google Shape;81;p12"/>
          <p:cNvSpPr txBox="1">
            <a:spLocks noGrp="1"/>
          </p:cNvSpPr>
          <p:nvPr>
            <p:ph type="subTitle" idx="15"/>
          </p:nvPr>
        </p:nvSpPr>
        <p:spPr>
          <a:xfrm>
            <a:off x="9522333" y="5186935"/>
            <a:ext cx="19424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200"/>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Tree>
    <p:extLst>
      <p:ext uri="{BB962C8B-B14F-4D97-AF65-F5344CB8AC3E}">
        <p14:creationId xmlns:p14="http://schemas.microsoft.com/office/powerpoint/2010/main" val="1340514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lumns">
  <p:cSld name="Two Columns">
    <p:spTree>
      <p:nvGrpSpPr>
        <p:cNvPr id="1" name="Shape 82"/>
        <p:cNvGrpSpPr/>
        <p:nvPr/>
      </p:nvGrpSpPr>
      <p:grpSpPr>
        <a:xfrm>
          <a:off x="0" y="0"/>
          <a:ext cx="0" cy="0"/>
          <a:chOff x="0" y="0"/>
          <a:chExt cx="0" cy="0"/>
        </a:xfrm>
      </p:grpSpPr>
      <p:sp>
        <p:nvSpPr>
          <p:cNvPr id="83" name="Google Shape;83;p13"/>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
        <p:nvSpPr>
          <p:cNvPr id="84" name="Google Shape;84;p13"/>
          <p:cNvSpPr txBox="1">
            <a:spLocks noGrp="1"/>
          </p:cNvSpPr>
          <p:nvPr>
            <p:ph type="ctrTitle" idx="2"/>
          </p:nvPr>
        </p:nvSpPr>
        <p:spPr>
          <a:xfrm>
            <a:off x="2322600" y="3795600"/>
            <a:ext cx="1677200" cy="5700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67"/>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85" name="Google Shape;85;p13"/>
          <p:cNvSpPr txBox="1">
            <a:spLocks noGrp="1"/>
          </p:cNvSpPr>
          <p:nvPr>
            <p:ph type="subTitle" idx="1"/>
          </p:nvPr>
        </p:nvSpPr>
        <p:spPr>
          <a:xfrm>
            <a:off x="2322600" y="2200033"/>
            <a:ext cx="2876400" cy="133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733"/>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
        <p:nvSpPr>
          <p:cNvPr id="86" name="Google Shape;86;p13"/>
          <p:cNvSpPr txBox="1">
            <a:spLocks noGrp="1"/>
          </p:cNvSpPr>
          <p:nvPr>
            <p:ph type="ctrTitle" idx="3"/>
          </p:nvPr>
        </p:nvSpPr>
        <p:spPr>
          <a:xfrm>
            <a:off x="7511668" y="4847067"/>
            <a:ext cx="2374000" cy="570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1867"/>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87" name="Google Shape;87;p13"/>
          <p:cNvSpPr txBox="1">
            <a:spLocks noGrp="1"/>
          </p:cNvSpPr>
          <p:nvPr>
            <p:ph type="subTitle" idx="4"/>
          </p:nvPr>
        </p:nvSpPr>
        <p:spPr>
          <a:xfrm>
            <a:off x="7009277" y="3253408"/>
            <a:ext cx="2876400" cy="1337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733"/>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Tree>
    <p:extLst>
      <p:ext uri="{BB962C8B-B14F-4D97-AF65-F5344CB8AC3E}">
        <p14:creationId xmlns:p14="http://schemas.microsoft.com/office/powerpoint/2010/main" val="486763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Design 2">
  <p:cSld name="Title + Design 2">
    <p:spTree>
      <p:nvGrpSpPr>
        <p:cNvPr id="1" name="Shape 88"/>
        <p:cNvGrpSpPr/>
        <p:nvPr/>
      </p:nvGrpSpPr>
      <p:grpSpPr>
        <a:xfrm>
          <a:off x="0" y="0"/>
          <a:ext cx="0" cy="0"/>
          <a:chOff x="0" y="0"/>
          <a:chExt cx="0" cy="0"/>
        </a:xfrm>
      </p:grpSpPr>
      <p:sp>
        <p:nvSpPr>
          <p:cNvPr id="89" name="Google Shape;89;p14"/>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865788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4">
  <p:cSld name="Section 4">
    <p:spTree>
      <p:nvGrpSpPr>
        <p:cNvPr id="1" name="Shape 90"/>
        <p:cNvGrpSpPr/>
        <p:nvPr/>
      </p:nvGrpSpPr>
      <p:grpSpPr>
        <a:xfrm>
          <a:off x="0" y="0"/>
          <a:ext cx="0" cy="0"/>
          <a:chOff x="0" y="0"/>
          <a:chExt cx="0" cy="0"/>
        </a:xfrm>
      </p:grpSpPr>
      <p:sp>
        <p:nvSpPr>
          <p:cNvPr id="91" name="Google Shape;91;p15"/>
          <p:cNvSpPr txBox="1">
            <a:spLocks noGrp="1"/>
          </p:cNvSpPr>
          <p:nvPr>
            <p:ph type="ctrTitle"/>
          </p:nvPr>
        </p:nvSpPr>
        <p:spPr>
          <a:xfrm flipH="1">
            <a:off x="1573337" y="1796051"/>
            <a:ext cx="6927600" cy="256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4800"/>
            </a:lvl1pPr>
            <a:lvl2pPr lvl="1" rtl="0">
              <a:spcBef>
                <a:spcPts val="0"/>
              </a:spcBef>
              <a:spcAft>
                <a:spcPts val="0"/>
              </a:spcAft>
              <a:buClr>
                <a:srgbClr val="FFFFFF"/>
              </a:buClr>
              <a:buSzPts val="6500"/>
              <a:buNone/>
              <a:defRPr sz="8666">
                <a:solidFill>
                  <a:srgbClr val="FFFFFF"/>
                </a:solidFill>
              </a:defRPr>
            </a:lvl2pPr>
            <a:lvl3pPr lvl="2" rtl="0">
              <a:spcBef>
                <a:spcPts val="0"/>
              </a:spcBef>
              <a:spcAft>
                <a:spcPts val="0"/>
              </a:spcAft>
              <a:buClr>
                <a:srgbClr val="FFFFFF"/>
              </a:buClr>
              <a:buSzPts val="6500"/>
              <a:buNone/>
              <a:defRPr sz="8666">
                <a:solidFill>
                  <a:srgbClr val="FFFFFF"/>
                </a:solidFill>
              </a:defRPr>
            </a:lvl3pPr>
            <a:lvl4pPr lvl="3" rtl="0">
              <a:spcBef>
                <a:spcPts val="0"/>
              </a:spcBef>
              <a:spcAft>
                <a:spcPts val="0"/>
              </a:spcAft>
              <a:buClr>
                <a:srgbClr val="FFFFFF"/>
              </a:buClr>
              <a:buSzPts val="6500"/>
              <a:buNone/>
              <a:defRPr sz="8666">
                <a:solidFill>
                  <a:srgbClr val="FFFFFF"/>
                </a:solidFill>
              </a:defRPr>
            </a:lvl4pPr>
            <a:lvl5pPr lvl="4" rtl="0">
              <a:spcBef>
                <a:spcPts val="0"/>
              </a:spcBef>
              <a:spcAft>
                <a:spcPts val="0"/>
              </a:spcAft>
              <a:buClr>
                <a:srgbClr val="FFFFFF"/>
              </a:buClr>
              <a:buSzPts val="6500"/>
              <a:buNone/>
              <a:defRPr sz="8666">
                <a:solidFill>
                  <a:srgbClr val="FFFFFF"/>
                </a:solidFill>
              </a:defRPr>
            </a:lvl5pPr>
            <a:lvl6pPr lvl="5" rtl="0">
              <a:spcBef>
                <a:spcPts val="0"/>
              </a:spcBef>
              <a:spcAft>
                <a:spcPts val="0"/>
              </a:spcAft>
              <a:buClr>
                <a:srgbClr val="FFFFFF"/>
              </a:buClr>
              <a:buSzPts val="6500"/>
              <a:buNone/>
              <a:defRPr sz="8666">
                <a:solidFill>
                  <a:srgbClr val="FFFFFF"/>
                </a:solidFill>
              </a:defRPr>
            </a:lvl6pPr>
            <a:lvl7pPr lvl="6" rtl="0">
              <a:spcBef>
                <a:spcPts val="0"/>
              </a:spcBef>
              <a:spcAft>
                <a:spcPts val="0"/>
              </a:spcAft>
              <a:buClr>
                <a:srgbClr val="FFFFFF"/>
              </a:buClr>
              <a:buSzPts val="6500"/>
              <a:buNone/>
              <a:defRPr sz="8666">
                <a:solidFill>
                  <a:srgbClr val="FFFFFF"/>
                </a:solidFill>
              </a:defRPr>
            </a:lvl7pPr>
            <a:lvl8pPr lvl="7" rtl="0">
              <a:spcBef>
                <a:spcPts val="0"/>
              </a:spcBef>
              <a:spcAft>
                <a:spcPts val="0"/>
              </a:spcAft>
              <a:buClr>
                <a:srgbClr val="FFFFFF"/>
              </a:buClr>
              <a:buSzPts val="6500"/>
              <a:buNone/>
              <a:defRPr sz="8666">
                <a:solidFill>
                  <a:srgbClr val="FFFFFF"/>
                </a:solidFill>
              </a:defRPr>
            </a:lvl8pPr>
            <a:lvl9pPr lvl="8" rtl="0">
              <a:spcBef>
                <a:spcPts val="0"/>
              </a:spcBef>
              <a:spcAft>
                <a:spcPts val="0"/>
              </a:spcAft>
              <a:buClr>
                <a:srgbClr val="FFFFFF"/>
              </a:buClr>
              <a:buSzPts val="6500"/>
              <a:buNone/>
              <a:defRPr sz="8666">
                <a:solidFill>
                  <a:srgbClr val="FFFFFF"/>
                </a:solidFill>
              </a:defRPr>
            </a:lvl9pPr>
          </a:lstStyle>
          <a:p>
            <a:endParaRPr/>
          </a:p>
        </p:txBody>
      </p:sp>
      <p:sp>
        <p:nvSpPr>
          <p:cNvPr id="92" name="Google Shape;92;p15"/>
          <p:cNvSpPr txBox="1">
            <a:spLocks noGrp="1"/>
          </p:cNvSpPr>
          <p:nvPr>
            <p:ph type="title" idx="2" hasCustomPrompt="1"/>
          </p:nvPr>
        </p:nvSpPr>
        <p:spPr>
          <a:xfrm flipH="1">
            <a:off x="1573337" y="1380284"/>
            <a:ext cx="3972400" cy="1006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12800"/>
            </a:lvl1pPr>
            <a:lvl2pPr lvl="1"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93" name="Google Shape;93;p15"/>
          <p:cNvSpPr txBox="1">
            <a:spLocks noGrp="1"/>
          </p:cNvSpPr>
          <p:nvPr>
            <p:ph type="subTitle" idx="1"/>
          </p:nvPr>
        </p:nvSpPr>
        <p:spPr>
          <a:xfrm>
            <a:off x="1573337" y="3657319"/>
            <a:ext cx="5633200" cy="715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467"/>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extLst>
      <p:ext uri="{BB962C8B-B14F-4D97-AF65-F5344CB8AC3E}">
        <p14:creationId xmlns:p14="http://schemas.microsoft.com/office/powerpoint/2010/main" val="1993436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our Columns">
  <p:cSld name="Four Columns">
    <p:spTree>
      <p:nvGrpSpPr>
        <p:cNvPr id="1" name="Shape 94"/>
        <p:cNvGrpSpPr/>
        <p:nvPr/>
      </p:nvGrpSpPr>
      <p:grpSpPr>
        <a:xfrm>
          <a:off x="0" y="0"/>
          <a:ext cx="0" cy="0"/>
          <a:chOff x="0" y="0"/>
          <a:chExt cx="0" cy="0"/>
        </a:xfrm>
      </p:grpSpPr>
      <p:sp>
        <p:nvSpPr>
          <p:cNvPr id="95" name="Google Shape;95;p16"/>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
        <p:nvSpPr>
          <p:cNvPr id="96" name="Google Shape;96;p16"/>
          <p:cNvSpPr txBox="1">
            <a:spLocks noGrp="1"/>
          </p:cNvSpPr>
          <p:nvPr>
            <p:ph type="ctrTitle" idx="2"/>
          </p:nvPr>
        </p:nvSpPr>
        <p:spPr>
          <a:xfrm>
            <a:off x="3047680" y="2202723"/>
            <a:ext cx="2390800" cy="5700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867"/>
            </a:lvl1pPr>
            <a:lvl2pPr lvl="1" rtl="0">
              <a:spcBef>
                <a:spcPts val="0"/>
              </a:spcBef>
              <a:spcAft>
                <a:spcPts val="0"/>
              </a:spcAft>
              <a:buClr>
                <a:srgbClr val="000000"/>
              </a:buClr>
              <a:buSzPts val="1400"/>
              <a:buNone/>
              <a:defRPr sz="1867">
                <a:solidFill>
                  <a:srgbClr val="000000"/>
                </a:solidFill>
              </a:defRPr>
            </a:lvl2pPr>
            <a:lvl3pPr lvl="2" rtl="0">
              <a:spcBef>
                <a:spcPts val="0"/>
              </a:spcBef>
              <a:spcAft>
                <a:spcPts val="0"/>
              </a:spcAft>
              <a:buClr>
                <a:srgbClr val="000000"/>
              </a:buClr>
              <a:buSzPts val="1400"/>
              <a:buNone/>
              <a:defRPr sz="1867">
                <a:solidFill>
                  <a:srgbClr val="000000"/>
                </a:solidFill>
              </a:defRPr>
            </a:lvl3pPr>
            <a:lvl4pPr lvl="3" rtl="0">
              <a:spcBef>
                <a:spcPts val="0"/>
              </a:spcBef>
              <a:spcAft>
                <a:spcPts val="0"/>
              </a:spcAft>
              <a:buClr>
                <a:srgbClr val="000000"/>
              </a:buClr>
              <a:buSzPts val="1400"/>
              <a:buNone/>
              <a:defRPr sz="1867">
                <a:solidFill>
                  <a:srgbClr val="000000"/>
                </a:solidFill>
              </a:defRPr>
            </a:lvl4pPr>
            <a:lvl5pPr lvl="4" rtl="0">
              <a:spcBef>
                <a:spcPts val="0"/>
              </a:spcBef>
              <a:spcAft>
                <a:spcPts val="0"/>
              </a:spcAft>
              <a:buClr>
                <a:srgbClr val="000000"/>
              </a:buClr>
              <a:buSzPts val="1400"/>
              <a:buNone/>
              <a:defRPr sz="1867">
                <a:solidFill>
                  <a:srgbClr val="000000"/>
                </a:solidFill>
              </a:defRPr>
            </a:lvl5pPr>
            <a:lvl6pPr lvl="5" rtl="0">
              <a:spcBef>
                <a:spcPts val="0"/>
              </a:spcBef>
              <a:spcAft>
                <a:spcPts val="0"/>
              </a:spcAft>
              <a:buClr>
                <a:srgbClr val="000000"/>
              </a:buClr>
              <a:buSzPts val="1400"/>
              <a:buNone/>
              <a:defRPr sz="1867">
                <a:solidFill>
                  <a:srgbClr val="000000"/>
                </a:solidFill>
              </a:defRPr>
            </a:lvl6pPr>
            <a:lvl7pPr lvl="6" rtl="0">
              <a:spcBef>
                <a:spcPts val="0"/>
              </a:spcBef>
              <a:spcAft>
                <a:spcPts val="0"/>
              </a:spcAft>
              <a:buClr>
                <a:srgbClr val="000000"/>
              </a:buClr>
              <a:buSzPts val="1400"/>
              <a:buNone/>
              <a:defRPr sz="1867">
                <a:solidFill>
                  <a:srgbClr val="000000"/>
                </a:solidFill>
              </a:defRPr>
            </a:lvl7pPr>
            <a:lvl8pPr lvl="7" rtl="0">
              <a:spcBef>
                <a:spcPts val="0"/>
              </a:spcBef>
              <a:spcAft>
                <a:spcPts val="0"/>
              </a:spcAft>
              <a:buClr>
                <a:srgbClr val="000000"/>
              </a:buClr>
              <a:buSzPts val="1400"/>
              <a:buNone/>
              <a:defRPr sz="1867">
                <a:solidFill>
                  <a:srgbClr val="000000"/>
                </a:solidFill>
              </a:defRPr>
            </a:lvl8pPr>
            <a:lvl9pPr lvl="8" rtl="0">
              <a:spcBef>
                <a:spcPts val="0"/>
              </a:spcBef>
              <a:spcAft>
                <a:spcPts val="0"/>
              </a:spcAft>
              <a:buClr>
                <a:srgbClr val="000000"/>
              </a:buClr>
              <a:buSzPts val="1400"/>
              <a:buNone/>
              <a:defRPr sz="1867">
                <a:solidFill>
                  <a:srgbClr val="000000"/>
                </a:solidFill>
              </a:defRPr>
            </a:lvl9pPr>
          </a:lstStyle>
          <a:p>
            <a:endParaRPr/>
          </a:p>
        </p:txBody>
      </p:sp>
      <p:sp>
        <p:nvSpPr>
          <p:cNvPr id="97" name="Google Shape;97;p16"/>
          <p:cNvSpPr txBox="1">
            <a:spLocks noGrp="1"/>
          </p:cNvSpPr>
          <p:nvPr>
            <p:ph type="subTitle" idx="1"/>
          </p:nvPr>
        </p:nvSpPr>
        <p:spPr>
          <a:xfrm>
            <a:off x="3047680" y="2595056"/>
            <a:ext cx="2277600" cy="133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467"/>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
        <p:nvSpPr>
          <p:cNvPr id="98" name="Google Shape;98;p16"/>
          <p:cNvSpPr txBox="1">
            <a:spLocks noGrp="1"/>
          </p:cNvSpPr>
          <p:nvPr>
            <p:ph type="ctrTitle" idx="3"/>
          </p:nvPr>
        </p:nvSpPr>
        <p:spPr>
          <a:xfrm>
            <a:off x="3047680" y="4760764"/>
            <a:ext cx="2390800" cy="5700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867"/>
            </a:lvl1pPr>
            <a:lvl2pPr lvl="1" rtl="0">
              <a:spcBef>
                <a:spcPts val="0"/>
              </a:spcBef>
              <a:spcAft>
                <a:spcPts val="0"/>
              </a:spcAft>
              <a:buClr>
                <a:srgbClr val="000000"/>
              </a:buClr>
              <a:buSzPts val="1400"/>
              <a:buNone/>
              <a:defRPr sz="1867">
                <a:solidFill>
                  <a:srgbClr val="000000"/>
                </a:solidFill>
              </a:defRPr>
            </a:lvl2pPr>
            <a:lvl3pPr lvl="2" rtl="0">
              <a:spcBef>
                <a:spcPts val="0"/>
              </a:spcBef>
              <a:spcAft>
                <a:spcPts val="0"/>
              </a:spcAft>
              <a:buClr>
                <a:srgbClr val="000000"/>
              </a:buClr>
              <a:buSzPts val="1400"/>
              <a:buNone/>
              <a:defRPr sz="1867">
                <a:solidFill>
                  <a:srgbClr val="000000"/>
                </a:solidFill>
              </a:defRPr>
            </a:lvl3pPr>
            <a:lvl4pPr lvl="3" rtl="0">
              <a:spcBef>
                <a:spcPts val="0"/>
              </a:spcBef>
              <a:spcAft>
                <a:spcPts val="0"/>
              </a:spcAft>
              <a:buClr>
                <a:srgbClr val="000000"/>
              </a:buClr>
              <a:buSzPts val="1400"/>
              <a:buNone/>
              <a:defRPr sz="1867">
                <a:solidFill>
                  <a:srgbClr val="000000"/>
                </a:solidFill>
              </a:defRPr>
            </a:lvl4pPr>
            <a:lvl5pPr lvl="4" rtl="0">
              <a:spcBef>
                <a:spcPts val="0"/>
              </a:spcBef>
              <a:spcAft>
                <a:spcPts val="0"/>
              </a:spcAft>
              <a:buClr>
                <a:srgbClr val="000000"/>
              </a:buClr>
              <a:buSzPts val="1400"/>
              <a:buNone/>
              <a:defRPr sz="1867">
                <a:solidFill>
                  <a:srgbClr val="000000"/>
                </a:solidFill>
              </a:defRPr>
            </a:lvl5pPr>
            <a:lvl6pPr lvl="5" rtl="0">
              <a:spcBef>
                <a:spcPts val="0"/>
              </a:spcBef>
              <a:spcAft>
                <a:spcPts val="0"/>
              </a:spcAft>
              <a:buClr>
                <a:srgbClr val="000000"/>
              </a:buClr>
              <a:buSzPts val="1400"/>
              <a:buNone/>
              <a:defRPr sz="1867">
                <a:solidFill>
                  <a:srgbClr val="000000"/>
                </a:solidFill>
              </a:defRPr>
            </a:lvl6pPr>
            <a:lvl7pPr lvl="6" rtl="0">
              <a:spcBef>
                <a:spcPts val="0"/>
              </a:spcBef>
              <a:spcAft>
                <a:spcPts val="0"/>
              </a:spcAft>
              <a:buClr>
                <a:srgbClr val="000000"/>
              </a:buClr>
              <a:buSzPts val="1400"/>
              <a:buNone/>
              <a:defRPr sz="1867">
                <a:solidFill>
                  <a:srgbClr val="000000"/>
                </a:solidFill>
              </a:defRPr>
            </a:lvl7pPr>
            <a:lvl8pPr lvl="7" rtl="0">
              <a:spcBef>
                <a:spcPts val="0"/>
              </a:spcBef>
              <a:spcAft>
                <a:spcPts val="0"/>
              </a:spcAft>
              <a:buClr>
                <a:srgbClr val="000000"/>
              </a:buClr>
              <a:buSzPts val="1400"/>
              <a:buNone/>
              <a:defRPr sz="1867">
                <a:solidFill>
                  <a:srgbClr val="000000"/>
                </a:solidFill>
              </a:defRPr>
            </a:lvl8pPr>
            <a:lvl9pPr lvl="8" rtl="0">
              <a:spcBef>
                <a:spcPts val="0"/>
              </a:spcBef>
              <a:spcAft>
                <a:spcPts val="0"/>
              </a:spcAft>
              <a:buClr>
                <a:srgbClr val="000000"/>
              </a:buClr>
              <a:buSzPts val="1400"/>
              <a:buNone/>
              <a:defRPr sz="1867">
                <a:solidFill>
                  <a:srgbClr val="000000"/>
                </a:solidFill>
              </a:defRPr>
            </a:lvl9pPr>
          </a:lstStyle>
          <a:p>
            <a:endParaRPr/>
          </a:p>
        </p:txBody>
      </p:sp>
      <p:sp>
        <p:nvSpPr>
          <p:cNvPr id="99" name="Google Shape;99;p16"/>
          <p:cNvSpPr txBox="1">
            <a:spLocks noGrp="1"/>
          </p:cNvSpPr>
          <p:nvPr>
            <p:ph type="subTitle" idx="4"/>
          </p:nvPr>
        </p:nvSpPr>
        <p:spPr>
          <a:xfrm>
            <a:off x="3047680" y="5153097"/>
            <a:ext cx="2277600" cy="133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467"/>
            </a:lvl1pPr>
            <a:lvl2pPr lvl="1" rtl="0">
              <a:lnSpc>
                <a:spcPct val="100000"/>
              </a:lnSpc>
              <a:spcBef>
                <a:spcPts val="0"/>
              </a:spcBef>
              <a:spcAft>
                <a:spcPts val="0"/>
              </a:spcAft>
              <a:buSzPts val="1100"/>
              <a:buNone/>
              <a:defRPr sz="1467"/>
            </a:lvl2pPr>
            <a:lvl3pPr lvl="2" rtl="0">
              <a:lnSpc>
                <a:spcPct val="100000"/>
              </a:lnSpc>
              <a:spcBef>
                <a:spcPts val="0"/>
              </a:spcBef>
              <a:spcAft>
                <a:spcPts val="0"/>
              </a:spcAft>
              <a:buSzPts val="1100"/>
              <a:buNone/>
              <a:defRPr sz="1467"/>
            </a:lvl3pPr>
            <a:lvl4pPr lvl="3" rtl="0">
              <a:lnSpc>
                <a:spcPct val="100000"/>
              </a:lnSpc>
              <a:spcBef>
                <a:spcPts val="0"/>
              </a:spcBef>
              <a:spcAft>
                <a:spcPts val="0"/>
              </a:spcAft>
              <a:buSzPts val="1100"/>
              <a:buNone/>
              <a:defRPr sz="1467"/>
            </a:lvl4pPr>
            <a:lvl5pPr lvl="4" rtl="0">
              <a:lnSpc>
                <a:spcPct val="100000"/>
              </a:lnSpc>
              <a:spcBef>
                <a:spcPts val="0"/>
              </a:spcBef>
              <a:spcAft>
                <a:spcPts val="0"/>
              </a:spcAft>
              <a:buSzPts val="1100"/>
              <a:buNone/>
              <a:defRPr sz="1467"/>
            </a:lvl5pPr>
            <a:lvl6pPr lvl="5" rtl="0">
              <a:lnSpc>
                <a:spcPct val="100000"/>
              </a:lnSpc>
              <a:spcBef>
                <a:spcPts val="0"/>
              </a:spcBef>
              <a:spcAft>
                <a:spcPts val="0"/>
              </a:spcAft>
              <a:buSzPts val="1100"/>
              <a:buNone/>
              <a:defRPr sz="1467"/>
            </a:lvl6pPr>
            <a:lvl7pPr lvl="6" rtl="0">
              <a:lnSpc>
                <a:spcPct val="100000"/>
              </a:lnSpc>
              <a:spcBef>
                <a:spcPts val="0"/>
              </a:spcBef>
              <a:spcAft>
                <a:spcPts val="0"/>
              </a:spcAft>
              <a:buSzPts val="1100"/>
              <a:buNone/>
              <a:defRPr sz="1467"/>
            </a:lvl7pPr>
            <a:lvl8pPr lvl="7" rtl="0">
              <a:lnSpc>
                <a:spcPct val="100000"/>
              </a:lnSpc>
              <a:spcBef>
                <a:spcPts val="0"/>
              </a:spcBef>
              <a:spcAft>
                <a:spcPts val="0"/>
              </a:spcAft>
              <a:buSzPts val="1100"/>
              <a:buNone/>
              <a:defRPr sz="1467"/>
            </a:lvl8pPr>
            <a:lvl9pPr lvl="8" rtl="0">
              <a:lnSpc>
                <a:spcPct val="100000"/>
              </a:lnSpc>
              <a:spcBef>
                <a:spcPts val="0"/>
              </a:spcBef>
              <a:spcAft>
                <a:spcPts val="0"/>
              </a:spcAft>
              <a:buSzPts val="1100"/>
              <a:buNone/>
              <a:defRPr sz="1467"/>
            </a:lvl9pPr>
          </a:lstStyle>
          <a:p>
            <a:endParaRPr/>
          </a:p>
        </p:txBody>
      </p:sp>
      <p:sp>
        <p:nvSpPr>
          <p:cNvPr id="100" name="Google Shape;100;p16"/>
          <p:cNvSpPr txBox="1">
            <a:spLocks noGrp="1"/>
          </p:cNvSpPr>
          <p:nvPr>
            <p:ph type="ctrTitle" idx="5"/>
          </p:nvPr>
        </p:nvSpPr>
        <p:spPr>
          <a:xfrm>
            <a:off x="6729729" y="2202723"/>
            <a:ext cx="2390800" cy="570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867"/>
            </a:lvl1pPr>
            <a:lvl2pPr lvl="1" algn="r" rtl="0">
              <a:spcBef>
                <a:spcPts val="0"/>
              </a:spcBef>
              <a:spcAft>
                <a:spcPts val="0"/>
              </a:spcAft>
              <a:buClr>
                <a:srgbClr val="000000"/>
              </a:buClr>
              <a:buSzPts val="1400"/>
              <a:buNone/>
              <a:defRPr sz="1867">
                <a:solidFill>
                  <a:srgbClr val="000000"/>
                </a:solidFill>
              </a:defRPr>
            </a:lvl2pPr>
            <a:lvl3pPr lvl="2" algn="r" rtl="0">
              <a:spcBef>
                <a:spcPts val="0"/>
              </a:spcBef>
              <a:spcAft>
                <a:spcPts val="0"/>
              </a:spcAft>
              <a:buClr>
                <a:srgbClr val="000000"/>
              </a:buClr>
              <a:buSzPts val="1400"/>
              <a:buNone/>
              <a:defRPr sz="1867">
                <a:solidFill>
                  <a:srgbClr val="000000"/>
                </a:solidFill>
              </a:defRPr>
            </a:lvl3pPr>
            <a:lvl4pPr lvl="3" algn="r" rtl="0">
              <a:spcBef>
                <a:spcPts val="0"/>
              </a:spcBef>
              <a:spcAft>
                <a:spcPts val="0"/>
              </a:spcAft>
              <a:buClr>
                <a:srgbClr val="000000"/>
              </a:buClr>
              <a:buSzPts val="1400"/>
              <a:buNone/>
              <a:defRPr sz="1867">
                <a:solidFill>
                  <a:srgbClr val="000000"/>
                </a:solidFill>
              </a:defRPr>
            </a:lvl4pPr>
            <a:lvl5pPr lvl="4" algn="r" rtl="0">
              <a:spcBef>
                <a:spcPts val="0"/>
              </a:spcBef>
              <a:spcAft>
                <a:spcPts val="0"/>
              </a:spcAft>
              <a:buClr>
                <a:srgbClr val="000000"/>
              </a:buClr>
              <a:buSzPts val="1400"/>
              <a:buNone/>
              <a:defRPr sz="1867">
                <a:solidFill>
                  <a:srgbClr val="000000"/>
                </a:solidFill>
              </a:defRPr>
            </a:lvl5pPr>
            <a:lvl6pPr lvl="5" algn="r" rtl="0">
              <a:spcBef>
                <a:spcPts val="0"/>
              </a:spcBef>
              <a:spcAft>
                <a:spcPts val="0"/>
              </a:spcAft>
              <a:buClr>
                <a:srgbClr val="000000"/>
              </a:buClr>
              <a:buSzPts val="1400"/>
              <a:buNone/>
              <a:defRPr sz="1867">
                <a:solidFill>
                  <a:srgbClr val="000000"/>
                </a:solidFill>
              </a:defRPr>
            </a:lvl6pPr>
            <a:lvl7pPr lvl="6" algn="r" rtl="0">
              <a:spcBef>
                <a:spcPts val="0"/>
              </a:spcBef>
              <a:spcAft>
                <a:spcPts val="0"/>
              </a:spcAft>
              <a:buClr>
                <a:srgbClr val="000000"/>
              </a:buClr>
              <a:buSzPts val="1400"/>
              <a:buNone/>
              <a:defRPr sz="1867">
                <a:solidFill>
                  <a:srgbClr val="000000"/>
                </a:solidFill>
              </a:defRPr>
            </a:lvl7pPr>
            <a:lvl8pPr lvl="7" algn="r" rtl="0">
              <a:spcBef>
                <a:spcPts val="0"/>
              </a:spcBef>
              <a:spcAft>
                <a:spcPts val="0"/>
              </a:spcAft>
              <a:buClr>
                <a:srgbClr val="000000"/>
              </a:buClr>
              <a:buSzPts val="1400"/>
              <a:buNone/>
              <a:defRPr sz="1867">
                <a:solidFill>
                  <a:srgbClr val="000000"/>
                </a:solidFill>
              </a:defRPr>
            </a:lvl8pPr>
            <a:lvl9pPr lvl="8" algn="r" rtl="0">
              <a:spcBef>
                <a:spcPts val="0"/>
              </a:spcBef>
              <a:spcAft>
                <a:spcPts val="0"/>
              </a:spcAft>
              <a:buClr>
                <a:srgbClr val="000000"/>
              </a:buClr>
              <a:buSzPts val="1400"/>
              <a:buNone/>
              <a:defRPr sz="1867">
                <a:solidFill>
                  <a:srgbClr val="000000"/>
                </a:solidFill>
              </a:defRPr>
            </a:lvl9pPr>
          </a:lstStyle>
          <a:p>
            <a:endParaRPr/>
          </a:p>
        </p:txBody>
      </p:sp>
      <p:sp>
        <p:nvSpPr>
          <p:cNvPr id="101" name="Google Shape;101;p16"/>
          <p:cNvSpPr txBox="1">
            <a:spLocks noGrp="1"/>
          </p:cNvSpPr>
          <p:nvPr>
            <p:ph type="subTitle" idx="6"/>
          </p:nvPr>
        </p:nvSpPr>
        <p:spPr>
          <a:xfrm>
            <a:off x="6729732" y="2595056"/>
            <a:ext cx="2390800" cy="1337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467"/>
            </a:lvl1pPr>
            <a:lvl2pPr lvl="1" algn="r" rtl="0">
              <a:lnSpc>
                <a:spcPct val="100000"/>
              </a:lnSpc>
              <a:spcBef>
                <a:spcPts val="0"/>
              </a:spcBef>
              <a:spcAft>
                <a:spcPts val="0"/>
              </a:spcAft>
              <a:buSzPts val="1100"/>
              <a:buNone/>
              <a:defRPr sz="1467"/>
            </a:lvl2pPr>
            <a:lvl3pPr lvl="2" algn="r" rtl="0">
              <a:lnSpc>
                <a:spcPct val="100000"/>
              </a:lnSpc>
              <a:spcBef>
                <a:spcPts val="0"/>
              </a:spcBef>
              <a:spcAft>
                <a:spcPts val="0"/>
              </a:spcAft>
              <a:buSzPts val="1100"/>
              <a:buNone/>
              <a:defRPr sz="1467"/>
            </a:lvl3pPr>
            <a:lvl4pPr lvl="3" algn="r" rtl="0">
              <a:lnSpc>
                <a:spcPct val="100000"/>
              </a:lnSpc>
              <a:spcBef>
                <a:spcPts val="0"/>
              </a:spcBef>
              <a:spcAft>
                <a:spcPts val="0"/>
              </a:spcAft>
              <a:buSzPts val="1100"/>
              <a:buNone/>
              <a:defRPr sz="1467"/>
            </a:lvl4pPr>
            <a:lvl5pPr lvl="4" algn="r" rtl="0">
              <a:lnSpc>
                <a:spcPct val="100000"/>
              </a:lnSpc>
              <a:spcBef>
                <a:spcPts val="0"/>
              </a:spcBef>
              <a:spcAft>
                <a:spcPts val="0"/>
              </a:spcAft>
              <a:buSzPts val="1100"/>
              <a:buNone/>
              <a:defRPr sz="1467"/>
            </a:lvl5pPr>
            <a:lvl6pPr lvl="5" algn="r" rtl="0">
              <a:lnSpc>
                <a:spcPct val="100000"/>
              </a:lnSpc>
              <a:spcBef>
                <a:spcPts val="0"/>
              </a:spcBef>
              <a:spcAft>
                <a:spcPts val="0"/>
              </a:spcAft>
              <a:buSzPts val="1100"/>
              <a:buNone/>
              <a:defRPr sz="1467"/>
            </a:lvl6pPr>
            <a:lvl7pPr lvl="6" algn="r" rtl="0">
              <a:lnSpc>
                <a:spcPct val="100000"/>
              </a:lnSpc>
              <a:spcBef>
                <a:spcPts val="0"/>
              </a:spcBef>
              <a:spcAft>
                <a:spcPts val="0"/>
              </a:spcAft>
              <a:buSzPts val="1100"/>
              <a:buNone/>
              <a:defRPr sz="1467"/>
            </a:lvl7pPr>
            <a:lvl8pPr lvl="7" algn="r" rtl="0">
              <a:lnSpc>
                <a:spcPct val="100000"/>
              </a:lnSpc>
              <a:spcBef>
                <a:spcPts val="0"/>
              </a:spcBef>
              <a:spcAft>
                <a:spcPts val="0"/>
              </a:spcAft>
              <a:buSzPts val="1100"/>
              <a:buNone/>
              <a:defRPr sz="1467"/>
            </a:lvl8pPr>
            <a:lvl9pPr lvl="8" algn="r" rtl="0">
              <a:lnSpc>
                <a:spcPct val="100000"/>
              </a:lnSpc>
              <a:spcBef>
                <a:spcPts val="0"/>
              </a:spcBef>
              <a:spcAft>
                <a:spcPts val="0"/>
              </a:spcAft>
              <a:buSzPts val="1100"/>
              <a:buNone/>
              <a:defRPr sz="1467"/>
            </a:lvl9pPr>
          </a:lstStyle>
          <a:p>
            <a:endParaRPr/>
          </a:p>
        </p:txBody>
      </p:sp>
      <p:sp>
        <p:nvSpPr>
          <p:cNvPr id="102" name="Google Shape;102;p16"/>
          <p:cNvSpPr txBox="1">
            <a:spLocks noGrp="1"/>
          </p:cNvSpPr>
          <p:nvPr>
            <p:ph type="ctrTitle" idx="7"/>
          </p:nvPr>
        </p:nvSpPr>
        <p:spPr>
          <a:xfrm>
            <a:off x="6729729" y="4760764"/>
            <a:ext cx="2390800" cy="570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867"/>
            </a:lvl1pPr>
            <a:lvl2pPr lvl="1" algn="r" rtl="0">
              <a:spcBef>
                <a:spcPts val="0"/>
              </a:spcBef>
              <a:spcAft>
                <a:spcPts val="0"/>
              </a:spcAft>
              <a:buClr>
                <a:srgbClr val="000000"/>
              </a:buClr>
              <a:buSzPts val="1400"/>
              <a:buNone/>
              <a:defRPr sz="1867">
                <a:solidFill>
                  <a:srgbClr val="000000"/>
                </a:solidFill>
              </a:defRPr>
            </a:lvl2pPr>
            <a:lvl3pPr lvl="2" algn="r" rtl="0">
              <a:spcBef>
                <a:spcPts val="0"/>
              </a:spcBef>
              <a:spcAft>
                <a:spcPts val="0"/>
              </a:spcAft>
              <a:buClr>
                <a:srgbClr val="000000"/>
              </a:buClr>
              <a:buSzPts val="1400"/>
              <a:buNone/>
              <a:defRPr sz="1867">
                <a:solidFill>
                  <a:srgbClr val="000000"/>
                </a:solidFill>
              </a:defRPr>
            </a:lvl3pPr>
            <a:lvl4pPr lvl="3" algn="r" rtl="0">
              <a:spcBef>
                <a:spcPts val="0"/>
              </a:spcBef>
              <a:spcAft>
                <a:spcPts val="0"/>
              </a:spcAft>
              <a:buClr>
                <a:srgbClr val="000000"/>
              </a:buClr>
              <a:buSzPts val="1400"/>
              <a:buNone/>
              <a:defRPr sz="1867">
                <a:solidFill>
                  <a:srgbClr val="000000"/>
                </a:solidFill>
              </a:defRPr>
            </a:lvl4pPr>
            <a:lvl5pPr lvl="4" algn="r" rtl="0">
              <a:spcBef>
                <a:spcPts val="0"/>
              </a:spcBef>
              <a:spcAft>
                <a:spcPts val="0"/>
              </a:spcAft>
              <a:buClr>
                <a:srgbClr val="000000"/>
              </a:buClr>
              <a:buSzPts val="1400"/>
              <a:buNone/>
              <a:defRPr sz="1867">
                <a:solidFill>
                  <a:srgbClr val="000000"/>
                </a:solidFill>
              </a:defRPr>
            </a:lvl5pPr>
            <a:lvl6pPr lvl="5" algn="r" rtl="0">
              <a:spcBef>
                <a:spcPts val="0"/>
              </a:spcBef>
              <a:spcAft>
                <a:spcPts val="0"/>
              </a:spcAft>
              <a:buClr>
                <a:srgbClr val="000000"/>
              </a:buClr>
              <a:buSzPts val="1400"/>
              <a:buNone/>
              <a:defRPr sz="1867">
                <a:solidFill>
                  <a:srgbClr val="000000"/>
                </a:solidFill>
              </a:defRPr>
            </a:lvl6pPr>
            <a:lvl7pPr lvl="6" algn="r" rtl="0">
              <a:spcBef>
                <a:spcPts val="0"/>
              </a:spcBef>
              <a:spcAft>
                <a:spcPts val="0"/>
              </a:spcAft>
              <a:buClr>
                <a:srgbClr val="000000"/>
              </a:buClr>
              <a:buSzPts val="1400"/>
              <a:buNone/>
              <a:defRPr sz="1867">
                <a:solidFill>
                  <a:srgbClr val="000000"/>
                </a:solidFill>
              </a:defRPr>
            </a:lvl7pPr>
            <a:lvl8pPr lvl="7" algn="r" rtl="0">
              <a:spcBef>
                <a:spcPts val="0"/>
              </a:spcBef>
              <a:spcAft>
                <a:spcPts val="0"/>
              </a:spcAft>
              <a:buClr>
                <a:srgbClr val="000000"/>
              </a:buClr>
              <a:buSzPts val="1400"/>
              <a:buNone/>
              <a:defRPr sz="1867">
                <a:solidFill>
                  <a:srgbClr val="000000"/>
                </a:solidFill>
              </a:defRPr>
            </a:lvl8pPr>
            <a:lvl9pPr lvl="8" algn="r" rtl="0">
              <a:spcBef>
                <a:spcPts val="0"/>
              </a:spcBef>
              <a:spcAft>
                <a:spcPts val="0"/>
              </a:spcAft>
              <a:buClr>
                <a:srgbClr val="000000"/>
              </a:buClr>
              <a:buSzPts val="1400"/>
              <a:buNone/>
              <a:defRPr sz="1867">
                <a:solidFill>
                  <a:srgbClr val="000000"/>
                </a:solidFill>
              </a:defRPr>
            </a:lvl9pPr>
          </a:lstStyle>
          <a:p>
            <a:endParaRPr/>
          </a:p>
        </p:txBody>
      </p:sp>
      <p:sp>
        <p:nvSpPr>
          <p:cNvPr id="103" name="Google Shape;103;p16"/>
          <p:cNvSpPr txBox="1">
            <a:spLocks noGrp="1"/>
          </p:cNvSpPr>
          <p:nvPr>
            <p:ph type="subTitle" idx="8"/>
          </p:nvPr>
        </p:nvSpPr>
        <p:spPr>
          <a:xfrm>
            <a:off x="6729732" y="5153097"/>
            <a:ext cx="2390800" cy="1337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467"/>
            </a:lvl1pPr>
            <a:lvl2pPr lvl="1" algn="r" rtl="0">
              <a:lnSpc>
                <a:spcPct val="100000"/>
              </a:lnSpc>
              <a:spcBef>
                <a:spcPts val="0"/>
              </a:spcBef>
              <a:spcAft>
                <a:spcPts val="0"/>
              </a:spcAft>
              <a:buSzPts val="1100"/>
              <a:buNone/>
              <a:defRPr sz="1467"/>
            </a:lvl2pPr>
            <a:lvl3pPr lvl="2" algn="r" rtl="0">
              <a:lnSpc>
                <a:spcPct val="100000"/>
              </a:lnSpc>
              <a:spcBef>
                <a:spcPts val="0"/>
              </a:spcBef>
              <a:spcAft>
                <a:spcPts val="0"/>
              </a:spcAft>
              <a:buSzPts val="1100"/>
              <a:buNone/>
              <a:defRPr sz="1467"/>
            </a:lvl3pPr>
            <a:lvl4pPr lvl="3" algn="r" rtl="0">
              <a:lnSpc>
                <a:spcPct val="100000"/>
              </a:lnSpc>
              <a:spcBef>
                <a:spcPts val="0"/>
              </a:spcBef>
              <a:spcAft>
                <a:spcPts val="0"/>
              </a:spcAft>
              <a:buSzPts val="1100"/>
              <a:buNone/>
              <a:defRPr sz="1467"/>
            </a:lvl4pPr>
            <a:lvl5pPr lvl="4" algn="r" rtl="0">
              <a:lnSpc>
                <a:spcPct val="100000"/>
              </a:lnSpc>
              <a:spcBef>
                <a:spcPts val="0"/>
              </a:spcBef>
              <a:spcAft>
                <a:spcPts val="0"/>
              </a:spcAft>
              <a:buSzPts val="1100"/>
              <a:buNone/>
              <a:defRPr sz="1467"/>
            </a:lvl5pPr>
            <a:lvl6pPr lvl="5" algn="r" rtl="0">
              <a:lnSpc>
                <a:spcPct val="100000"/>
              </a:lnSpc>
              <a:spcBef>
                <a:spcPts val="0"/>
              </a:spcBef>
              <a:spcAft>
                <a:spcPts val="0"/>
              </a:spcAft>
              <a:buSzPts val="1100"/>
              <a:buNone/>
              <a:defRPr sz="1467"/>
            </a:lvl6pPr>
            <a:lvl7pPr lvl="6" algn="r" rtl="0">
              <a:lnSpc>
                <a:spcPct val="100000"/>
              </a:lnSpc>
              <a:spcBef>
                <a:spcPts val="0"/>
              </a:spcBef>
              <a:spcAft>
                <a:spcPts val="0"/>
              </a:spcAft>
              <a:buSzPts val="1100"/>
              <a:buNone/>
              <a:defRPr sz="1467"/>
            </a:lvl7pPr>
            <a:lvl8pPr lvl="7" algn="r" rtl="0">
              <a:lnSpc>
                <a:spcPct val="100000"/>
              </a:lnSpc>
              <a:spcBef>
                <a:spcPts val="0"/>
              </a:spcBef>
              <a:spcAft>
                <a:spcPts val="0"/>
              </a:spcAft>
              <a:buSzPts val="1100"/>
              <a:buNone/>
              <a:defRPr sz="1467"/>
            </a:lvl8pPr>
            <a:lvl9pPr lvl="8" algn="r" rtl="0">
              <a:lnSpc>
                <a:spcPct val="100000"/>
              </a:lnSpc>
              <a:spcBef>
                <a:spcPts val="0"/>
              </a:spcBef>
              <a:spcAft>
                <a:spcPts val="0"/>
              </a:spcAft>
              <a:buSzPts val="1100"/>
              <a:buNone/>
              <a:defRPr sz="1467"/>
            </a:lvl9pPr>
          </a:lstStyle>
          <a:p>
            <a:endParaRPr/>
          </a:p>
        </p:txBody>
      </p:sp>
    </p:spTree>
    <p:extLst>
      <p:ext uri="{BB962C8B-B14F-4D97-AF65-F5344CB8AC3E}">
        <p14:creationId xmlns:p14="http://schemas.microsoft.com/office/powerpoint/2010/main" val="2690912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title">
  <p:cSld name="Big title">
    <p:spTree>
      <p:nvGrpSpPr>
        <p:cNvPr id="1" name="Shape 104"/>
        <p:cNvGrpSpPr/>
        <p:nvPr/>
      </p:nvGrpSpPr>
      <p:grpSpPr>
        <a:xfrm>
          <a:off x="0" y="0"/>
          <a:ext cx="0" cy="0"/>
          <a:chOff x="0" y="0"/>
          <a:chExt cx="0" cy="0"/>
        </a:xfrm>
      </p:grpSpPr>
      <p:sp>
        <p:nvSpPr>
          <p:cNvPr id="105" name="Google Shape;105;p17"/>
          <p:cNvSpPr txBox="1">
            <a:spLocks noGrp="1"/>
          </p:cNvSpPr>
          <p:nvPr>
            <p:ph type="ctrTitle"/>
          </p:nvPr>
        </p:nvSpPr>
        <p:spPr>
          <a:xfrm flipH="1">
            <a:off x="1591372" y="2148200"/>
            <a:ext cx="6927600" cy="25616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800"/>
            </a:lvl1pPr>
            <a:lvl2pPr lvl="1" rtl="0">
              <a:spcBef>
                <a:spcPts val="0"/>
              </a:spcBef>
              <a:spcAft>
                <a:spcPts val="0"/>
              </a:spcAft>
              <a:buSzPts val="6500"/>
              <a:buNone/>
              <a:defRPr sz="8666"/>
            </a:lvl2pPr>
            <a:lvl3pPr lvl="2" rtl="0">
              <a:spcBef>
                <a:spcPts val="0"/>
              </a:spcBef>
              <a:spcAft>
                <a:spcPts val="0"/>
              </a:spcAft>
              <a:buSzPts val="6500"/>
              <a:buNone/>
              <a:defRPr sz="8666"/>
            </a:lvl3pPr>
            <a:lvl4pPr lvl="3" rtl="0">
              <a:spcBef>
                <a:spcPts val="0"/>
              </a:spcBef>
              <a:spcAft>
                <a:spcPts val="0"/>
              </a:spcAft>
              <a:buSzPts val="6500"/>
              <a:buNone/>
              <a:defRPr sz="8666"/>
            </a:lvl4pPr>
            <a:lvl5pPr lvl="4" rtl="0">
              <a:spcBef>
                <a:spcPts val="0"/>
              </a:spcBef>
              <a:spcAft>
                <a:spcPts val="0"/>
              </a:spcAft>
              <a:buSzPts val="6500"/>
              <a:buNone/>
              <a:defRPr sz="8666"/>
            </a:lvl5pPr>
            <a:lvl6pPr lvl="5" rtl="0">
              <a:spcBef>
                <a:spcPts val="0"/>
              </a:spcBef>
              <a:spcAft>
                <a:spcPts val="0"/>
              </a:spcAft>
              <a:buSzPts val="6500"/>
              <a:buNone/>
              <a:defRPr sz="8666"/>
            </a:lvl6pPr>
            <a:lvl7pPr lvl="6" rtl="0">
              <a:spcBef>
                <a:spcPts val="0"/>
              </a:spcBef>
              <a:spcAft>
                <a:spcPts val="0"/>
              </a:spcAft>
              <a:buSzPts val="6500"/>
              <a:buNone/>
              <a:defRPr sz="8666"/>
            </a:lvl7pPr>
            <a:lvl8pPr lvl="7" rtl="0">
              <a:spcBef>
                <a:spcPts val="0"/>
              </a:spcBef>
              <a:spcAft>
                <a:spcPts val="0"/>
              </a:spcAft>
              <a:buSzPts val="6500"/>
              <a:buNone/>
              <a:defRPr sz="8666"/>
            </a:lvl8pPr>
            <a:lvl9pPr lvl="8" rtl="0">
              <a:spcBef>
                <a:spcPts val="0"/>
              </a:spcBef>
              <a:spcAft>
                <a:spcPts val="0"/>
              </a:spcAft>
              <a:buSzPts val="6500"/>
              <a:buNone/>
              <a:defRPr sz="8666"/>
            </a:lvl9pPr>
          </a:lstStyle>
          <a:p>
            <a:endParaRPr/>
          </a:p>
        </p:txBody>
      </p:sp>
    </p:spTree>
    <p:extLst>
      <p:ext uri="{BB962C8B-B14F-4D97-AF65-F5344CB8AC3E}">
        <p14:creationId xmlns:p14="http://schemas.microsoft.com/office/powerpoint/2010/main" val="1586727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5">
  <p:cSld name="Section 5">
    <p:spTree>
      <p:nvGrpSpPr>
        <p:cNvPr id="1" name="Shape 106"/>
        <p:cNvGrpSpPr/>
        <p:nvPr/>
      </p:nvGrpSpPr>
      <p:grpSpPr>
        <a:xfrm>
          <a:off x="0" y="0"/>
          <a:ext cx="0" cy="0"/>
          <a:chOff x="0" y="0"/>
          <a:chExt cx="0" cy="0"/>
        </a:xfrm>
      </p:grpSpPr>
      <p:sp>
        <p:nvSpPr>
          <p:cNvPr id="107" name="Google Shape;107;p18"/>
          <p:cNvSpPr txBox="1">
            <a:spLocks noGrp="1"/>
          </p:cNvSpPr>
          <p:nvPr>
            <p:ph type="ctrTitle"/>
          </p:nvPr>
        </p:nvSpPr>
        <p:spPr>
          <a:xfrm flipH="1">
            <a:off x="3013772" y="2925073"/>
            <a:ext cx="6927600" cy="256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4800"/>
            </a:lvl1pPr>
            <a:lvl2pPr lvl="1" rtl="0">
              <a:spcBef>
                <a:spcPts val="0"/>
              </a:spcBef>
              <a:spcAft>
                <a:spcPts val="0"/>
              </a:spcAft>
              <a:buClr>
                <a:srgbClr val="FFFFFF"/>
              </a:buClr>
              <a:buSzPts val="6500"/>
              <a:buNone/>
              <a:defRPr sz="8666">
                <a:solidFill>
                  <a:srgbClr val="FFFFFF"/>
                </a:solidFill>
              </a:defRPr>
            </a:lvl2pPr>
            <a:lvl3pPr lvl="2" rtl="0">
              <a:spcBef>
                <a:spcPts val="0"/>
              </a:spcBef>
              <a:spcAft>
                <a:spcPts val="0"/>
              </a:spcAft>
              <a:buClr>
                <a:srgbClr val="FFFFFF"/>
              </a:buClr>
              <a:buSzPts val="6500"/>
              <a:buNone/>
              <a:defRPr sz="8666">
                <a:solidFill>
                  <a:srgbClr val="FFFFFF"/>
                </a:solidFill>
              </a:defRPr>
            </a:lvl3pPr>
            <a:lvl4pPr lvl="3" rtl="0">
              <a:spcBef>
                <a:spcPts val="0"/>
              </a:spcBef>
              <a:spcAft>
                <a:spcPts val="0"/>
              </a:spcAft>
              <a:buClr>
                <a:srgbClr val="FFFFFF"/>
              </a:buClr>
              <a:buSzPts val="6500"/>
              <a:buNone/>
              <a:defRPr sz="8666">
                <a:solidFill>
                  <a:srgbClr val="FFFFFF"/>
                </a:solidFill>
              </a:defRPr>
            </a:lvl4pPr>
            <a:lvl5pPr lvl="4" rtl="0">
              <a:spcBef>
                <a:spcPts val="0"/>
              </a:spcBef>
              <a:spcAft>
                <a:spcPts val="0"/>
              </a:spcAft>
              <a:buClr>
                <a:srgbClr val="FFFFFF"/>
              </a:buClr>
              <a:buSzPts val="6500"/>
              <a:buNone/>
              <a:defRPr sz="8666">
                <a:solidFill>
                  <a:srgbClr val="FFFFFF"/>
                </a:solidFill>
              </a:defRPr>
            </a:lvl5pPr>
            <a:lvl6pPr lvl="5" rtl="0">
              <a:spcBef>
                <a:spcPts val="0"/>
              </a:spcBef>
              <a:spcAft>
                <a:spcPts val="0"/>
              </a:spcAft>
              <a:buClr>
                <a:srgbClr val="FFFFFF"/>
              </a:buClr>
              <a:buSzPts val="6500"/>
              <a:buNone/>
              <a:defRPr sz="8666">
                <a:solidFill>
                  <a:srgbClr val="FFFFFF"/>
                </a:solidFill>
              </a:defRPr>
            </a:lvl6pPr>
            <a:lvl7pPr lvl="6" rtl="0">
              <a:spcBef>
                <a:spcPts val="0"/>
              </a:spcBef>
              <a:spcAft>
                <a:spcPts val="0"/>
              </a:spcAft>
              <a:buClr>
                <a:srgbClr val="FFFFFF"/>
              </a:buClr>
              <a:buSzPts val="6500"/>
              <a:buNone/>
              <a:defRPr sz="8666">
                <a:solidFill>
                  <a:srgbClr val="FFFFFF"/>
                </a:solidFill>
              </a:defRPr>
            </a:lvl7pPr>
            <a:lvl8pPr lvl="7" rtl="0">
              <a:spcBef>
                <a:spcPts val="0"/>
              </a:spcBef>
              <a:spcAft>
                <a:spcPts val="0"/>
              </a:spcAft>
              <a:buClr>
                <a:srgbClr val="FFFFFF"/>
              </a:buClr>
              <a:buSzPts val="6500"/>
              <a:buNone/>
              <a:defRPr sz="8666">
                <a:solidFill>
                  <a:srgbClr val="FFFFFF"/>
                </a:solidFill>
              </a:defRPr>
            </a:lvl8pPr>
            <a:lvl9pPr lvl="8" rtl="0">
              <a:spcBef>
                <a:spcPts val="0"/>
              </a:spcBef>
              <a:spcAft>
                <a:spcPts val="0"/>
              </a:spcAft>
              <a:buClr>
                <a:srgbClr val="FFFFFF"/>
              </a:buClr>
              <a:buSzPts val="6500"/>
              <a:buNone/>
              <a:defRPr sz="8666">
                <a:solidFill>
                  <a:srgbClr val="FFFFFF"/>
                </a:solidFill>
              </a:defRPr>
            </a:lvl9pPr>
          </a:lstStyle>
          <a:p>
            <a:endParaRPr/>
          </a:p>
        </p:txBody>
      </p:sp>
      <p:sp>
        <p:nvSpPr>
          <p:cNvPr id="108" name="Google Shape;108;p18"/>
          <p:cNvSpPr txBox="1">
            <a:spLocks noGrp="1"/>
          </p:cNvSpPr>
          <p:nvPr>
            <p:ph type="title" idx="2" hasCustomPrompt="1"/>
          </p:nvPr>
        </p:nvSpPr>
        <p:spPr>
          <a:xfrm flipH="1">
            <a:off x="3013772" y="2509307"/>
            <a:ext cx="3972400" cy="1006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12800"/>
            </a:lvl1pPr>
            <a:lvl2pPr lvl="1"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09" name="Google Shape;109;p18"/>
          <p:cNvSpPr txBox="1">
            <a:spLocks noGrp="1"/>
          </p:cNvSpPr>
          <p:nvPr>
            <p:ph type="subTitle" idx="1"/>
          </p:nvPr>
        </p:nvSpPr>
        <p:spPr>
          <a:xfrm>
            <a:off x="3013772" y="4634739"/>
            <a:ext cx="5633200" cy="7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67"/>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extLst>
      <p:ext uri="{BB962C8B-B14F-4D97-AF65-F5344CB8AC3E}">
        <p14:creationId xmlns:p14="http://schemas.microsoft.com/office/powerpoint/2010/main" val="22574031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Design 3">
  <p:cSld name="Title + Design 3">
    <p:spTree>
      <p:nvGrpSpPr>
        <p:cNvPr id="1" name="Shape 110"/>
        <p:cNvGrpSpPr/>
        <p:nvPr/>
      </p:nvGrpSpPr>
      <p:grpSpPr>
        <a:xfrm>
          <a:off x="0" y="0"/>
          <a:ext cx="0" cy="0"/>
          <a:chOff x="0" y="0"/>
          <a:chExt cx="0" cy="0"/>
        </a:xfrm>
      </p:grpSpPr>
      <p:sp>
        <p:nvSpPr>
          <p:cNvPr id="111" name="Google Shape;111;p19"/>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4080303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Design 4">
  <p:cSld name="Title + Design 4">
    <p:spTree>
      <p:nvGrpSpPr>
        <p:cNvPr id="1" name="Shape 112"/>
        <p:cNvGrpSpPr/>
        <p:nvPr/>
      </p:nvGrpSpPr>
      <p:grpSpPr>
        <a:xfrm>
          <a:off x="0" y="0"/>
          <a:ext cx="0" cy="0"/>
          <a:chOff x="0" y="0"/>
          <a:chExt cx="0" cy="0"/>
        </a:xfrm>
      </p:grpSpPr>
      <p:sp>
        <p:nvSpPr>
          <p:cNvPr id="113" name="Google Shape;113;p20"/>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1463572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6">
  <p:cSld name="Section 6">
    <p:spTree>
      <p:nvGrpSpPr>
        <p:cNvPr id="1" name="Shape 114"/>
        <p:cNvGrpSpPr/>
        <p:nvPr/>
      </p:nvGrpSpPr>
      <p:grpSpPr>
        <a:xfrm>
          <a:off x="0" y="0"/>
          <a:ext cx="0" cy="0"/>
          <a:chOff x="0" y="0"/>
          <a:chExt cx="0" cy="0"/>
        </a:xfrm>
      </p:grpSpPr>
      <p:sp>
        <p:nvSpPr>
          <p:cNvPr id="115" name="Google Shape;115;p21"/>
          <p:cNvSpPr txBox="1">
            <a:spLocks noGrp="1"/>
          </p:cNvSpPr>
          <p:nvPr>
            <p:ph type="ctrTitle"/>
          </p:nvPr>
        </p:nvSpPr>
        <p:spPr>
          <a:xfrm flipH="1">
            <a:off x="2264096" y="2904633"/>
            <a:ext cx="6927600" cy="25616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4800"/>
            </a:lvl1pPr>
            <a:lvl2pPr lvl="1" algn="r" rtl="0">
              <a:spcBef>
                <a:spcPts val="0"/>
              </a:spcBef>
              <a:spcAft>
                <a:spcPts val="0"/>
              </a:spcAft>
              <a:buClr>
                <a:srgbClr val="FFFFFF"/>
              </a:buClr>
              <a:buSzPts val="6500"/>
              <a:buNone/>
              <a:defRPr sz="8666">
                <a:solidFill>
                  <a:srgbClr val="FFFFFF"/>
                </a:solidFill>
              </a:defRPr>
            </a:lvl2pPr>
            <a:lvl3pPr lvl="2" algn="r" rtl="0">
              <a:spcBef>
                <a:spcPts val="0"/>
              </a:spcBef>
              <a:spcAft>
                <a:spcPts val="0"/>
              </a:spcAft>
              <a:buClr>
                <a:srgbClr val="FFFFFF"/>
              </a:buClr>
              <a:buSzPts val="6500"/>
              <a:buNone/>
              <a:defRPr sz="8666">
                <a:solidFill>
                  <a:srgbClr val="FFFFFF"/>
                </a:solidFill>
              </a:defRPr>
            </a:lvl3pPr>
            <a:lvl4pPr lvl="3" algn="r" rtl="0">
              <a:spcBef>
                <a:spcPts val="0"/>
              </a:spcBef>
              <a:spcAft>
                <a:spcPts val="0"/>
              </a:spcAft>
              <a:buClr>
                <a:srgbClr val="FFFFFF"/>
              </a:buClr>
              <a:buSzPts val="6500"/>
              <a:buNone/>
              <a:defRPr sz="8666">
                <a:solidFill>
                  <a:srgbClr val="FFFFFF"/>
                </a:solidFill>
              </a:defRPr>
            </a:lvl4pPr>
            <a:lvl5pPr lvl="4" algn="r" rtl="0">
              <a:spcBef>
                <a:spcPts val="0"/>
              </a:spcBef>
              <a:spcAft>
                <a:spcPts val="0"/>
              </a:spcAft>
              <a:buClr>
                <a:srgbClr val="FFFFFF"/>
              </a:buClr>
              <a:buSzPts val="6500"/>
              <a:buNone/>
              <a:defRPr sz="8666">
                <a:solidFill>
                  <a:srgbClr val="FFFFFF"/>
                </a:solidFill>
              </a:defRPr>
            </a:lvl5pPr>
            <a:lvl6pPr lvl="5" algn="r" rtl="0">
              <a:spcBef>
                <a:spcPts val="0"/>
              </a:spcBef>
              <a:spcAft>
                <a:spcPts val="0"/>
              </a:spcAft>
              <a:buClr>
                <a:srgbClr val="FFFFFF"/>
              </a:buClr>
              <a:buSzPts val="6500"/>
              <a:buNone/>
              <a:defRPr sz="8666">
                <a:solidFill>
                  <a:srgbClr val="FFFFFF"/>
                </a:solidFill>
              </a:defRPr>
            </a:lvl6pPr>
            <a:lvl7pPr lvl="6" algn="r" rtl="0">
              <a:spcBef>
                <a:spcPts val="0"/>
              </a:spcBef>
              <a:spcAft>
                <a:spcPts val="0"/>
              </a:spcAft>
              <a:buClr>
                <a:srgbClr val="FFFFFF"/>
              </a:buClr>
              <a:buSzPts val="6500"/>
              <a:buNone/>
              <a:defRPr sz="8666">
                <a:solidFill>
                  <a:srgbClr val="FFFFFF"/>
                </a:solidFill>
              </a:defRPr>
            </a:lvl7pPr>
            <a:lvl8pPr lvl="7" algn="r" rtl="0">
              <a:spcBef>
                <a:spcPts val="0"/>
              </a:spcBef>
              <a:spcAft>
                <a:spcPts val="0"/>
              </a:spcAft>
              <a:buClr>
                <a:srgbClr val="FFFFFF"/>
              </a:buClr>
              <a:buSzPts val="6500"/>
              <a:buNone/>
              <a:defRPr sz="8666">
                <a:solidFill>
                  <a:srgbClr val="FFFFFF"/>
                </a:solidFill>
              </a:defRPr>
            </a:lvl8pPr>
            <a:lvl9pPr lvl="8" algn="r" rtl="0">
              <a:spcBef>
                <a:spcPts val="0"/>
              </a:spcBef>
              <a:spcAft>
                <a:spcPts val="0"/>
              </a:spcAft>
              <a:buClr>
                <a:srgbClr val="FFFFFF"/>
              </a:buClr>
              <a:buSzPts val="6500"/>
              <a:buNone/>
              <a:defRPr sz="8666">
                <a:solidFill>
                  <a:srgbClr val="FFFFFF"/>
                </a:solidFill>
              </a:defRPr>
            </a:lvl9pPr>
          </a:lstStyle>
          <a:p>
            <a:endParaRPr/>
          </a:p>
        </p:txBody>
      </p:sp>
      <p:sp>
        <p:nvSpPr>
          <p:cNvPr id="116" name="Google Shape;116;p21"/>
          <p:cNvSpPr txBox="1">
            <a:spLocks noGrp="1"/>
          </p:cNvSpPr>
          <p:nvPr>
            <p:ph type="title" idx="2" hasCustomPrompt="1"/>
          </p:nvPr>
        </p:nvSpPr>
        <p:spPr>
          <a:xfrm flipH="1">
            <a:off x="5219296" y="2488867"/>
            <a:ext cx="3972400" cy="10060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12800"/>
            </a:lvl1pPr>
            <a:lvl2pPr lvl="1"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FFFFF"/>
              </a:buClr>
              <a:buSzPts val="6000"/>
              <a:buFont typeface="Fira Sans Extra Condensed Medium"/>
              <a:buNone/>
              <a:defRPr sz="8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17" name="Google Shape;117;p21"/>
          <p:cNvSpPr txBox="1">
            <a:spLocks noGrp="1"/>
          </p:cNvSpPr>
          <p:nvPr>
            <p:ph type="subTitle" idx="1"/>
          </p:nvPr>
        </p:nvSpPr>
        <p:spPr>
          <a:xfrm>
            <a:off x="3558496" y="4634739"/>
            <a:ext cx="5633200" cy="7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67"/>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extLst>
      <p:ext uri="{BB962C8B-B14F-4D97-AF65-F5344CB8AC3E}">
        <p14:creationId xmlns:p14="http://schemas.microsoft.com/office/powerpoint/2010/main" val="695446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Design 5">
  <p:cSld name="Title + Design 5">
    <p:spTree>
      <p:nvGrpSpPr>
        <p:cNvPr id="1" name="Shape 118"/>
        <p:cNvGrpSpPr/>
        <p:nvPr/>
      </p:nvGrpSpPr>
      <p:grpSpPr>
        <a:xfrm>
          <a:off x="0" y="0"/>
          <a:ext cx="0" cy="0"/>
          <a:chOff x="0" y="0"/>
          <a:chExt cx="0" cy="0"/>
        </a:xfrm>
      </p:grpSpPr>
      <p:sp>
        <p:nvSpPr>
          <p:cNvPr id="119" name="Google Shape;119;p22"/>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867758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20"/>
        <p:cNvGrpSpPr/>
        <p:nvPr/>
      </p:nvGrpSpPr>
      <p:grpSpPr>
        <a:xfrm>
          <a:off x="0" y="0"/>
          <a:ext cx="0" cy="0"/>
          <a:chOff x="0" y="0"/>
          <a:chExt cx="0" cy="0"/>
        </a:xfrm>
      </p:grpSpPr>
      <p:sp>
        <p:nvSpPr>
          <p:cNvPr id="121" name="Google Shape;121;p23"/>
          <p:cNvSpPr txBox="1">
            <a:spLocks noGrp="1"/>
          </p:cNvSpPr>
          <p:nvPr>
            <p:ph type="ctrTitle"/>
          </p:nvPr>
        </p:nvSpPr>
        <p:spPr>
          <a:xfrm flipH="1">
            <a:off x="2632200" y="1548000"/>
            <a:ext cx="6927600" cy="18204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0000"/>
              </a:buClr>
              <a:buSzPts val="4800"/>
              <a:buNone/>
              <a:defRPr sz="6400"/>
            </a:lvl1pPr>
            <a:lvl2pPr lvl="1" algn="ctr" rtl="0">
              <a:spcBef>
                <a:spcPts val="0"/>
              </a:spcBef>
              <a:spcAft>
                <a:spcPts val="0"/>
              </a:spcAft>
              <a:buClr>
                <a:srgbClr val="FFFFFF"/>
              </a:buClr>
              <a:buSzPts val="4800"/>
              <a:buNone/>
              <a:defRPr sz="6400">
                <a:solidFill>
                  <a:srgbClr val="FFFFFF"/>
                </a:solidFill>
              </a:defRPr>
            </a:lvl2pPr>
            <a:lvl3pPr lvl="2" algn="ctr" rtl="0">
              <a:spcBef>
                <a:spcPts val="0"/>
              </a:spcBef>
              <a:spcAft>
                <a:spcPts val="0"/>
              </a:spcAft>
              <a:buClr>
                <a:srgbClr val="FFFFFF"/>
              </a:buClr>
              <a:buSzPts val="4800"/>
              <a:buNone/>
              <a:defRPr sz="6400">
                <a:solidFill>
                  <a:srgbClr val="FFFFFF"/>
                </a:solidFill>
              </a:defRPr>
            </a:lvl3pPr>
            <a:lvl4pPr lvl="3" algn="ctr" rtl="0">
              <a:spcBef>
                <a:spcPts val="0"/>
              </a:spcBef>
              <a:spcAft>
                <a:spcPts val="0"/>
              </a:spcAft>
              <a:buClr>
                <a:srgbClr val="FFFFFF"/>
              </a:buClr>
              <a:buSzPts val="4800"/>
              <a:buNone/>
              <a:defRPr sz="6400">
                <a:solidFill>
                  <a:srgbClr val="FFFFFF"/>
                </a:solidFill>
              </a:defRPr>
            </a:lvl4pPr>
            <a:lvl5pPr lvl="4" algn="ctr" rtl="0">
              <a:spcBef>
                <a:spcPts val="0"/>
              </a:spcBef>
              <a:spcAft>
                <a:spcPts val="0"/>
              </a:spcAft>
              <a:buClr>
                <a:srgbClr val="FFFFFF"/>
              </a:buClr>
              <a:buSzPts val="4800"/>
              <a:buNone/>
              <a:defRPr sz="6400">
                <a:solidFill>
                  <a:srgbClr val="FFFFFF"/>
                </a:solidFill>
              </a:defRPr>
            </a:lvl5pPr>
            <a:lvl6pPr lvl="5" algn="ctr" rtl="0">
              <a:spcBef>
                <a:spcPts val="0"/>
              </a:spcBef>
              <a:spcAft>
                <a:spcPts val="0"/>
              </a:spcAft>
              <a:buClr>
                <a:srgbClr val="FFFFFF"/>
              </a:buClr>
              <a:buSzPts val="4800"/>
              <a:buNone/>
              <a:defRPr sz="6400">
                <a:solidFill>
                  <a:srgbClr val="FFFFFF"/>
                </a:solidFill>
              </a:defRPr>
            </a:lvl6pPr>
            <a:lvl7pPr lvl="6" algn="ctr" rtl="0">
              <a:spcBef>
                <a:spcPts val="0"/>
              </a:spcBef>
              <a:spcAft>
                <a:spcPts val="0"/>
              </a:spcAft>
              <a:buClr>
                <a:srgbClr val="FFFFFF"/>
              </a:buClr>
              <a:buSzPts val="4800"/>
              <a:buNone/>
              <a:defRPr sz="6400">
                <a:solidFill>
                  <a:srgbClr val="FFFFFF"/>
                </a:solidFill>
              </a:defRPr>
            </a:lvl7pPr>
            <a:lvl8pPr lvl="7" algn="ctr" rtl="0">
              <a:spcBef>
                <a:spcPts val="0"/>
              </a:spcBef>
              <a:spcAft>
                <a:spcPts val="0"/>
              </a:spcAft>
              <a:buClr>
                <a:srgbClr val="FFFFFF"/>
              </a:buClr>
              <a:buSzPts val="4800"/>
              <a:buNone/>
              <a:defRPr sz="6400">
                <a:solidFill>
                  <a:srgbClr val="FFFFFF"/>
                </a:solidFill>
              </a:defRPr>
            </a:lvl8pPr>
            <a:lvl9pPr lvl="8" algn="ctr" rtl="0">
              <a:spcBef>
                <a:spcPts val="0"/>
              </a:spcBef>
              <a:spcAft>
                <a:spcPts val="0"/>
              </a:spcAft>
              <a:buClr>
                <a:srgbClr val="FFFFFF"/>
              </a:buClr>
              <a:buSzPts val="4800"/>
              <a:buNone/>
              <a:defRPr sz="6400">
                <a:solidFill>
                  <a:srgbClr val="FFFFFF"/>
                </a:solidFill>
              </a:defRPr>
            </a:lvl9pPr>
          </a:lstStyle>
          <a:p>
            <a:endParaRPr/>
          </a:p>
        </p:txBody>
      </p:sp>
      <p:sp>
        <p:nvSpPr>
          <p:cNvPr id="122" name="Google Shape;122;p23"/>
          <p:cNvSpPr txBox="1">
            <a:spLocks noGrp="1"/>
          </p:cNvSpPr>
          <p:nvPr>
            <p:ph type="subTitle" idx="1"/>
          </p:nvPr>
        </p:nvSpPr>
        <p:spPr>
          <a:xfrm>
            <a:off x="2870000" y="3326467"/>
            <a:ext cx="64520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 name="Google Shape;123;p23"/>
          <p:cNvSpPr txBox="1"/>
          <p:nvPr/>
        </p:nvSpPr>
        <p:spPr>
          <a:xfrm>
            <a:off x="834541" y="4963224"/>
            <a:ext cx="5106800" cy="2379200"/>
          </a:xfrm>
          <a:prstGeom prst="rect">
            <a:avLst/>
          </a:prstGeom>
          <a:noFill/>
          <a:ln>
            <a:noFill/>
          </a:ln>
        </p:spPr>
        <p:txBody>
          <a:bodyPr spcFirstLastPara="1" wrap="square" lIns="121900" tIns="121900" rIns="121900" bIns="121900" anchor="ctr" anchorCtr="0">
            <a:noAutofit/>
          </a:bodyPr>
          <a:lstStyle/>
          <a:p>
            <a:pPr>
              <a:spcBef>
                <a:spcPts val="400"/>
              </a:spcBef>
              <a:buClr>
                <a:srgbClr val="000000"/>
              </a:buClr>
              <a:buFont typeface="Arial"/>
              <a:buNone/>
            </a:pPr>
            <a:r>
              <a:rPr lang="en" sz="1333" kern="0">
                <a:solidFill>
                  <a:srgbClr val="434343"/>
                </a:solidFill>
                <a:latin typeface="Roboto Condensed Light"/>
                <a:ea typeface="Roboto Condensed Light"/>
                <a:cs typeface="Roboto Condensed Light"/>
                <a:sym typeface="Roboto Condensed Light"/>
              </a:rPr>
              <a:t>CREDITS: This presentation template was created by </a:t>
            </a:r>
            <a:r>
              <a:rPr lang="en" sz="1333" b="1" kern="0">
                <a:solidFill>
                  <a:srgbClr val="434343"/>
                </a:solidFill>
                <a:uFill>
                  <a:noFill/>
                </a:uFill>
                <a:latin typeface="Roboto Condensed"/>
                <a:ea typeface="Roboto Condensed"/>
                <a:cs typeface="Roboto Condensed"/>
                <a:sym typeface="Roboto Condensed"/>
                <a:hlinkClick r:id="rId2"/>
              </a:rPr>
              <a:t>Slidesgo</a:t>
            </a:r>
            <a:r>
              <a:rPr lang="en" sz="1333" kern="0">
                <a:solidFill>
                  <a:srgbClr val="434343"/>
                </a:solidFill>
                <a:latin typeface="Roboto Condensed Light"/>
                <a:ea typeface="Roboto Condensed Light"/>
                <a:cs typeface="Roboto Condensed Light"/>
                <a:sym typeface="Roboto Condensed Light"/>
              </a:rPr>
              <a:t>, including icons by </a:t>
            </a:r>
            <a:r>
              <a:rPr lang="en" sz="1333" b="1" kern="0">
                <a:solidFill>
                  <a:srgbClr val="434343"/>
                </a:solidFill>
                <a:uFill>
                  <a:noFill/>
                </a:uFill>
                <a:latin typeface="Roboto Condensed"/>
                <a:ea typeface="Roboto Condensed"/>
                <a:cs typeface="Roboto Condensed"/>
                <a:sym typeface="Roboto Condensed"/>
                <a:hlinkClick r:id="rId3"/>
              </a:rPr>
              <a:t>Flaticon</a:t>
            </a:r>
            <a:r>
              <a:rPr lang="en" sz="1333" kern="0">
                <a:solidFill>
                  <a:srgbClr val="434343"/>
                </a:solidFill>
                <a:latin typeface="Roboto Condensed Light"/>
                <a:ea typeface="Roboto Condensed Light"/>
                <a:cs typeface="Roboto Condensed Light"/>
                <a:sym typeface="Roboto Condensed Light"/>
              </a:rPr>
              <a:t>, and infographics &amp; images by </a:t>
            </a:r>
            <a:r>
              <a:rPr lang="en" sz="1333" b="1" kern="0">
                <a:solidFill>
                  <a:srgbClr val="434343"/>
                </a:solidFill>
                <a:uFill>
                  <a:noFill/>
                </a:uFill>
                <a:latin typeface="Roboto Condensed"/>
                <a:ea typeface="Roboto Condensed"/>
                <a:cs typeface="Roboto Condensed"/>
                <a:sym typeface="Roboto Condensed"/>
                <a:hlinkClick r:id="rId4"/>
              </a:rPr>
              <a:t>Freepik</a:t>
            </a:r>
            <a:r>
              <a:rPr lang="en" sz="1333" kern="0">
                <a:solidFill>
                  <a:srgbClr val="434343"/>
                </a:solidFill>
                <a:latin typeface="Roboto Condensed Light"/>
                <a:ea typeface="Roboto Condensed Light"/>
                <a:cs typeface="Roboto Condensed Light"/>
                <a:sym typeface="Roboto Condensed Light"/>
              </a:rPr>
              <a:t>. </a:t>
            </a:r>
            <a:endParaRPr sz="1333" kern="0">
              <a:solidFill>
                <a:srgbClr val="434343"/>
              </a:solidFill>
              <a:latin typeface="Roboto Condensed Light"/>
              <a:ea typeface="Roboto Condensed Light"/>
              <a:cs typeface="Roboto Condensed Light"/>
              <a:sym typeface="Roboto Condensed Light"/>
            </a:endParaRPr>
          </a:p>
          <a:p>
            <a:pPr>
              <a:spcBef>
                <a:spcPts val="400"/>
              </a:spcBef>
              <a:buClr>
                <a:srgbClr val="000000"/>
              </a:buClr>
              <a:buFont typeface="Arial"/>
              <a:buNone/>
            </a:pPr>
            <a:r>
              <a:rPr lang="en" sz="1200" b="1" kern="0">
                <a:solidFill>
                  <a:srgbClr val="434343"/>
                </a:solidFill>
                <a:latin typeface="Roboto Condensed"/>
                <a:ea typeface="Roboto Condensed"/>
                <a:cs typeface="Roboto Condensed"/>
                <a:sym typeface="Roboto Condensed"/>
              </a:rPr>
              <a:t>Please keep this slide for attribution.</a:t>
            </a:r>
            <a:endParaRPr sz="1200" b="1" kern="0">
              <a:solidFill>
                <a:srgbClr val="434343"/>
              </a:solidFill>
              <a:latin typeface="Roboto Condensed"/>
              <a:ea typeface="Roboto Condensed"/>
              <a:cs typeface="Roboto Condensed"/>
              <a:sym typeface="Roboto Condensed"/>
            </a:endParaRPr>
          </a:p>
          <a:p>
            <a:pPr>
              <a:lnSpc>
                <a:spcPct val="115000"/>
              </a:lnSpc>
              <a:spcBef>
                <a:spcPts val="400"/>
              </a:spcBef>
              <a:buClr>
                <a:srgbClr val="000000"/>
              </a:buClr>
              <a:buFont typeface="Arial"/>
              <a:buNone/>
            </a:pPr>
            <a:endParaRPr sz="1867" kern="0">
              <a:solidFill>
                <a:srgbClr val="434343"/>
              </a:solidFill>
              <a:latin typeface="Roboto Condensed Light"/>
              <a:ea typeface="Roboto Condensed Light"/>
              <a:cs typeface="Roboto Condensed Light"/>
              <a:sym typeface="Roboto Condensed Light"/>
            </a:endParaRPr>
          </a:p>
          <a:p>
            <a:pPr>
              <a:buClr>
                <a:srgbClr val="000000"/>
              </a:buClr>
              <a:buFont typeface="Arial"/>
              <a:buNone/>
            </a:pPr>
            <a:endParaRPr sz="1867" kern="0">
              <a:solidFill>
                <a:srgbClr val="434343"/>
              </a:solidFill>
              <a:latin typeface="Roboto Condensed Light"/>
              <a:ea typeface="Roboto Condensed Light"/>
              <a:cs typeface="Roboto Condensed Light"/>
              <a:sym typeface="Roboto Condensed Light"/>
            </a:endParaRPr>
          </a:p>
        </p:txBody>
      </p:sp>
    </p:spTree>
    <p:extLst>
      <p:ext uri="{BB962C8B-B14F-4D97-AF65-F5344CB8AC3E}">
        <p14:creationId xmlns:p14="http://schemas.microsoft.com/office/powerpoint/2010/main" val="2750335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text">
  <p:cSld name="Title + text">
    <p:spTree>
      <p:nvGrpSpPr>
        <p:cNvPr id="1" name="Shape 124"/>
        <p:cNvGrpSpPr/>
        <p:nvPr/>
      </p:nvGrpSpPr>
      <p:grpSpPr>
        <a:xfrm>
          <a:off x="0" y="0"/>
          <a:ext cx="0" cy="0"/>
          <a:chOff x="0" y="0"/>
          <a:chExt cx="0" cy="0"/>
        </a:xfrm>
      </p:grpSpPr>
      <p:sp>
        <p:nvSpPr>
          <p:cNvPr id="125" name="Google Shape;125;p24"/>
          <p:cNvSpPr txBox="1">
            <a:spLocks noGrp="1"/>
          </p:cNvSpPr>
          <p:nvPr>
            <p:ph type="body" idx="1"/>
          </p:nvPr>
        </p:nvSpPr>
        <p:spPr>
          <a:xfrm>
            <a:off x="856067" y="2846400"/>
            <a:ext cx="7077600" cy="19680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000000"/>
              </a:buClr>
              <a:buSzPts val="1200"/>
              <a:buChar char="●"/>
              <a:defRPr>
                <a:solidFill>
                  <a:srgbClr val="000000"/>
                </a:solidFill>
              </a:defRPr>
            </a:lvl1pPr>
            <a:lvl2pPr marL="1219170" lvl="1" indent="-406390" rtl="0">
              <a:spcBef>
                <a:spcPts val="2133"/>
              </a:spcBef>
              <a:spcAft>
                <a:spcPts val="0"/>
              </a:spcAft>
              <a:buClr>
                <a:srgbClr val="000000"/>
              </a:buClr>
              <a:buSzPts val="1200"/>
              <a:buChar char="○"/>
              <a:defRPr>
                <a:solidFill>
                  <a:srgbClr val="000000"/>
                </a:solidFill>
              </a:defRPr>
            </a:lvl2pPr>
            <a:lvl3pPr marL="1828754" lvl="2" indent="-406390" rtl="0">
              <a:spcBef>
                <a:spcPts val="2133"/>
              </a:spcBef>
              <a:spcAft>
                <a:spcPts val="0"/>
              </a:spcAft>
              <a:buClr>
                <a:srgbClr val="000000"/>
              </a:buClr>
              <a:buSzPts val="1200"/>
              <a:buChar char="■"/>
              <a:defRPr>
                <a:solidFill>
                  <a:srgbClr val="000000"/>
                </a:solidFill>
              </a:defRPr>
            </a:lvl3pPr>
            <a:lvl4pPr marL="2438339" lvl="3" indent="-406390" rtl="0">
              <a:spcBef>
                <a:spcPts val="2133"/>
              </a:spcBef>
              <a:spcAft>
                <a:spcPts val="0"/>
              </a:spcAft>
              <a:buClr>
                <a:srgbClr val="000000"/>
              </a:buClr>
              <a:buSzPts val="1200"/>
              <a:buChar char="●"/>
              <a:defRPr>
                <a:solidFill>
                  <a:srgbClr val="000000"/>
                </a:solidFill>
              </a:defRPr>
            </a:lvl4pPr>
            <a:lvl5pPr marL="3047924" lvl="4" indent="-406390" rtl="0">
              <a:spcBef>
                <a:spcPts val="2133"/>
              </a:spcBef>
              <a:spcAft>
                <a:spcPts val="0"/>
              </a:spcAft>
              <a:buClr>
                <a:srgbClr val="000000"/>
              </a:buClr>
              <a:buSzPts val="1200"/>
              <a:buChar char="○"/>
              <a:defRPr>
                <a:solidFill>
                  <a:srgbClr val="000000"/>
                </a:solidFill>
              </a:defRPr>
            </a:lvl5pPr>
            <a:lvl6pPr marL="3657509" lvl="5" indent="-406390" rtl="0">
              <a:spcBef>
                <a:spcPts val="2133"/>
              </a:spcBef>
              <a:spcAft>
                <a:spcPts val="0"/>
              </a:spcAft>
              <a:buClr>
                <a:srgbClr val="000000"/>
              </a:buClr>
              <a:buSzPts val="1200"/>
              <a:buChar char="■"/>
              <a:defRPr>
                <a:solidFill>
                  <a:srgbClr val="000000"/>
                </a:solidFill>
              </a:defRPr>
            </a:lvl6pPr>
            <a:lvl7pPr marL="4267093" lvl="6" indent="-406390" rtl="0">
              <a:spcBef>
                <a:spcPts val="2133"/>
              </a:spcBef>
              <a:spcAft>
                <a:spcPts val="0"/>
              </a:spcAft>
              <a:buClr>
                <a:srgbClr val="000000"/>
              </a:buClr>
              <a:buSzPts val="1200"/>
              <a:buChar char="●"/>
              <a:defRPr>
                <a:solidFill>
                  <a:srgbClr val="000000"/>
                </a:solidFill>
              </a:defRPr>
            </a:lvl7pPr>
            <a:lvl8pPr marL="4876678" lvl="7" indent="-406390" rtl="0">
              <a:spcBef>
                <a:spcPts val="2133"/>
              </a:spcBef>
              <a:spcAft>
                <a:spcPts val="0"/>
              </a:spcAft>
              <a:buClr>
                <a:srgbClr val="000000"/>
              </a:buClr>
              <a:buSzPts val="1200"/>
              <a:buChar char="○"/>
              <a:defRPr>
                <a:solidFill>
                  <a:srgbClr val="000000"/>
                </a:solidFill>
              </a:defRPr>
            </a:lvl8pPr>
            <a:lvl9pPr marL="5486263" lvl="8" indent="-406390" rtl="0">
              <a:spcBef>
                <a:spcPts val="2133"/>
              </a:spcBef>
              <a:spcAft>
                <a:spcPts val="2133"/>
              </a:spcAft>
              <a:buClr>
                <a:srgbClr val="000000"/>
              </a:buClr>
              <a:buSzPts val="1200"/>
              <a:buChar char="■"/>
              <a:defRPr>
                <a:solidFill>
                  <a:srgbClr val="000000"/>
                </a:solidFill>
              </a:defRPr>
            </a:lvl9pPr>
          </a:lstStyle>
          <a:p>
            <a:endParaRPr/>
          </a:p>
        </p:txBody>
      </p:sp>
      <p:sp>
        <p:nvSpPr>
          <p:cNvPr id="126" name="Google Shape;126;p24"/>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12127312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127"/>
        <p:cNvGrpSpPr/>
        <p:nvPr/>
      </p:nvGrpSpPr>
      <p:grpSpPr>
        <a:xfrm>
          <a:off x="0" y="0"/>
          <a:ext cx="0" cy="0"/>
          <a:chOff x="0" y="0"/>
          <a:chExt cx="0" cy="0"/>
        </a:xfrm>
      </p:grpSpPr>
    </p:spTree>
    <p:extLst>
      <p:ext uri="{BB962C8B-B14F-4D97-AF65-F5344CB8AC3E}">
        <p14:creationId xmlns:p14="http://schemas.microsoft.com/office/powerpoint/2010/main" val="31537798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18992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6819900" cy="6858000"/>
          </a:xfrm>
        </p:spPr>
        <p:txBody>
          <a:bodyPr/>
          <a:lstStyle/>
          <a:p>
            <a:endParaRPr lang="en-IN"/>
          </a:p>
        </p:txBody>
      </p:sp>
      <p:sp>
        <p:nvSpPr>
          <p:cNvPr id="3" name="Slide Number Placeholder 5"/>
          <p:cNvSpPr>
            <a:spLocks noGrp="1"/>
          </p:cNvSpPr>
          <p:nvPr>
            <p:ph type="sldNum" sz="quarter" idx="4"/>
          </p:nvPr>
        </p:nvSpPr>
        <p:spPr>
          <a:xfrm>
            <a:off x="11841956" y="80168"/>
            <a:ext cx="273050" cy="182563"/>
          </a:xfrm>
          <a:prstGeom prst="rect">
            <a:avLst/>
          </a:prstGeom>
          <a:solidFill>
            <a:schemeClr val="accent6">
              <a:lumMod val="50000"/>
            </a:schemeClr>
          </a:solidFill>
        </p:spPr>
        <p:txBody>
          <a:bodyPr vert="horz" lIns="0" tIns="0" rIns="0" bIns="0" rtlCol="0" anchor="ctr"/>
          <a:lstStyle>
            <a:lvl1pPr algn="ctr">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01E2D508-0D33-4BED-97DE-1BBAD8E96F9E}" type="slidenum">
              <a:rPr lang="en-IN" smtClean="0"/>
              <a:pPr/>
              <a:t>‹N°›</a:t>
            </a:fld>
            <a:endParaRPr lang="en-IN"/>
          </a:p>
        </p:txBody>
      </p:sp>
    </p:spTree>
    <p:extLst>
      <p:ext uri="{BB962C8B-B14F-4D97-AF65-F5344CB8AC3E}">
        <p14:creationId xmlns:p14="http://schemas.microsoft.com/office/powerpoint/2010/main" val="363013575"/>
      </p:ext>
    </p:extLst>
  </p:cSld>
  <p:clrMapOvr>
    <a:masterClrMapping/>
  </p:clrMapOvr>
  <p:transition spd="slow">
    <p:cove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a:gsLst>
            <a:gs pos="0">
              <a:srgbClr val="EFEDEE"/>
            </a:gs>
            <a:gs pos="53000">
              <a:srgbClr val="F1EFF0"/>
            </a:gs>
            <a:gs pos="77000">
              <a:srgbClr val="EFEDEE"/>
            </a:gs>
            <a:gs pos="100000">
              <a:srgbClr val="EFEBEC"/>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63481"/>
            <a:ext cx="10515600" cy="739056"/>
          </a:xfrm>
        </p:spPr>
        <p:txBody>
          <a:bodyPr>
            <a:normAutofit/>
          </a:bodyPr>
          <a:lstStyle>
            <a:lvl1pPr>
              <a:defRPr sz="3600"/>
            </a:lvl1pPr>
          </a:lstStyle>
          <a:p>
            <a:r>
              <a:rPr lang="en-US" dirty="0"/>
              <a:t>Click to edit Master title style</a:t>
            </a:r>
          </a:p>
        </p:txBody>
      </p:sp>
      <p:grpSp>
        <p:nvGrpSpPr>
          <p:cNvPr id="3" name="Group 2">
            <a:extLst>
              <a:ext uri="{FF2B5EF4-FFF2-40B4-BE49-F238E27FC236}">
                <a16:creationId xmlns:a16="http://schemas.microsoft.com/office/drawing/2014/main" id="{75930DF0-104B-4293-A7F6-66AEFF3E6AF8}"/>
              </a:ext>
            </a:extLst>
          </p:cNvPr>
          <p:cNvGrpSpPr/>
          <p:nvPr userDrawn="1"/>
        </p:nvGrpSpPr>
        <p:grpSpPr>
          <a:xfrm>
            <a:off x="12554553" y="1"/>
            <a:ext cx="1647523" cy="1816099"/>
            <a:chOff x="12554553" y="1"/>
            <a:chExt cx="1647523" cy="1816099"/>
          </a:xfrm>
        </p:grpSpPr>
        <p:sp>
          <p:nvSpPr>
            <p:cNvPr id="4" name="Rectangle: Folded Corner 3">
              <a:extLst>
                <a:ext uri="{FF2B5EF4-FFF2-40B4-BE49-F238E27FC236}">
                  <a16:creationId xmlns:a16="http://schemas.microsoft.com/office/drawing/2014/main" id="{9FDF5E90-AE29-4303-979F-161F791D98BB}"/>
                </a:ext>
              </a:extLst>
            </p:cNvPr>
            <p:cNvSpPr/>
            <p:nvPr userDrawn="1"/>
          </p:nvSpPr>
          <p:spPr>
            <a:xfrm>
              <a:off x="12554553" y="1"/>
              <a:ext cx="1644047" cy="1816099"/>
            </a:xfrm>
            <a:prstGeom prst="foldedCorner">
              <a:avLst/>
            </a:prstGeom>
            <a:ln>
              <a:noFill/>
            </a:ln>
            <a:effectLst>
              <a:outerShdw blurRad="101600" dist="635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Ins="0" rtlCol="0" anchor="t"/>
            <a:lstStyle/>
            <a:p>
              <a:r>
                <a:rPr lang="en-US" sz="1400">
                  <a:solidFill>
                    <a:srgbClr val="F7931F">
                      <a:lumMod val="50000"/>
                    </a:srgbClr>
                  </a:solidFill>
                </a:rPr>
                <a:t>To insert your own icons*:</a:t>
              </a:r>
            </a:p>
            <a:p>
              <a:endParaRPr lang="en-US" sz="1400">
                <a:solidFill>
                  <a:srgbClr val="F7931F">
                    <a:lumMod val="50000"/>
                  </a:srgbClr>
                </a:solidFill>
              </a:endParaRPr>
            </a:p>
            <a:p>
              <a:r>
                <a:rPr lang="en-US" sz="1400" b="1">
                  <a:solidFill>
                    <a:srgbClr val="F7931F">
                      <a:lumMod val="50000"/>
                    </a:srgbClr>
                  </a:solidFill>
                </a:rPr>
                <a:t>Insert</a:t>
              </a:r>
              <a:r>
                <a:rPr lang="en-US" sz="1400">
                  <a:solidFill>
                    <a:srgbClr val="F7931F">
                      <a:lumMod val="50000"/>
                    </a:srgbClr>
                  </a:solidFill>
                </a:rPr>
                <a:t> &gt;&gt; </a:t>
              </a:r>
              <a:r>
                <a:rPr lang="en-US" sz="1400" b="1">
                  <a:solidFill>
                    <a:srgbClr val="F7931F">
                      <a:lumMod val="50000"/>
                    </a:srgbClr>
                  </a:solidFill>
                </a:rPr>
                <a:t>Icons</a:t>
              </a:r>
            </a:p>
            <a:p>
              <a:endParaRPr lang="en-US" sz="1400">
                <a:solidFill>
                  <a:srgbClr val="F7931F">
                    <a:lumMod val="50000"/>
                  </a:srgbClr>
                </a:solidFill>
              </a:endParaRPr>
            </a:p>
            <a:p>
              <a:r>
                <a:rPr lang="en-US" sz="1200" i="1">
                  <a:solidFill>
                    <a:srgbClr val="F7931F">
                      <a:lumMod val="50000"/>
                    </a:srgbClr>
                  </a:solidFill>
                </a:rPr>
                <a:t>(*Only available to Office 365 subscribers)</a:t>
              </a:r>
            </a:p>
          </p:txBody>
        </p:sp>
        <p:pic>
          <p:nvPicPr>
            <p:cNvPr id="5" name="Picture 4">
              <a:extLst>
                <a:ext uri="{FF2B5EF4-FFF2-40B4-BE49-F238E27FC236}">
                  <a16:creationId xmlns:a16="http://schemas.microsoft.com/office/drawing/2014/main" id="{9C25032D-D31A-446E-BBAA-A896C50E8CFA}"/>
                </a:ext>
              </a:extLst>
            </p:cNvPr>
            <p:cNvPicPr>
              <a:picLocks noChangeAspect="1"/>
            </p:cNvPicPr>
            <p:nvPr userDrawn="1"/>
          </p:nvPicPr>
          <p:blipFill>
            <a:blip r:embed="rId2"/>
            <a:stretch>
              <a:fillRect/>
            </a:stretch>
          </p:blipFill>
          <p:spPr>
            <a:xfrm>
              <a:off x="13802026" y="424090"/>
              <a:ext cx="400050" cy="657225"/>
            </a:xfrm>
            <a:prstGeom prst="rect">
              <a:avLst/>
            </a:prstGeom>
          </p:spPr>
        </p:pic>
      </p:grpSp>
    </p:spTree>
    <p:extLst>
      <p:ext uri="{BB962C8B-B14F-4D97-AF65-F5344CB8AC3E}">
        <p14:creationId xmlns:p14="http://schemas.microsoft.com/office/powerpoint/2010/main" val="933170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hyperlink" Target="http://www.presentationgo.com/" TargetMode="External"/><Relationship Id="rId2" Type="http://schemas.openxmlformats.org/officeDocument/2006/relationships/theme" Target="../theme/theme2.xml"/><Relationship Id="rId1" Type="http://schemas.openxmlformats.org/officeDocument/2006/relationships/slideLayout" Target="../slideLayouts/slideLayout2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xo 2"/>
              <a:buNone/>
              <a:defRPr sz="2800" b="1">
                <a:solidFill>
                  <a:schemeClr val="dk1"/>
                </a:solidFill>
                <a:latin typeface="Exo 2"/>
                <a:ea typeface="Exo 2"/>
                <a:cs typeface="Exo 2"/>
                <a:sym typeface="Exo 2"/>
              </a:defRPr>
            </a:lvl1pPr>
            <a:lvl2pPr lvl="1"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2pPr>
            <a:lvl3pPr lvl="2"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3pPr>
            <a:lvl4pPr lvl="3"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4pPr>
            <a:lvl5pPr lvl="4"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5pPr>
            <a:lvl6pPr lvl="5"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6pPr>
            <a:lvl7pPr lvl="6"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7pPr>
            <a:lvl8pPr lvl="7"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8pPr>
            <a:lvl9pPr lvl="8"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1pPr>
            <a:lvl2pPr marL="914400" lvl="1"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2pPr>
            <a:lvl3pPr marL="1371600" lvl="2"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3pPr>
            <a:lvl4pPr marL="1828800" lvl="3"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4pPr>
            <a:lvl5pPr marL="2286000" lvl="4"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5pPr>
            <a:lvl6pPr marL="2743200" lvl="5"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6pPr>
            <a:lvl7pPr marL="3200400" lvl="6"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7pPr>
            <a:lvl8pPr marL="3657600" lvl="7"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8pPr>
            <a:lvl9pPr marL="4114800" lvl="8" indent="-304800" rtl="0">
              <a:lnSpc>
                <a:spcPct val="115000"/>
              </a:lnSpc>
              <a:spcBef>
                <a:spcPts val="1600"/>
              </a:spcBef>
              <a:spcAft>
                <a:spcPts val="160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9pPr>
          </a:lstStyle>
          <a:p>
            <a:endParaRPr/>
          </a:p>
        </p:txBody>
      </p:sp>
    </p:spTree>
    <p:extLst>
      <p:ext uri="{BB962C8B-B14F-4D97-AF65-F5344CB8AC3E}">
        <p14:creationId xmlns:p14="http://schemas.microsoft.com/office/powerpoint/2010/main" val="1977655648"/>
      </p:ext>
    </p:extLst>
  </p:cSld>
  <p:clrMap bg1="lt1" tx1="dk1" bg2="dk2" tx2="lt2" accent1="accent1" accent2="accent2" accent3="accent3" accent4="accent4" accent5="accent5" accent6="accent6" hlink="hlink" folHlink="folHlink"/>
  <p:sldLayoutIdLst>
    <p:sldLayoutId id="2147483663"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7" r:id="rId19"/>
    <p:sldLayoutId id="2147483688"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EFEDEE"/>
            </a:gs>
            <a:gs pos="53000">
              <a:srgbClr val="F1EFF0"/>
            </a:gs>
            <a:gs pos="77000">
              <a:srgbClr val="EFEDEE"/>
            </a:gs>
            <a:gs pos="100000">
              <a:srgbClr val="EFEBEC"/>
            </a:gs>
          </a:gsLst>
          <a:lin ang="5400000" scaled="1"/>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63482"/>
            <a:ext cx="10515600" cy="739056"/>
          </a:xfrm>
          <a:prstGeom prst="rect">
            <a:avLst/>
          </a:prstGeom>
        </p:spPr>
        <p:txBody>
          <a:bodyPr rIns="0">
            <a:normAutofit/>
          </a:bodyPr>
          <a:lstStyle/>
          <a:p>
            <a:pPr marL="0" lvl="0"/>
            <a:r>
              <a:rPr lang="en-US"/>
              <a:t>Click to edit Master title style</a:t>
            </a:r>
          </a:p>
        </p:txBody>
      </p:sp>
      <p:sp>
        <p:nvSpPr>
          <p:cNvPr id="3" name="Text Placeholder 2"/>
          <p:cNvSpPr>
            <a:spLocks noGrp="1"/>
          </p:cNvSpPr>
          <p:nvPr>
            <p:ph type="body" idx="1"/>
          </p:nvPr>
        </p:nvSpPr>
        <p:spPr>
          <a:xfrm>
            <a:off x="838200" y="1219200"/>
            <a:ext cx="10515600" cy="4957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p:nvPr userDrawn="1"/>
        </p:nvSpPr>
        <p:spPr>
          <a:xfrm>
            <a:off x="0" y="6305911"/>
            <a:ext cx="12192000" cy="5520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defRPr/>
            </a:pPr>
            <a:r>
              <a:rPr lang="en-US" sz="3200" spc="150" dirty="0">
                <a:solidFill>
                  <a:prstClr val="white">
                    <a:lumMod val="75000"/>
                  </a:prstClr>
                </a:solidFill>
              </a:rPr>
              <a:t>www.</a:t>
            </a:r>
            <a:r>
              <a:rPr lang="en-US" sz="3200" spc="150" dirty="0">
                <a:solidFill>
                  <a:prstClr val="black">
                    <a:lumMod val="85000"/>
                    <a:lumOff val="15000"/>
                  </a:prstClr>
                </a:solidFill>
              </a:rPr>
              <a:t>presentationgo</a:t>
            </a:r>
            <a:r>
              <a:rPr lang="en-US" sz="3200" spc="150" dirty="0">
                <a:solidFill>
                  <a:prstClr val="white">
                    <a:lumMod val="75000"/>
                  </a:prstClr>
                </a:solidFill>
              </a:rPr>
              <a:t>.com</a:t>
            </a:r>
          </a:p>
        </p:txBody>
      </p:sp>
      <p:sp>
        <p:nvSpPr>
          <p:cNvPr id="7" name="Rectangle 6"/>
          <p:cNvSpPr/>
          <p:nvPr userDrawn="1"/>
        </p:nvSpPr>
        <p:spPr>
          <a:xfrm>
            <a:off x="-12701" y="6959601"/>
            <a:ext cx="1661032" cy="261610"/>
          </a:xfrm>
          <a:prstGeom prst="rect">
            <a:avLst/>
          </a:prstGeom>
        </p:spPr>
        <p:txBody>
          <a:bodyPr wrap="none">
            <a:spAutoFit/>
          </a:bodyPr>
          <a:lstStyle/>
          <a:p>
            <a:r>
              <a:rPr lang="en-US" sz="1100" dirty="0">
                <a:solidFill>
                  <a:srgbClr val="555555"/>
                </a:solidFill>
                <a:latin typeface="Open Sans" panose="020B0606030504020204" pitchFamily="34" charset="0"/>
              </a:rPr>
              <a:t>© </a:t>
            </a:r>
            <a:r>
              <a:rPr lang="en-US" sz="1100" dirty="0">
                <a:solidFill>
                  <a:srgbClr val="A5CD28"/>
                </a:solidFill>
                <a:latin typeface="Open Sans" panose="020B0606030504020204" pitchFamily="34" charset="0"/>
                <a:hlinkClick r:id="rId3" tooltip="PresentationGo!"/>
              </a:rPr>
              <a:t>presentationgo.com</a:t>
            </a:r>
            <a:endParaRPr lang="en-US" sz="1100" dirty="0">
              <a:solidFill>
                <a:prstClr val="black"/>
              </a:solidFill>
            </a:endParaRPr>
          </a:p>
        </p:txBody>
      </p:sp>
      <p:sp>
        <p:nvSpPr>
          <p:cNvPr id="13" name="Freeform 12"/>
          <p:cNvSpPr/>
          <p:nvPr userDrawn="1"/>
        </p:nvSpPr>
        <p:spPr>
          <a:xfrm rot="5400000">
            <a:off x="91178" y="173588"/>
            <a:ext cx="369496" cy="570902"/>
          </a:xfrm>
          <a:custGeom>
            <a:avLst/>
            <a:gdLst>
              <a:gd name="connsiteX0" fmla="*/ 210916 w 1034764"/>
              <a:gd name="connsiteY0" fmla="*/ 535701 h 1598797"/>
              <a:gd name="connsiteX1" fmla="*/ 331908 w 1034764"/>
              <a:gd name="connsiteY1" fmla="*/ 284049 h 1598797"/>
              <a:gd name="connsiteX2" fmla="*/ 741774 w 1034764"/>
              <a:gd name="connsiteY2" fmla="*/ 315409 h 1598797"/>
              <a:gd name="connsiteX3" fmla="*/ 403935 w 1034764"/>
              <a:gd name="connsiteY3" fmla="*/ 375418 h 1598797"/>
              <a:gd name="connsiteX4" fmla="*/ 266699 w 1034764"/>
              <a:gd name="connsiteY4" fmla="*/ 689905 h 1598797"/>
              <a:gd name="connsiteX5" fmla="*/ 266698 w 1034764"/>
              <a:gd name="connsiteY5" fmla="*/ 689907 h 1598797"/>
              <a:gd name="connsiteX6" fmla="*/ 210916 w 1034764"/>
              <a:gd name="connsiteY6" fmla="*/ 535701 h 1598797"/>
              <a:gd name="connsiteX7" fmla="*/ 134938 w 1034764"/>
              <a:gd name="connsiteY7" fmla="*/ 517381 h 1598797"/>
              <a:gd name="connsiteX8" fmla="*/ 517383 w 1034764"/>
              <a:gd name="connsiteY8" fmla="*/ 899826 h 1598797"/>
              <a:gd name="connsiteX9" fmla="*/ 899828 w 1034764"/>
              <a:gd name="connsiteY9" fmla="*/ 517381 h 1598797"/>
              <a:gd name="connsiteX10" fmla="*/ 517383 w 1034764"/>
              <a:gd name="connsiteY10" fmla="*/ 134936 h 1598797"/>
              <a:gd name="connsiteX11" fmla="*/ 134938 w 1034764"/>
              <a:gd name="connsiteY11" fmla="*/ 517381 h 1598797"/>
              <a:gd name="connsiteX12" fmla="*/ 0 w 1034764"/>
              <a:gd name="connsiteY12" fmla="*/ 517382 h 1598797"/>
              <a:gd name="connsiteX13" fmla="*/ 517382 w 1034764"/>
              <a:gd name="connsiteY13" fmla="*/ 0 h 1598797"/>
              <a:gd name="connsiteX14" fmla="*/ 1034764 w 1034764"/>
              <a:gd name="connsiteY14" fmla="*/ 517382 h 1598797"/>
              <a:gd name="connsiteX15" fmla="*/ 621653 w 1034764"/>
              <a:gd name="connsiteY15" fmla="*/ 1024253 h 1598797"/>
              <a:gd name="connsiteX16" fmla="*/ 620527 w 1034764"/>
              <a:gd name="connsiteY16" fmla="*/ 1024366 h 1598797"/>
              <a:gd name="connsiteX17" fmla="*/ 662992 w 1034764"/>
              <a:gd name="connsiteY17" fmla="*/ 1598797 h 1598797"/>
              <a:gd name="connsiteX18" fmla="*/ 371775 w 1034764"/>
              <a:gd name="connsiteY18" fmla="*/ 1598797 h 1598797"/>
              <a:gd name="connsiteX19" fmla="*/ 414241 w 1034764"/>
              <a:gd name="connsiteY19" fmla="*/ 1024367 h 1598797"/>
              <a:gd name="connsiteX20" fmla="*/ 413112 w 1034764"/>
              <a:gd name="connsiteY20" fmla="*/ 1024253 h 1598797"/>
              <a:gd name="connsiteX21" fmla="*/ 0 w 1034764"/>
              <a:gd name="connsiteY21" fmla="*/ 517382 h 159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34764" h="1598797">
                <a:moveTo>
                  <a:pt x="210916" y="535701"/>
                </a:moveTo>
                <a:cubicBezTo>
                  <a:pt x="207764" y="443901"/>
                  <a:pt x="249915" y="348683"/>
                  <a:pt x="331908" y="284049"/>
                </a:cubicBezTo>
                <a:cubicBezTo>
                  <a:pt x="463097" y="180634"/>
                  <a:pt x="646600" y="194675"/>
                  <a:pt x="741774" y="315409"/>
                </a:cubicBezTo>
                <a:cubicBezTo>
                  <a:pt x="631231" y="275026"/>
                  <a:pt x="502220" y="297941"/>
                  <a:pt x="403935" y="375418"/>
                </a:cubicBezTo>
                <a:cubicBezTo>
                  <a:pt x="305650" y="452895"/>
                  <a:pt x="253243" y="572989"/>
                  <a:pt x="266699" y="689905"/>
                </a:cubicBezTo>
                <a:lnTo>
                  <a:pt x="266698" y="689907"/>
                </a:lnTo>
                <a:cubicBezTo>
                  <a:pt x="231008" y="644631"/>
                  <a:pt x="212807" y="590781"/>
                  <a:pt x="210916" y="535701"/>
                </a:cubicBezTo>
                <a:close/>
                <a:moveTo>
                  <a:pt x="134938" y="517381"/>
                </a:moveTo>
                <a:cubicBezTo>
                  <a:pt x="134938" y="728600"/>
                  <a:pt x="306164" y="899826"/>
                  <a:pt x="517383" y="899826"/>
                </a:cubicBezTo>
                <a:cubicBezTo>
                  <a:pt x="728602" y="899826"/>
                  <a:pt x="899828" y="728600"/>
                  <a:pt x="899828" y="517381"/>
                </a:cubicBezTo>
                <a:cubicBezTo>
                  <a:pt x="899828" y="306162"/>
                  <a:pt x="728602" y="134936"/>
                  <a:pt x="517383" y="134936"/>
                </a:cubicBezTo>
                <a:cubicBezTo>
                  <a:pt x="306164" y="134936"/>
                  <a:pt x="134938" y="306162"/>
                  <a:pt x="134938" y="517381"/>
                </a:cubicBezTo>
                <a:close/>
                <a:moveTo>
                  <a:pt x="0" y="517382"/>
                </a:moveTo>
                <a:cubicBezTo>
                  <a:pt x="0" y="231640"/>
                  <a:pt x="231640" y="0"/>
                  <a:pt x="517382" y="0"/>
                </a:cubicBezTo>
                <a:cubicBezTo>
                  <a:pt x="803124" y="0"/>
                  <a:pt x="1034764" y="231640"/>
                  <a:pt x="1034764" y="517382"/>
                </a:cubicBezTo>
                <a:cubicBezTo>
                  <a:pt x="1034764" y="767406"/>
                  <a:pt x="857415" y="976008"/>
                  <a:pt x="621653" y="1024253"/>
                </a:cubicBezTo>
                <a:lnTo>
                  <a:pt x="620527" y="1024366"/>
                </a:lnTo>
                <a:lnTo>
                  <a:pt x="662992" y="1598797"/>
                </a:lnTo>
                <a:lnTo>
                  <a:pt x="371775" y="1598797"/>
                </a:lnTo>
                <a:lnTo>
                  <a:pt x="414241" y="1024367"/>
                </a:lnTo>
                <a:lnTo>
                  <a:pt x="413112" y="1024253"/>
                </a:lnTo>
                <a:cubicBezTo>
                  <a:pt x="177349" y="976008"/>
                  <a:pt x="0" y="767406"/>
                  <a:pt x="0" y="517382"/>
                </a:cubicBezTo>
                <a:close/>
              </a:path>
            </a:pathLst>
          </a:custGeom>
          <a:solidFill>
            <a:schemeClr val="bg1"/>
          </a:solidFill>
          <a:ln>
            <a:noFill/>
          </a:ln>
          <a:effectLst>
            <a:outerShdw blurRad="12700" dist="127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grpSp>
        <p:nvGrpSpPr>
          <p:cNvPr id="14" name="Group 13"/>
          <p:cNvGrpSpPr/>
          <p:nvPr userDrawn="1"/>
        </p:nvGrpSpPr>
        <p:grpSpPr>
          <a:xfrm>
            <a:off x="-1654908" y="-16654"/>
            <a:ext cx="1569183" cy="612144"/>
            <a:chOff x="-2096383" y="21447"/>
            <a:chExt cx="1569183" cy="612144"/>
          </a:xfrm>
        </p:grpSpPr>
        <p:sp>
          <p:nvSpPr>
            <p:cNvPr id="15" name="TextBox 14"/>
            <p:cNvSpPr txBox="1"/>
            <p:nvPr userDrawn="1"/>
          </p:nvSpPr>
          <p:spPr>
            <a:xfrm>
              <a:off x="-2096383" y="21447"/>
              <a:ext cx="365806" cy="246221"/>
            </a:xfrm>
            <a:prstGeom prst="rect">
              <a:avLst/>
            </a:prstGeom>
            <a:noFill/>
          </p:spPr>
          <p:txBody>
            <a:bodyPr wrap="none" rtlCol="0">
              <a:spAutoFit/>
            </a:bodyPr>
            <a:lstStyle/>
            <a:p>
              <a:r>
                <a:rPr lang="en-US" sz="1000" dirty="0">
                  <a:solidFill>
                    <a:prstClr val="black"/>
                  </a:solidFill>
                  <a:latin typeface="Open Sans" panose="020B0606030504020204" pitchFamily="34" charset="0"/>
                  <a:ea typeface="Open Sans" panose="020B0606030504020204" pitchFamily="34" charset="0"/>
                  <a:cs typeface="Open Sans" panose="020B0606030504020204" pitchFamily="34" charset="0"/>
                </a:rPr>
                <a:t>By:</a:t>
              </a:r>
            </a:p>
          </p:txBody>
        </p:sp>
        <p:sp>
          <p:nvSpPr>
            <p:cNvPr id="16" name="TextBox 15"/>
            <p:cNvSpPr txBox="1"/>
            <p:nvPr userDrawn="1"/>
          </p:nvSpPr>
          <p:spPr>
            <a:xfrm>
              <a:off x="-1002010" y="387370"/>
              <a:ext cx="474810" cy="246221"/>
            </a:xfrm>
            <a:prstGeom prst="rect">
              <a:avLst/>
            </a:prstGeom>
            <a:noFill/>
          </p:spPr>
          <p:txBody>
            <a:bodyPr wrap="none" rtlCol="0">
              <a:spAutoFit/>
            </a:bodyPr>
            <a:lstStyle/>
            <a:p>
              <a:r>
                <a:rPr lang="en-US" sz="1000" dirty="0">
                  <a:solidFill>
                    <a:prstClr val="black"/>
                  </a:solidFill>
                  <a:latin typeface="Open Sans" panose="020B0606030504020204" pitchFamily="34" charset="0"/>
                  <a:ea typeface="Open Sans" panose="020B0606030504020204" pitchFamily="34" charset="0"/>
                  <a:cs typeface="Open Sans" panose="020B0606030504020204" pitchFamily="34" charset="0"/>
                </a:rPr>
                <a:t>.com</a:t>
              </a:r>
            </a:p>
          </p:txBody>
        </p:sp>
        <p:pic>
          <p:nvPicPr>
            <p:cNvPr id="17" name="Picture 16"/>
            <p:cNvPicPr>
              <a:picLocks noChangeAspect="1"/>
            </p:cNvPicPr>
            <p:nvPr userDrawn="1"/>
          </p:nvPicPr>
          <p:blipFill>
            <a:blip r:embed="rId4"/>
            <a:stretch>
              <a:fillRect/>
            </a:stretch>
          </p:blipFill>
          <p:spPr>
            <a:xfrm>
              <a:off x="-2018604" y="234547"/>
              <a:ext cx="1405251" cy="185944"/>
            </a:xfrm>
            <a:prstGeom prst="rect">
              <a:avLst/>
            </a:prstGeom>
          </p:spPr>
        </p:pic>
      </p:grpSp>
    </p:spTree>
    <p:extLst>
      <p:ext uri="{BB962C8B-B14F-4D97-AF65-F5344CB8AC3E}">
        <p14:creationId xmlns:p14="http://schemas.microsoft.com/office/powerpoint/2010/main" val="3098888494"/>
      </p:ext>
    </p:extLst>
  </p:cSld>
  <p:clrMap bg1="lt1" tx1="dk1" bg2="lt2" tx2="dk2" accent1="accent1" accent2="accent2" accent3="accent3" accent4="accent4" accent5="accent5" accent6="accent6" hlink="hlink" folHlink="folHlink"/>
  <p:sldLayoutIdLst>
    <p:sldLayoutId id="2147483690" r:id="rId1"/>
  </p:sldLayoutIdLst>
  <p:txStyles>
    <p:title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8.PN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9.PNG"/><Relationship Id="rId7" Type="http://schemas.openxmlformats.org/officeDocument/2006/relationships/diagramColors" Target="../diagrams/colors3.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10.PNG"/><Relationship Id="rId7" Type="http://schemas.openxmlformats.org/officeDocument/2006/relationships/diagramQuickStyle" Target="../diagrams/quickStyle4.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11.PNG"/><Relationship Id="rId9" Type="http://schemas.microsoft.com/office/2007/relationships/diagramDrawing" Target="../diagrams/drawing4.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diagramLayout" Target="../diagrams/layout5.xml"/><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diagramData" Target="../diagrams/data5.xml"/><Relationship Id="rId2" Type="http://schemas.openxmlformats.org/officeDocument/2006/relationships/notesSlide" Target="../notesSlides/notesSlide8.xml"/><Relationship Id="rId16" Type="http://schemas.microsoft.com/office/2007/relationships/diagramDrawing" Target="../diagrams/drawing5.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diagramColors" Target="../diagrams/colors5.xml"/><Relationship Id="rId10" Type="http://schemas.openxmlformats.org/officeDocument/2006/relationships/image" Target="../media/image19.PNG"/><Relationship Id="rId4" Type="http://schemas.openxmlformats.org/officeDocument/2006/relationships/image" Target="../media/image13.jpg"/><Relationship Id="rId9" Type="http://schemas.openxmlformats.org/officeDocument/2006/relationships/image" Target="../media/image18.PNG"/><Relationship Id="rId1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1.png"/><Relationship Id="rId7" Type="http://schemas.openxmlformats.org/officeDocument/2006/relationships/diagramColors" Target="../diagrams/colors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0.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2.jpg"/><Relationship Id="rId7" Type="http://schemas.openxmlformats.org/officeDocument/2006/relationships/diagramColors" Target="../diagrams/colors7.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3.PNG"/><Relationship Id="rId7" Type="http://schemas.openxmlformats.org/officeDocument/2006/relationships/diagramColors" Target="../diagrams/colors8.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4.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4.png"/><Relationship Id="rId7" Type="http://schemas.openxmlformats.org/officeDocument/2006/relationships/diagramColors" Target="../diagrams/colors10.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image" Target="../media/image26.jpeg"/><Relationship Id="rId7" Type="http://schemas.openxmlformats.org/officeDocument/2006/relationships/diagramData" Target="../diagrams/data12.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9.PNG"/><Relationship Id="rId11" Type="http://schemas.microsoft.com/office/2007/relationships/diagramDrawing" Target="../diagrams/drawing12.xml"/><Relationship Id="rId5" Type="http://schemas.openxmlformats.org/officeDocument/2006/relationships/image" Target="../media/image28.PNG"/><Relationship Id="rId10" Type="http://schemas.openxmlformats.org/officeDocument/2006/relationships/diagramColors" Target="../diagrams/colors12.xml"/><Relationship Id="rId4" Type="http://schemas.openxmlformats.org/officeDocument/2006/relationships/image" Target="../media/image27.PNG"/><Relationship Id="rId9" Type="http://schemas.openxmlformats.org/officeDocument/2006/relationships/diagramQuickStyle" Target="../diagrams/quickStyle12.xml"/></Relationships>
</file>

<file path=ppt/slides/_rels/slide18.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30.jpg"/><Relationship Id="rId7" Type="http://schemas.openxmlformats.org/officeDocument/2006/relationships/diagramColors" Target="../diagrams/colors13.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19.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31.jpg"/><Relationship Id="rId7" Type="http://schemas.openxmlformats.org/officeDocument/2006/relationships/diagramColors" Target="../diagrams/colors14.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20.xml.rels><?xml version="1.0" encoding="UTF-8" standalone="yes"?>
<Relationships xmlns="http://schemas.openxmlformats.org/package/2006/relationships"><Relationship Id="rId8" Type="http://schemas.openxmlformats.org/officeDocument/2006/relationships/diagramData" Target="../diagrams/data16.xml"/><Relationship Id="rId3" Type="http://schemas.openxmlformats.org/officeDocument/2006/relationships/diagramData" Target="../diagrams/data15.xml"/><Relationship Id="rId7" Type="http://schemas.microsoft.com/office/2007/relationships/diagramDrawing" Target="../diagrams/drawing15.xml"/><Relationship Id="rId12" Type="http://schemas.microsoft.com/office/2007/relationships/diagramDrawing" Target="../diagrams/drawing16.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Colors" Target="../diagrams/colors15.xml"/><Relationship Id="rId11" Type="http://schemas.openxmlformats.org/officeDocument/2006/relationships/diagramColors" Target="../diagrams/colors16.xml"/><Relationship Id="rId5" Type="http://schemas.openxmlformats.org/officeDocument/2006/relationships/diagramQuickStyle" Target="../diagrams/quickStyle15.xml"/><Relationship Id="rId10" Type="http://schemas.openxmlformats.org/officeDocument/2006/relationships/diagramQuickStyle" Target="../diagrams/quickStyle16.xml"/><Relationship Id="rId4" Type="http://schemas.openxmlformats.org/officeDocument/2006/relationships/diagramLayout" Target="../diagrams/layout15.xml"/><Relationship Id="rId9" Type="http://schemas.openxmlformats.org/officeDocument/2006/relationships/diagramLayout" Target="../diagrams/layout16.xml"/></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18.xml"/><Relationship Id="rId3" Type="http://schemas.openxmlformats.org/officeDocument/2006/relationships/diagramData" Target="../diagrams/data17.xml"/><Relationship Id="rId7" Type="http://schemas.microsoft.com/office/2007/relationships/diagramDrawing" Target="../diagrams/drawing17.xml"/><Relationship Id="rId12" Type="http://schemas.microsoft.com/office/2007/relationships/diagramDrawing" Target="../diagrams/drawing18.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17.xml"/><Relationship Id="rId11" Type="http://schemas.openxmlformats.org/officeDocument/2006/relationships/diagramColors" Target="../diagrams/colors18.xml"/><Relationship Id="rId5" Type="http://schemas.openxmlformats.org/officeDocument/2006/relationships/diagramQuickStyle" Target="../diagrams/quickStyle17.xml"/><Relationship Id="rId10" Type="http://schemas.openxmlformats.org/officeDocument/2006/relationships/diagramQuickStyle" Target="../diagrams/quickStyle18.xml"/><Relationship Id="rId4" Type="http://schemas.openxmlformats.org/officeDocument/2006/relationships/diagramLayout" Target="../diagrams/layout17.xml"/><Relationship Id="rId9" Type="http://schemas.openxmlformats.org/officeDocument/2006/relationships/diagramLayout" Target="../diagrams/layout18.xml"/></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 Id="rId9" Type="http://schemas.openxmlformats.org/officeDocument/2006/relationships/image" Target="../media/image33.png"/></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4.xml.rels><?xml version="1.0" encoding="UTF-8" standalone="yes"?>
<Relationships xmlns="http://schemas.openxmlformats.org/package/2006/relationships"><Relationship Id="rId8" Type="http://schemas.microsoft.com/office/2007/relationships/diagramDrawing" Target="../diagrams/drawing21.xml"/><Relationship Id="rId3" Type="http://schemas.openxmlformats.org/officeDocument/2006/relationships/image" Target="../media/image35.jpg"/><Relationship Id="rId7" Type="http://schemas.openxmlformats.org/officeDocument/2006/relationships/diagramColors" Target="../diagrams/colors21.xm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diagramQuickStyle" Target="../diagrams/quickStyle21.xml"/><Relationship Id="rId5" Type="http://schemas.openxmlformats.org/officeDocument/2006/relationships/diagramLayout" Target="../diagrams/layout21.xml"/><Relationship Id="rId4" Type="http://schemas.openxmlformats.org/officeDocument/2006/relationships/diagramData" Target="../diagrams/data21.xml"/></Relationships>
</file>

<file path=ppt/slides/_rels/slide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diagramLayout" Target="../diagrams/layout23.xml"/><Relationship Id="rId3" Type="http://schemas.openxmlformats.org/officeDocument/2006/relationships/diagramLayout" Target="../diagrams/layout22.xml"/><Relationship Id="rId7" Type="http://schemas.openxmlformats.org/officeDocument/2006/relationships/diagramData" Target="../diagrams/data23.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11" Type="http://schemas.microsoft.com/office/2007/relationships/diagramDrawing" Target="../diagrams/drawing23.xml"/><Relationship Id="rId5" Type="http://schemas.openxmlformats.org/officeDocument/2006/relationships/diagramColors" Target="../diagrams/colors22.xml"/><Relationship Id="rId10" Type="http://schemas.openxmlformats.org/officeDocument/2006/relationships/diagramColors" Target="../diagrams/colors23.xml"/><Relationship Id="rId4" Type="http://schemas.openxmlformats.org/officeDocument/2006/relationships/diagramQuickStyle" Target="../diagrams/quickStyle22.xml"/><Relationship Id="rId9" Type="http://schemas.openxmlformats.org/officeDocument/2006/relationships/diagramQuickStyle" Target="../diagrams/quickStyle23.xml"/></Relationships>
</file>

<file path=ppt/slides/_rels/slide27.xml.rels><?xml version="1.0" encoding="UTF-8" standalone="yes"?>
<Relationships xmlns="http://schemas.openxmlformats.org/package/2006/relationships"><Relationship Id="rId8" Type="http://schemas.microsoft.com/office/2007/relationships/diagramDrawing" Target="../diagrams/drawing24.xml"/><Relationship Id="rId3" Type="http://schemas.openxmlformats.org/officeDocument/2006/relationships/image" Target="../media/image40.png"/><Relationship Id="rId7" Type="http://schemas.openxmlformats.org/officeDocument/2006/relationships/diagramColors" Target="../diagrams/colors24.xml"/><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diagramQuickStyle" Target="../diagrams/quickStyle24.xml"/><Relationship Id="rId5" Type="http://schemas.openxmlformats.org/officeDocument/2006/relationships/diagramLayout" Target="../diagrams/layout24.xml"/><Relationship Id="rId4" Type="http://schemas.openxmlformats.org/officeDocument/2006/relationships/diagramData" Target="../diagrams/data24.xml"/></Relationships>
</file>

<file path=ppt/slides/_rels/slide28.xml.rels><?xml version="1.0" encoding="UTF-8" standalone="yes"?>
<Relationships xmlns="http://schemas.openxmlformats.org/package/2006/relationships"><Relationship Id="rId8" Type="http://schemas.microsoft.com/office/2007/relationships/diagramDrawing" Target="../diagrams/drawing25.xml"/><Relationship Id="rId3" Type="http://schemas.openxmlformats.org/officeDocument/2006/relationships/image" Target="../media/image42.svg"/><Relationship Id="rId7" Type="http://schemas.openxmlformats.org/officeDocument/2006/relationships/diagramColors" Target="../diagrams/colors25.xml"/><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diagramQuickStyle" Target="../diagrams/quickStyle25.xml"/><Relationship Id="rId5" Type="http://schemas.openxmlformats.org/officeDocument/2006/relationships/diagramLayout" Target="../diagrams/layout25.xml"/><Relationship Id="rId4" Type="http://schemas.openxmlformats.org/officeDocument/2006/relationships/diagramData" Target="../diagrams/data25.xml"/><Relationship Id="rId9"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0.xml"/><Relationship Id="rId7" Type="http://schemas.openxmlformats.org/officeDocument/2006/relationships/image" Target="../media/image47.PNG"/><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3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4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8000"/>
            <a:lum/>
          </a:blip>
          <a:srcRect/>
          <a:stretch>
            <a:fillRect l="-1000" t="17000" r="-1000" b="6000"/>
          </a:stretch>
        </a:blipFill>
        <a:effectLst/>
      </p:bgPr>
    </p:bg>
    <p:spTree>
      <p:nvGrpSpPr>
        <p:cNvPr id="1" name=""/>
        <p:cNvGrpSpPr/>
        <p:nvPr/>
      </p:nvGrpSpPr>
      <p:grpSpPr>
        <a:xfrm>
          <a:off x="0" y="0"/>
          <a:ext cx="0" cy="0"/>
          <a:chOff x="0" y="0"/>
          <a:chExt cx="0" cy="0"/>
        </a:xfrm>
      </p:grpSpPr>
      <p:sp>
        <p:nvSpPr>
          <p:cNvPr id="10" name="Google Shape;137;p28"/>
          <p:cNvSpPr txBox="1">
            <a:spLocks/>
          </p:cNvSpPr>
          <p:nvPr/>
        </p:nvSpPr>
        <p:spPr>
          <a:xfrm>
            <a:off x="2433983" y="2645638"/>
            <a:ext cx="7324033" cy="1393225"/>
          </a:xfrm>
          <a:prstGeom prst="rect">
            <a:avLst/>
          </a:prstGeom>
          <a:noFill/>
          <a:ln>
            <a:noFill/>
          </a:ln>
        </p:spPr>
        <p:txBody>
          <a:bodyPr spcFirstLastPara="1" wrap="square" lIns="162533" tIns="162533" rIns="162533" bIns="162533" anchor="b" anchorCtr="0">
            <a:noAutofit/>
          </a:bodyPr>
          <a:lstStyle>
            <a:lvl1pPr algn="ctr" defTabSz="914400" rtl="0" eaLnBrk="1" latinLnBrk="1" hangingPunct="1">
              <a:spcBef>
                <a:spcPct val="0"/>
              </a:spcBef>
              <a:buNone/>
              <a:defRPr sz="3600" b="1" kern="1200">
                <a:solidFill>
                  <a:schemeClr val="tx1"/>
                </a:solidFill>
                <a:latin typeface="Arial" pitchFamily="34" charset="0"/>
                <a:ea typeface="+mj-ea"/>
                <a:cs typeface="Arial" pitchFamily="34" charset="0"/>
              </a:defRPr>
            </a:lvl1pPr>
          </a:lstStyle>
          <a:p>
            <a:r>
              <a:rPr lang="fr-FR" sz="1600" dirty="0">
                <a:solidFill>
                  <a:srgbClr val="002060"/>
                </a:solidFill>
                <a:latin typeface="Times New Roman" panose="02020603050405020304" pitchFamily="18" charset="0"/>
                <a:cs typeface="Times New Roman" panose="02020603050405020304" pitchFamily="18" charset="0"/>
              </a:rPr>
              <a:t>Présentation du Projet Fin d’Etudes </a:t>
            </a:r>
            <a:br>
              <a:rPr lang="fr-FR" sz="1600" dirty="0">
                <a:solidFill>
                  <a:srgbClr val="002060"/>
                </a:solidFill>
                <a:latin typeface="Times New Roman" panose="02020603050405020304" pitchFamily="18" charset="0"/>
                <a:cs typeface="Times New Roman" panose="02020603050405020304" pitchFamily="18" charset="0"/>
              </a:rPr>
            </a:br>
            <a:r>
              <a:rPr lang="fr-FR" sz="1600" dirty="0">
                <a:solidFill>
                  <a:srgbClr val="002060"/>
                </a:solidFill>
                <a:latin typeface="Times New Roman" panose="02020603050405020304" pitchFamily="18" charset="0"/>
                <a:cs typeface="Times New Roman" panose="02020603050405020304" pitchFamily="18" charset="0"/>
              </a:rPr>
              <a:t>en vue de l’obtention de la licence nationale</a:t>
            </a:r>
            <a:r>
              <a:rPr lang="fr-FR" sz="1600" b="1" spc="-25" dirty="0">
                <a:solidFill>
                  <a:srgbClr val="002060"/>
                </a:solidFill>
                <a:effectLst/>
                <a:latin typeface="Times New Roman" panose="02020603050405020304" pitchFamily="18" charset="0"/>
                <a:ea typeface="Arial" panose="020B0604020202020204" pitchFamily="34" charset="0"/>
                <a:cs typeface="Arial" panose="020B0604020202020204" pitchFamily="34" charset="0"/>
              </a:rPr>
              <a:t> </a:t>
            </a:r>
            <a:r>
              <a:rPr lang="fr-FR" sz="1600" b="1" dirty="0">
                <a:solidFill>
                  <a:srgbClr val="002060"/>
                </a:solidFill>
                <a:effectLst/>
                <a:latin typeface="Times New Roman" panose="02020603050405020304" pitchFamily="18" charset="0"/>
                <a:ea typeface="Arial" panose="020B0604020202020204" pitchFamily="34" charset="0"/>
                <a:cs typeface="Arial" panose="020B0604020202020204" pitchFamily="34" charset="0"/>
              </a:rPr>
              <a:t>en</a:t>
            </a:r>
            <a:r>
              <a:rPr lang="fr-FR" sz="1600" b="1" spc="-50" dirty="0">
                <a:solidFill>
                  <a:srgbClr val="002060"/>
                </a:solidFill>
                <a:effectLst/>
                <a:latin typeface="Times New Roman" panose="02020603050405020304" pitchFamily="18" charset="0"/>
                <a:ea typeface="Arial" panose="020B0604020202020204" pitchFamily="34" charset="0"/>
                <a:cs typeface="Arial" panose="020B0604020202020204" pitchFamily="34" charset="0"/>
              </a:rPr>
              <a:t> </a:t>
            </a:r>
            <a:r>
              <a:rPr lang="fr-FR" sz="1600" b="1" dirty="0">
                <a:solidFill>
                  <a:srgbClr val="002060"/>
                </a:solidFill>
                <a:effectLst/>
                <a:latin typeface="Times New Roman" panose="02020603050405020304" pitchFamily="18" charset="0"/>
                <a:ea typeface="Arial" panose="020B0604020202020204" pitchFamily="34" charset="0"/>
                <a:cs typeface="Arial" panose="020B0604020202020204" pitchFamily="34" charset="0"/>
              </a:rPr>
              <a:t>Génie</a:t>
            </a:r>
            <a:r>
              <a:rPr lang="fr-FR" sz="1600" b="1" spc="-25" dirty="0">
                <a:solidFill>
                  <a:srgbClr val="002060"/>
                </a:solidFill>
                <a:effectLst/>
                <a:latin typeface="Times New Roman" panose="02020603050405020304" pitchFamily="18" charset="0"/>
                <a:ea typeface="Arial" panose="020B0604020202020204" pitchFamily="34" charset="0"/>
                <a:cs typeface="Arial" panose="020B0604020202020204" pitchFamily="34" charset="0"/>
              </a:rPr>
              <a:t> </a:t>
            </a:r>
            <a:r>
              <a:rPr lang="fr-FR" sz="1600" b="1" dirty="0">
                <a:solidFill>
                  <a:srgbClr val="002060"/>
                </a:solidFill>
                <a:effectLst/>
                <a:latin typeface="Times New Roman" panose="02020603050405020304" pitchFamily="18" charset="0"/>
                <a:ea typeface="Arial" panose="020B0604020202020204" pitchFamily="34" charset="0"/>
                <a:cs typeface="Arial" panose="020B0604020202020204" pitchFamily="34" charset="0"/>
              </a:rPr>
              <a:t>Biomédical</a:t>
            </a:r>
          </a:p>
          <a:p>
            <a:r>
              <a:rPr lang="fr-FR" sz="1600" b="1" dirty="0">
                <a:solidFill>
                  <a:srgbClr val="002060"/>
                </a:solidFill>
                <a:effectLst/>
                <a:latin typeface="Times New Roman" panose="02020603050405020304" pitchFamily="18" charset="0"/>
                <a:ea typeface="Arial" panose="020B0604020202020204" pitchFamily="34" charset="0"/>
                <a:cs typeface="Arial" panose="020B0604020202020204" pitchFamily="34" charset="0"/>
              </a:rPr>
              <a:t> Parcours</a:t>
            </a:r>
            <a:r>
              <a:rPr lang="fr-FR" sz="1600" b="1" dirty="0">
                <a:solidFill>
                  <a:srgbClr val="002060"/>
                </a:solidFill>
                <a:latin typeface="Times New Roman" panose="02020603050405020304" pitchFamily="18" charset="0"/>
                <a:cs typeface="Times New Roman" panose="02020603050405020304" pitchFamily="18" charset="0"/>
              </a:rPr>
              <a:t> :</a:t>
            </a:r>
            <a:r>
              <a:rPr lang="fr-FR" sz="1600" b="1" dirty="0">
                <a:solidFill>
                  <a:srgbClr val="002060"/>
                </a:solidFill>
                <a:effectLst/>
                <a:latin typeface="Times New Roman" panose="02020603050405020304" pitchFamily="18" charset="0"/>
                <a:ea typeface="Arial" panose="020B0604020202020204" pitchFamily="34" charset="0"/>
                <a:cs typeface="Arial" panose="020B0604020202020204" pitchFamily="34" charset="0"/>
              </a:rPr>
              <a:t> Informatique Médicale</a:t>
            </a:r>
            <a:endParaRPr lang="fr-FR" sz="1600" dirty="0">
              <a:solidFill>
                <a:srgbClr val="002060"/>
              </a:solidFill>
              <a:latin typeface="Times New Roman" panose="02020603050405020304" pitchFamily="18" charset="0"/>
              <a:cs typeface="Times New Roman" panose="02020603050405020304" pitchFamily="18" charset="0"/>
            </a:endParaRPr>
          </a:p>
          <a:p>
            <a:br>
              <a:rPr lang="fr-FR" sz="1600" dirty="0">
                <a:solidFill>
                  <a:schemeClr val="accent6"/>
                </a:solidFill>
                <a:latin typeface="Times New Roman" panose="02020603050405020304" pitchFamily="18" charset="0"/>
                <a:cs typeface="Times New Roman" panose="02020603050405020304" pitchFamily="18" charset="0"/>
              </a:rPr>
            </a:br>
            <a:r>
              <a:rPr lang="fr-FR" sz="2667" dirty="0">
                <a:solidFill>
                  <a:schemeClr val="accent6"/>
                </a:solidFill>
                <a:latin typeface="Times New Roman" panose="02020603050405020304" pitchFamily="18" charset="0"/>
                <a:cs typeface="Times New Roman" panose="02020603050405020304" pitchFamily="18" charset="0"/>
              </a:rPr>
              <a:t>Développement d’une application d’assistance </a:t>
            </a:r>
          </a:p>
          <a:p>
            <a:r>
              <a:rPr lang="fr-FR" sz="2667" dirty="0">
                <a:solidFill>
                  <a:schemeClr val="accent6"/>
                </a:solidFill>
                <a:latin typeface="Times New Roman" panose="02020603050405020304" pitchFamily="18" charset="0"/>
                <a:cs typeface="Times New Roman" panose="02020603050405020304" pitchFamily="18" charset="0"/>
              </a:rPr>
              <a:t>pour les élèves</a:t>
            </a:r>
          </a:p>
          <a:p>
            <a:r>
              <a:rPr lang="fr-FR" sz="2667" dirty="0">
                <a:solidFill>
                  <a:schemeClr val="accent6"/>
                </a:solidFill>
                <a:latin typeface="Times New Roman" panose="02020603050405020304" pitchFamily="18" charset="0"/>
                <a:cs typeface="Times New Roman" panose="02020603050405020304" pitchFamily="18" charset="0"/>
              </a:rPr>
              <a:t> et les étudiants dyslexiques</a:t>
            </a:r>
          </a:p>
        </p:txBody>
      </p:sp>
      <p:sp>
        <p:nvSpPr>
          <p:cNvPr id="11" name="Google Shape;136;p28"/>
          <p:cNvSpPr txBox="1">
            <a:spLocks/>
          </p:cNvSpPr>
          <p:nvPr/>
        </p:nvSpPr>
        <p:spPr>
          <a:xfrm>
            <a:off x="4667283" y="3829299"/>
            <a:ext cx="3475555" cy="822432"/>
          </a:xfrm>
          <a:prstGeom prst="rect">
            <a:avLst/>
          </a:prstGeom>
        </p:spPr>
        <p:txBody>
          <a:bodyPr spcFirstLastPara="1" wrap="square" lIns="162533" tIns="162533" rIns="162533" bIns="162533" anchor="b" anchorCtr="0">
            <a:noAutofit/>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fr-FR" sz="1600" b="1" dirty="0">
                <a:solidFill>
                  <a:srgbClr val="002060"/>
                </a:solidFill>
                <a:latin typeface="Times New Roman" panose="02020603050405020304" pitchFamily="18" charset="0"/>
                <a:cs typeface="Times New Roman" panose="02020603050405020304" pitchFamily="18" charset="0"/>
              </a:rPr>
              <a:t>Elaboré par :</a:t>
            </a:r>
            <a:r>
              <a:rPr lang="fr-FR" sz="1600" b="1" dirty="0">
                <a:solidFill>
                  <a:schemeClr val="accent6"/>
                </a:solidFill>
                <a:latin typeface="Times New Roman" panose="02020603050405020304" pitchFamily="18" charset="0"/>
                <a:cs typeface="Times New Roman" panose="02020603050405020304" pitchFamily="18" charset="0"/>
              </a:rPr>
              <a:t> JOUINI Imen</a:t>
            </a:r>
          </a:p>
        </p:txBody>
      </p:sp>
      <p:sp>
        <p:nvSpPr>
          <p:cNvPr id="12" name="Google Shape;136;p28"/>
          <p:cNvSpPr txBox="1">
            <a:spLocks/>
          </p:cNvSpPr>
          <p:nvPr/>
        </p:nvSpPr>
        <p:spPr>
          <a:xfrm>
            <a:off x="4808206" y="4872169"/>
            <a:ext cx="2927977" cy="942376"/>
          </a:xfrm>
          <a:prstGeom prst="rect">
            <a:avLst/>
          </a:prstGeom>
        </p:spPr>
        <p:txBody>
          <a:bodyPr spcFirstLastPara="1" wrap="square" lIns="162533" tIns="162533" rIns="162533" bIns="162533" anchor="b" anchorCtr="0">
            <a:noAutofit/>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pt-BR" sz="1600" b="1" dirty="0">
                <a:solidFill>
                  <a:schemeClr val="accent6"/>
                </a:solidFill>
                <a:latin typeface="Times New Roman" panose="02020603050405020304" pitchFamily="18" charset="0"/>
                <a:cs typeface="Times New Roman" panose="02020603050405020304" pitchFamily="18" charset="0"/>
              </a:rPr>
              <a:t>  </a:t>
            </a:r>
            <a:r>
              <a:rPr lang="pt-BR" sz="1600" b="1" dirty="0">
                <a:solidFill>
                  <a:srgbClr val="002060"/>
                </a:solidFill>
                <a:latin typeface="Times New Roman" panose="02020603050405020304" pitchFamily="18" charset="0"/>
                <a:cs typeface="Times New Roman" panose="02020603050405020304" pitchFamily="18" charset="0"/>
              </a:rPr>
              <a:t>Encadrant académique : </a:t>
            </a:r>
          </a:p>
          <a:p>
            <a:pPr marL="0" indent="0">
              <a:buFont typeface="Arial" pitchFamily="34" charset="0"/>
              <a:buNone/>
            </a:pPr>
            <a:r>
              <a:rPr lang="pt-BR" sz="1600" b="1" dirty="0">
                <a:solidFill>
                  <a:schemeClr val="accent6"/>
                </a:solidFill>
                <a:latin typeface="Times New Roman" panose="02020603050405020304" pitchFamily="18" charset="0"/>
                <a:cs typeface="Times New Roman" panose="02020603050405020304" pitchFamily="18" charset="0"/>
              </a:rPr>
              <a:t>Madame BOUSSI Hanene</a:t>
            </a:r>
          </a:p>
        </p:txBody>
      </p:sp>
      <p:sp>
        <p:nvSpPr>
          <p:cNvPr id="14" name="Google Shape;136;p28"/>
          <p:cNvSpPr txBox="1">
            <a:spLocks/>
          </p:cNvSpPr>
          <p:nvPr/>
        </p:nvSpPr>
        <p:spPr>
          <a:xfrm>
            <a:off x="6059463" y="7919735"/>
            <a:ext cx="4137067" cy="822432"/>
          </a:xfrm>
          <a:prstGeom prst="rect">
            <a:avLst/>
          </a:prstGeom>
        </p:spPr>
        <p:txBody>
          <a:bodyPr spcFirstLastPara="1" wrap="square" lIns="162533" tIns="162533" rIns="162533" bIns="162533" anchor="b" anchorCtr="0">
            <a:noAutofit/>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r>
              <a:rPr lang="fr-FR" sz="1600" b="1">
                <a:solidFill>
                  <a:prstClr val="white"/>
                </a:solidFill>
                <a:latin typeface="Times New Roman" panose="02020603050405020304" pitchFamily="18" charset="0"/>
                <a:cs typeface="Times New Roman" panose="02020603050405020304" pitchFamily="18" charset="0"/>
              </a:rPr>
              <a:t>Année universitaire 2019 / 2020</a:t>
            </a:r>
            <a:endParaRPr lang="fr-FR" sz="1600" b="1" dirty="0">
              <a:solidFill>
                <a:prstClr val="white"/>
              </a:solidFill>
              <a:latin typeface="Times New Roman" panose="02020603050405020304" pitchFamily="18" charset="0"/>
              <a:cs typeface="Times New Roman" panose="02020603050405020304" pitchFamily="18" charset="0"/>
            </a:endParaRPr>
          </a:p>
        </p:txBody>
      </p:sp>
      <p:sp>
        <p:nvSpPr>
          <p:cNvPr id="15" name="Google Shape;136;p28"/>
          <p:cNvSpPr txBox="1">
            <a:spLocks/>
          </p:cNvSpPr>
          <p:nvPr/>
        </p:nvSpPr>
        <p:spPr>
          <a:xfrm>
            <a:off x="4526364" y="6307751"/>
            <a:ext cx="3475554" cy="619232"/>
          </a:xfrm>
          <a:prstGeom prst="rect">
            <a:avLst/>
          </a:prstGeom>
        </p:spPr>
        <p:txBody>
          <a:bodyPr spcFirstLastPara="1" wrap="square" lIns="162533" tIns="162533" rIns="162533" bIns="162533" anchor="b" anchorCtr="0">
            <a:noAutofit/>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fr-FR" sz="1600" b="1" dirty="0">
                <a:solidFill>
                  <a:schemeClr val="accent6"/>
                </a:solidFill>
                <a:latin typeface="Times New Roman" panose="02020603050405020304" pitchFamily="18" charset="0"/>
                <a:cs typeface="Times New Roman" panose="02020603050405020304" pitchFamily="18" charset="0"/>
              </a:rPr>
              <a:t>Année universitaire </a:t>
            </a:r>
            <a:r>
              <a:rPr lang="fr-FR" sz="1600" b="1" dirty="0">
                <a:solidFill>
                  <a:srgbClr val="002060"/>
                </a:solidFill>
                <a:latin typeface="Times New Roman" panose="02020603050405020304" pitchFamily="18" charset="0"/>
                <a:cs typeface="Times New Roman" panose="02020603050405020304" pitchFamily="18" charset="0"/>
              </a:rPr>
              <a:t>2022 / 2021</a:t>
            </a:r>
          </a:p>
        </p:txBody>
      </p:sp>
      <p:pic>
        <p:nvPicPr>
          <p:cNvPr id="16" name="Image 15" descr="Une image contenant signe, alimentation, assis, trafic&#10;&#10;Description générée automatiquement">
            <a:extLst>
              <a:ext uri="{FF2B5EF4-FFF2-40B4-BE49-F238E27FC236}">
                <a16:creationId xmlns:a16="http://schemas.microsoft.com/office/drawing/2014/main" id="{782FCF38-BE19-45A6-9338-5C5D526B75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2200" y="96818"/>
            <a:ext cx="1168211" cy="1032735"/>
          </a:xfrm>
          <a:prstGeom prst="rect">
            <a:avLst/>
          </a:prstGeom>
        </p:spPr>
      </p:pic>
      <p:pic>
        <p:nvPicPr>
          <p:cNvPr id="17" name="Picture 15">
            <a:extLst>
              <a:ext uri="{FF2B5EF4-FFF2-40B4-BE49-F238E27FC236}">
                <a16:creationId xmlns:a16="http://schemas.microsoft.com/office/drawing/2014/main" id="{9FA47379-A66E-4706-ABCE-E584A79E0FCA}"/>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531587" y="47551"/>
            <a:ext cx="1082002" cy="1082002"/>
          </a:xfrm>
          <a:prstGeom prst="rect">
            <a:avLst/>
          </a:prstGeom>
          <a:blipFill dpi="0" rotWithShape="1">
            <a:blip r:embed="rId6">
              <a:clrChange>
                <a:clrFrom>
                  <a:srgbClr val="FFFFFF"/>
                </a:clrFrom>
                <a:clrTo>
                  <a:srgbClr val="FFFFFF">
                    <a:alpha val="0"/>
                  </a:srgbClr>
                </a:clrTo>
              </a:clrChange>
            </a:blip>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8" name="Text Box 4">
            <a:extLst>
              <a:ext uri="{FF2B5EF4-FFF2-40B4-BE49-F238E27FC236}">
                <a16:creationId xmlns:a16="http://schemas.microsoft.com/office/drawing/2014/main" id="{992A3B67-00C6-4BED-825E-264509169DB7}"/>
              </a:ext>
            </a:extLst>
          </p:cNvPr>
          <p:cNvSpPr txBox="1">
            <a:spLocks noChangeArrowheads="1"/>
          </p:cNvSpPr>
          <p:nvPr/>
        </p:nvSpPr>
        <p:spPr bwMode="auto">
          <a:xfrm>
            <a:off x="2993791" y="144668"/>
            <a:ext cx="5881687"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fr-FR" altLang="fr-FR" sz="1600" b="1" dirty="0">
                <a:latin typeface="Times New Roman" panose="02020603050405020304" pitchFamily="18" charset="0"/>
                <a:cs typeface="Times New Roman" panose="02020603050405020304" pitchFamily="18" charset="0"/>
              </a:rPr>
              <a:t> </a:t>
            </a:r>
            <a:r>
              <a:rPr lang="fr-FR" altLang="fr-FR" sz="1400" b="1" dirty="0">
                <a:latin typeface="Times New Roman" panose="02020603050405020304" pitchFamily="18" charset="0"/>
                <a:cs typeface="Times New Roman" panose="02020603050405020304" pitchFamily="18" charset="0"/>
              </a:rPr>
              <a:t>Université de Tunis Al Manar</a:t>
            </a:r>
            <a:endParaRPr lang="fr-FR" altLang="fr-FR" sz="400" b="1" dirty="0">
              <a:latin typeface="Times New Roman" panose="02020603050405020304" pitchFamily="18" charset="0"/>
              <a:cs typeface="Times New Roman" panose="02020603050405020304" pitchFamily="18" charset="0"/>
            </a:endParaRPr>
          </a:p>
          <a:p>
            <a:pPr algn="ctr" eaLnBrk="1" hangingPunct="1">
              <a:spcBef>
                <a:spcPct val="50000"/>
              </a:spcBef>
            </a:pPr>
            <a:r>
              <a:rPr lang="fr-FR" altLang="fr-FR" sz="1400" b="1" dirty="0">
                <a:latin typeface="Times New Roman" panose="02020603050405020304" pitchFamily="18" charset="0"/>
                <a:cs typeface="Times New Roman" panose="02020603050405020304" pitchFamily="18" charset="0"/>
              </a:rPr>
              <a:t>Institut Supérieur des Technologies Médicales de Tunis</a:t>
            </a:r>
          </a:p>
          <a:p>
            <a:pPr algn="ctr" eaLnBrk="1" hangingPunct="1">
              <a:spcBef>
                <a:spcPct val="50000"/>
              </a:spcBef>
            </a:pPr>
            <a:r>
              <a:rPr lang="fr-FR" altLang="fr-FR" sz="1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64684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3000"/>
            <a:lum/>
          </a:blip>
          <a:srcRect/>
          <a:stretch>
            <a:fillRect l="-1000" r="-1000"/>
          </a:stretch>
        </a:blipFill>
        <a:effectLst/>
      </p:bgPr>
    </p:bg>
    <p:spTree>
      <p:nvGrpSpPr>
        <p:cNvPr id="1" name=""/>
        <p:cNvGrpSpPr/>
        <p:nvPr/>
      </p:nvGrpSpPr>
      <p:grpSpPr>
        <a:xfrm>
          <a:off x="0" y="0"/>
          <a:ext cx="0" cy="0"/>
          <a:chOff x="0" y="0"/>
          <a:chExt cx="0" cy="0"/>
        </a:xfrm>
      </p:grpSpPr>
      <p:sp>
        <p:nvSpPr>
          <p:cNvPr id="86" name="Title 14"/>
          <p:cNvSpPr txBox="1">
            <a:spLocks/>
          </p:cNvSpPr>
          <p:nvPr/>
        </p:nvSpPr>
        <p:spPr>
          <a:xfrm>
            <a:off x="914400" y="279961"/>
            <a:ext cx="10363200" cy="817561"/>
          </a:xfrm>
          <a:prstGeom prst="rect">
            <a:avLst/>
          </a:prstGeom>
        </p:spPr>
        <p:txBody>
          <a:bodyPr vert="horz" lIns="0" tIns="0" rIns="0" bIns="0" rtlCol="0" anchor="ctr">
            <a:normAutofit/>
          </a:bodyPr>
          <a:lstStyle>
            <a:lvl1pPr algn="ctr" defTabSz="1219170" rtl="0" eaLnBrk="1" latinLnBrk="0" hangingPunct="1">
              <a:lnSpc>
                <a:spcPct val="86000"/>
              </a:lnSpc>
              <a:spcBef>
                <a:spcPct val="0"/>
              </a:spcBef>
              <a:buNone/>
              <a:defRPr sz="2800" kern="800" spc="-53">
                <a:solidFill>
                  <a:schemeClr val="tx1"/>
                </a:solidFill>
                <a:latin typeface="+mj-lt"/>
                <a:ea typeface="+mj-ea"/>
                <a:cs typeface="+mj-cs"/>
              </a:defRPr>
            </a:lvl1pPr>
          </a:lstStyle>
          <a:p>
            <a:pPr marL="0" marR="0" lvl="0" indent="0" algn="ctr" defTabSz="1219170" rtl="0" eaLnBrk="1" fontAlgn="auto" latinLnBrk="0" hangingPunct="1">
              <a:lnSpc>
                <a:spcPct val="86000"/>
              </a:lnSpc>
              <a:spcBef>
                <a:spcPct val="0"/>
              </a:spcBef>
              <a:spcAft>
                <a:spcPts val="0"/>
              </a:spcAft>
              <a:buClrTx/>
              <a:buSzTx/>
              <a:buFontTx/>
              <a:buNone/>
              <a:tabLst/>
              <a:defRPr/>
            </a:pPr>
            <a:r>
              <a:rPr lang="en-US" b="1" dirty="0">
                <a:solidFill>
                  <a:srgbClr val="57565A"/>
                </a:solidFill>
                <a:latin typeface="Open Sans Light"/>
              </a:rPr>
              <a:t>  </a:t>
            </a:r>
            <a:r>
              <a:rPr lang="en-US" b="1" dirty="0">
                <a:solidFill>
                  <a:srgbClr val="003366"/>
                </a:solidFill>
                <a:latin typeface="Open Sans Light"/>
              </a:rPr>
              <a:t>Plan de la Présentation</a:t>
            </a:r>
            <a:endParaRPr kumimoji="0" lang="en-US" sz="2800" b="1" i="0" u="none" strike="noStrike" kern="800" cap="none" spc="-53" normalizeH="0" baseline="0" noProof="0" dirty="0">
              <a:ln>
                <a:noFill/>
              </a:ln>
              <a:solidFill>
                <a:srgbClr val="003366"/>
              </a:solidFill>
              <a:effectLst/>
              <a:uLnTx/>
              <a:uFillTx/>
              <a:latin typeface="Open Sans Light"/>
            </a:endParaRPr>
          </a:p>
        </p:txBody>
      </p:sp>
      <p:sp>
        <p:nvSpPr>
          <p:cNvPr id="48" name="AutoShape 47"/>
          <p:cNvSpPr>
            <a:spLocks noChangeArrowheads="1"/>
          </p:cNvSpPr>
          <p:nvPr/>
        </p:nvSpPr>
        <p:spPr bwMode="ltGray">
          <a:xfrm rot="5400000" flipH="1">
            <a:off x="-2121927" y="-345202"/>
            <a:ext cx="4032250" cy="4563632"/>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4F81BD">
                  <a:alpha val="56000"/>
                </a:srgbClr>
              </a:gs>
              <a:gs pos="100000">
                <a:srgbClr val="4F81BD">
                  <a:gamma/>
                  <a:tint val="0"/>
                  <a:invGamma/>
                  <a:alpha val="48000"/>
                </a:srgbClr>
              </a:gs>
            </a:gsLst>
            <a:lin ang="5400000" scaled="1"/>
          </a:gradFill>
          <a:ln w="0" algn="ctr">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endParaRPr>
          </a:p>
        </p:txBody>
      </p:sp>
      <p:sp>
        <p:nvSpPr>
          <p:cNvPr id="49" name="AutoShape 46"/>
          <p:cNvSpPr>
            <a:spLocks noChangeArrowheads="1"/>
          </p:cNvSpPr>
          <p:nvPr/>
        </p:nvSpPr>
        <p:spPr bwMode="ltGray">
          <a:xfrm rot="5400000">
            <a:off x="-2145944" y="-369793"/>
            <a:ext cx="4441198" cy="4592951"/>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lgn="ctr">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a:defRPr/>
            </a:pPr>
            <a:endParaRPr lang="fr-FR"/>
          </a:p>
        </p:txBody>
      </p:sp>
      <p:pic>
        <p:nvPicPr>
          <p:cNvPr id="129" name="Picture 2" descr="http://www.disasterrecovery.com/img/preview/tab-slide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807" y="658077"/>
            <a:ext cx="3155626" cy="251435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grpSp>
        <p:nvGrpSpPr>
          <p:cNvPr id="54" name="Group 53"/>
          <p:cNvGrpSpPr/>
          <p:nvPr/>
        </p:nvGrpSpPr>
        <p:grpSpPr>
          <a:xfrm>
            <a:off x="182861" y="4974081"/>
            <a:ext cx="2434971" cy="885091"/>
            <a:chOff x="1030288" y="3184525"/>
            <a:chExt cx="1922463" cy="815975"/>
          </a:xfrm>
          <a:solidFill>
            <a:schemeClr val="bg1">
              <a:lumMod val="50000"/>
            </a:schemeClr>
          </a:solidFill>
          <a:scene3d>
            <a:camera prst="orthographicFront">
              <a:rot lat="0" lon="0" rev="0"/>
            </a:camera>
            <a:lightRig rig="contrasting" dir="t">
              <a:rot lat="0" lon="0" rev="1500000"/>
            </a:lightRig>
          </a:scene3d>
        </p:grpSpPr>
        <p:sp>
          <p:nvSpPr>
            <p:cNvPr id="55" name="Freeform 5"/>
            <p:cNvSpPr>
              <a:spLocks/>
            </p:cNvSpPr>
            <p:nvPr/>
          </p:nvSpPr>
          <p:spPr bwMode="auto">
            <a:xfrm>
              <a:off x="1030288" y="3184525"/>
              <a:ext cx="1922463" cy="650875"/>
            </a:xfrm>
            <a:custGeom>
              <a:avLst/>
              <a:gdLst>
                <a:gd name="T0" fmla="*/ 1211 w 1211"/>
                <a:gd name="T1" fmla="*/ 0 h 410"/>
                <a:gd name="T2" fmla="*/ 1035 w 1211"/>
                <a:gd name="T3" fmla="*/ 410 h 410"/>
                <a:gd name="T4" fmla="*/ 0 w 1211"/>
                <a:gd name="T5" fmla="*/ 410 h 410"/>
                <a:gd name="T6" fmla="*/ 329 w 1211"/>
                <a:gd name="T7" fmla="*/ 0 h 410"/>
                <a:gd name="T8" fmla="*/ 1211 w 1211"/>
                <a:gd name="T9" fmla="*/ 0 h 410"/>
              </a:gdLst>
              <a:ahLst/>
              <a:cxnLst>
                <a:cxn ang="0">
                  <a:pos x="T0" y="T1"/>
                </a:cxn>
                <a:cxn ang="0">
                  <a:pos x="T2" y="T3"/>
                </a:cxn>
                <a:cxn ang="0">
                  <a:pos x="T4" y="T5"/>
                </a:cxn>
                <a:cxn ang="0">
                  <a:pos x="T6" y="T7"/>
                </a:cxn>
                <a:cxn ang="0">
                  <a:pos x="T8" y="T9"/>
                </a:cxn>
              </a:cxnLst>
              <a:rect l="0" t="0" r="r" b="b"/>
              <a:pathLst>
                <a:path w="1211" h="410">
                  <a:moveTo>
                    <a:pt x="1211" y="0"/>
                  </a:moveTo>
                  <a:lnTo>
                    <a:pt x="1035" y="410"/>
                  </a:lnTo>
                  <a:lnTo>
                    <a:pt x="0" y="410"/>
                  </a:lnTo>
                  <a:lnTo>
                    <a:pt x="329" y="0"/>
                  </a:lnTo>
                  <a:lnTo>
                    <a:pt x="1211" y="0"/>
                  </a:lnTo>
                  <a:close/>
                </a:path>
              </a:pathLst>
            </a:custGeom>
            <a:grpFill/>
            <a:ln>
              <a:noFill/>
            </a:ln>
            <a:effectLst>
              <a:outerShdw blurRad="149987" dist="250190" dir="8460000" algn="ctr">
                <a:srgbClr val="000000">
                  <a:alpha val="28000"/>
                </a:srgbClr>
              </a:outerShdw>
            </a:effectLst>
            <a:sp3d prstMaterial="metal">
              <a:bevelT w="88900" h="88900"/>
            </a:sp3d>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defTabSz="1218210">
                <a:defRPr/>
              </a:pPr>
              <a:endParaRPr lang="en-US" sz="3200" kern="0" dirty="0">
                <a:solidFill>
                  <a:srgbClr val="57565A"/>
                </a:solidFill>
                <a:latin typeface="Open Sans Light"/>
              </a:endParaRPr>
            </a:p>
          </p:txBody>
        </p:sp>
        <p:sp>
          <p:nvSpPr>
            <p:cNvPr id="56" name="Rectangle 6"/>
            <p:cNvSpPr>
              <a:spLocks noChangeArrowheads="1"/>
            </p:cNvSpPr>
            <p:nvPr/>
          </p:nvSpPr>
          <p:spPr bwMode="auto">
            <a:xfrm>
              <a:off x="1030288" y="3835400"/>
              <a:ext cx="1643063" cy="165100"/>
            </a:xfrm>
            <a:prstGeom prst="rect">
              <a:avLst/>
            </a:prstGeom>
            <a:grpFill/>
            <a:ln>
              <a:noFill/>
            </a:ln>
            <a:effectLst>
              <a:outerShdw blurRad="149987" dist="250190" dir="8460000" algn="ctr">
                <a:srgbClr val="000000">
                  <a:alpha val="28000"/>
                </a:srgbClr>
              </a:outerShdw>
            </a:effectLst>
            <a:sp3d prstMaterial="metal">
              <a:bevelT w="88900" h="889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sp>
          <p:nvSpPr>
            <p:cNvPr id="57" name="Freeform 7"/>
            <p:cNvSpPr>
              <a:spLocks/>
            </p:cNvSpPr>
            <p:nvPr/>
          </p:nvSpPr>
          <p:spPr bwMode="auto">
            <a:xfrm>
              <a:off x="2673351" y="3184525"/>
              <a:ext cx="279400" cy="815975"/>
            </a:xfrm>
            <a:custGeom>
              <a:avLst/>
              <a:gdLst>
                <a:gd name="T0" fmla="*/ 0 w 176"/>
                <a:gd name="T1" fmla="*/ 410 h 514"/>
                <a:gd name="T2" fmla="*/ 0 w 176"/>
                <a:gd name="T3" fmla="*/ 514 h 514"/>
                <a:gd name="T4" fmla="*/ 176 w 176"/>
                <a:gd name="T5" fmla="*/ 99 h 514"/>
                <a:gd name="T6" fmla="*/ 176 w 176"/>
                <a:gd name="T7" fmla="*/ 0 h 514"/>
                <a:gd name="T8" fmla="*/ 0 w 176"/>
                <a:gd name="T9" fmla="*/ 410 h 514"/>
              </a:gdLst>
              <a:ahLst/>
              <a:cxnLst>
                <a:cxn ang="0">
                  <a:pos x="T0" y="T1"/>
                </a:cxn>
                <a:cxn ang="0">
                  <a:pos x="T2" y="T3"/>
                </a:cxn>
                <a:cxn ang="0">
                  <a:pos x="T4" y="T5"/>
                </a:cxn>
                <a:cxn ang="0">
                  <a:pos x="T6" y="T7"/>
                </a:cxn>
                <a:cxn ang="0">
                  <a:pos x="T8" y="T9"/>
                </a:cxn>
              </a:cxnLst>
              <a:rect l="0" t="0" r="r" b="b"/>
              <a:pathLst>
                <a:path w="176" h="514">
                  <a:moveTo>
                    <a:pt x="0" y="410"/>
                  </a:moveTo>
                  <a:lnTo>
                    <a:pt x="0" y="514"/>
                  </a:lnTo>
                  <a:lnTo>
                    <a:pt x="176" y="99"/>
                  </a:lnTo>
                  <a:lnTo>
                    <a:pt x="176" y="0"/>
                  </a:lnTo>
                  <a:lnTo>
                    <a:pt x="0" y="410"/>
                  </a:lnTo>
                  <a:close/>
                </a:path>
              </a:pathLst>
            </a:custGeom>
            <a:grpFill/>
            <a:ln>
              <a:noFill/>
            </a:ln>
            <a:effectLst>
              <a:outerShdw blurRad="149987" dist="250190" dir="8460000" algn="ctr">
                <a:srgbClr val="000000">
                  <a:alpha val="28000"/>
                </a:srgbClr>
              </a:outerShdw>
            </a:effectLst>
            <a:sp3d prstMaterial="metal">
              <a:bevelT w="88900" h="88900"/>
            </a:sp3d>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grpSp>
      <p:grpSp>
        <p:nvGrpSpPr>
          <p:cNvPr id="58" name="Group 57"/>
          <p:cNvGrpSpPr/>
          <p:nvPr/>
        </p:nvGrpSpPr>
        <p:grpSpPr>
          <a:xfrm>
            <a:off x="2373907" y="4193022"/>
            <a:ext cx="2062988" cy="792103"/>
            <a:chOff x="2867026" y="2582863"/>
            <a:chExt cx="1628775" cy="730249"/>
          </a:xfrm>
          <a:solidFill>
            <a:schemeClr val="bg1">
              <a:lumMod val="50000"/>
            </a:schemeClr>
          </a:solidFill>
          <a:scene3d>
            <a:camera prst="orthographicFront">
              <a:rot lat="0" lon="0" rev="0"/>
            </a:camera>
            <a:lightRig rig="contrasting" dir="t">
              <a:rot lat="0" lon="0" rev="1500000"/>
            </a:lightRig>
          </a:scene3d>
        </p:grpSpPr>
        <p:sp>
          <p:nvSpPr>
            <p:cNvPr id="59" name="Freeform 8"/>
            <p:cNvSpPr>
              <a:spLocks/>
            </p:cNvSpPr>
            <p:nvPr/>
          </p:nvSpPr>
          <p:spPr bwMode="auto">
            <a:xfrm>
              <a:off x="2867026" y="2582863"/>
              <a:ext cx="1628775" cy="579437"/>
            </a:xfrm>
            <a:custGeom>
              <a:avLst/>
              <a:gdLst>
                <a:gd name="T0" fmla="*/ 1026 w 1026"/>
                <a:gd name="T1" fmla="*/ 0 h 365"/>
                <a:gd name="T2" fmla="*/ 1026 w 1026"/>
                <a:gd name="T3" fmla="*/ 365 h 365"/>
                <a:gd name="T4" fmla="*/ 0 w 1026"/>
                <a:gd name="T5" fmla="*/ 365 h 365"/>
                <a:gd name="T6" fmla="*/ 153 w 1026"/>
                <a:gd name="T7" fmla="*/ 0 h 365"/>
                <a:gd name="T8" fmla="*/ 1026 w 1026"/>
                <a:gd name="T9" fmla="*/ 0 h 365"/>
              </a:gdLst>
              <a:ahLst/>
              <a:cxnLst>
                <a:cxn ang="0">
                  <a:pos x="T0" y="T1"/>
                </a:cxn>
                <a:cxn ang="0">
                  <a:pos x="T2" y="T3"/>
                </a:cxn>
                <a:cxn ang="0">
                  <a:pos x="T4" y="T5"/>
                </a:cxn>
                <a:cxn ang="0">
                  <a:pos x="T6" y="T7"/>
                </a:cxn>
                <a:cxn ang="0">
                  <a:pos x="T8" y="T9"/>
                </a:cxn>
              </a:cxnLst>
              <a:rect l="0" t="0" r="r" b="b"/>
              <a:pathLst>
                <a:path w="1026" h="365">
                  <a:moveTo>
                    <a:pt x="1026" y="0"/>
                  </a:moveTo>
                  <a:lnTo>
                    <a:pt x="1026" y="365"/>
                  </a:lnTo>
                  <a:lnTo>
                    <a:pt x="0" y="365"/>
                  </a:lnTo>
                  <a:lnTo>
                    <a:pt x="153" y="0"/>
                  </a:lnTo>
                  <a:lnTo>
                    <a:pt x="1026" y="0"/>
                  </a:lnTo>
                  <a:close/>
                </a:path>
              </a:pathLst>
            </a:custGeom>
            <a:grpFill/>
            <a:ln>
              <a:noFill/>
            </a:ln>
            <a:effectLst>
              <a:outerShdw blurRad="149987" dist="250190" dir="8460000" algn="ctr">
                <a:srgbClr val="000000">
                  <a:alpha val="28000"/>
                </a:srgbClr>
              </a:outerShdw>
            </a:effectLst>
            <a:sp3d prstMaterial="metal">
              <a:bevelT w="88900" h="88900"/>
            </a:sp3d>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sp>
          <p:nvSpPr>
            <p:cNvPr id="60" name="Rectangle 9"/>
            <p:cNvSpPr>
              <a:spLocks noChangeArrowheads="1"/>
            </p:cNvSpPr>
            <p:nvPr/>
          </p:nvSpPr>
          <p:spPr bwMode="auto">
            <a:xfrm>
              <a:off x="2867026" y="3162300"/>
              <a:ext cx="1628775" cy="150812"/>
            </a:xfrm>
            <a:prstGeom prst="rect">
              <a:avLst/>
            </a:prstGeom>
            <a:grpFill/>
            <a:ln>
              <a:noFill/>
            </a:ln>
            <a:effectLst>
              <a:outerShdw blurRad="149987" dist="250190" dir="8460000" algn="ctr">
                <a:srgbClr val="000000">
                  <a:alpha val="28000"/>
                </a:srgbClr>
              </a:outerShdw>
            </a:effectLst>
            <a:sp3d prstMaterial="metal">
              <a:bevelT w="88900" h="889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grpSp>
      <p:grpSp>
        <p:nvGrpSpPr>
          <p:cNvPr id="61" name="Group 60"/>
          <p:cNvGrpSpPr/>
          <p:nvPr/>
        </p:nvGrpSpPr>
        <p:grpSpPr>
          <a:xfrm>
            <a:off x="6137419" y="2946999"/>
            <a:ext cx="2406820" cy="692231"/>
            <a:chOff x="6197601" y="1687513"/>
            <a:chExt cx="1900238" cy="638175"/>
          </a:xfrm>
          <a:solidFill>
            <a:schemeClr val="bg1">
              <a:lumMod val="50000"/>
            </a:schemeClr>
          </a:solidFill>
          <a:scene3d>
            <a:camera prst="orthographicFront">
              <a:rot lat="0" lon="0" rev="0"/>
            </a:camera>
            <a:lightRig rig="contrasting" dir="t">
              <a:rot lat="0" lon="0" rev="1500000"/>
            </a:lightRig>
          </a:scene3d>
        </p:grpSpPr>
        <p:sp>
          <p:nvSpPr>
            <p:cNvPr id="62" name="Freeform 12"/>
            <p:cNvSpPr>
              <a:spLocks/>
            </p:cNvSpPr>
            <p:nvPr/>
          </p:nvSpPr>
          <p:spPr bwMode="auto">
            <a:xfrm>
              <a:off x="6197601" y="1687513"/>
              <a:ext cx="268849" cy="638175"/>
            </a:xfrm>
            <a:custGeom>
              <a:avLst/>
              <a:gdLst>
                <a:gd name="T0" fmla="*/ 166 w 166"/>
                <a:gd name="T1" fmla="*/ 320 h 402"/>
                <a:gd name="T2" fmla="*/ 166 w 166"/>
                <a:gd name="T3" fmla="*/ 402 h 402"/>
                <a:gd name="T4" fmla="*/ 0 w 166"/>
                <a:gd name="T5" fmla="*/ 77 h 402"/>
                <a:gd name="T6" fmla="*/ 0 w 166"/>
                <a:gd name="T7" fmla="*/ 0 h 402"/>
                <a:gd name="T8" fmla="*/ 166 w 166"/>
                <a:gd name="T9" fmla="*/ 320 h 402"/>
                <a:gd name="connsiteX0" fmla="*/ 12779 w 12779"/>
                <a:gd name="connsiteY0" fmla="*/ 7564 h 10000"/>
                <a:gd name="connsiteX1" fmla="*/ 10000 w 12779"/>
                <a:gd name="connsiteY1" fmla="*/ 10000 h 10000"/>
                <a:gd name="connsiteX2" fmla="*/ 0 w 12779"/>
                <a:gd name="connsiteY2" fmla="*/ 1915 h 10000"/>
                <a:gd name="connsiteX3" fmla="*/ 0 w 12779"/>
                <a:gd name="connsiteY3" fmla="*/ 0 h 10000"/>
                <a:gd name="connsiteX4" fmla="*/ 12779 w 12779"/>
                <a:gd name="connsiteY4" fmla="*/ 7564 h 10000"/>
                <a:gd name="connsiteX0" fmla="*/ 10151 w 10151"/>
                <a:gd name="connsiteY0" fmla="*/ 8086 h 10000"/>
                <a:gd name="connsiteX1" fmla="*/ 10000 w 10151"/>
                <a:gd name="connsiteY1" fmla="*/ 10000 h 10000"/>
                <a:gd name="connsiteX2" fmla="*/ 0 w 10151"/>
                <a:gd name="connsiteY2" fmla="*/ 1915 h 10000"/>
                <a:gd name="connsiteX3" fmla="*/ 0 w 10151"/>
                <a:gd name="connsiteY3" fmla="*/ 0 h 10000"/>
                <a:gd name="connsiteX4" fmla="*/ 10151 w 10151"/>
                <a:gd name="connsiteY4" fmla="*/ 8086 h 10000"/>
                <a:gd name="connsiteX0" fmla="*/ 10202 w 10202"/>
                <a:gd name="connsiteY0" fmla="*/ 7919 h 10000"/>
                <a:gd name="connsiteX1" fmla="*/ 10000 w 10202"/>
                <a:gd name="connsiteY1" fmla="*/ 10000 h 10000"/>
                <a:gd name="connsiteX2" fmla="*/ 0 w 10202"/>
                <a:gd name="connsiteY2" fmla="*/ 1915 h 10000"/>
                <a:gd name="connsiteX3" fmla="*/ 0 w 10202"/>
                <a:gd name="connsiteY3" fmla="*/ 0 h 10000"/>
                <a:gd name="connsiteX4" fmla="*/ 10202 w 10202"/>
                <a:gd name="connsiteY4" fmla="*/ 7919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02" h="10000">
                  <a:moveTo>
                    <a:pt x="10202" y="7919"/>
                  </a:moveTo>
                  <a:cubicBezTo>
                    <a:pt x="10152" y="8557"/>
                    <a:pt x="10050" y="9362"/>
                    <a:pt x="10000" y="10000"/>
                  </a:cubicBezTo>
                  <a:lnTo>
                    <a:pt x="0" y="1915"/>
                  </a:lnTo>
                  <a:lnTo>
                    <a:pt x="0" y="0"/>
                  </a:lnTo>
                  <a:lnTo>
                    <a:pt x="10202" y="7919"/>
                  </a:lnTo>
                  <a:close/>
                </a:path>
              </a:pathLst>
            </a:custGeom>
            <a:grpFill/>
            <a:ln>
              <a:noFill/>
            </a:ln>
            <a:effectLst>
              <a:outerShdw blurRad="149987" dist="250190" dir="8460000" algn="ctr">
                <a:srgbClr val="000000">
                  <a:alpha val="28000"/>
                </a:srgbClr>
              </a:outerShdw>
            </a:effectLst>
            <a:sp3d prstMaterial="metal">
              <a:bevelT w="88900" h="88900"/>
            </a:sp3d>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sp>
          <p:nvSpPr>
            <p:cNvPr id="63" name="Freeform 10"/>
            <p:cNvSpPr>
              <a:spLocks/>
            </p:cNvSpPr>
            <p:nvPr/>
          </p:nvSpPr>
          <p:spPr bwMode="auto">
            <a:xfrm>
              <a:off x="6197601" y="1687513"/>
              <a:ext cx="1900238" cy="508000"/>
            </a:xfrm>
            <a:custGeom>
              <a:avLst/>
              <a:gdLst>
                <a:gd name="T0" fmla="*/ 0 w 1197"/>
                <a:gd name="T1" fmla="*/ 0 h 320"/>
                <a:gd name="T2" fmla="*/ 166 w 1197"/>
                <a:gd name="T3" fmla="*/ 320 h 320"/>
                <a:gd name="T4" fmla="*/ 1197 w 1197"/>
                <a:gd name="T5" fmla="*/ 320 h 320"/>
                <a:gd name="T6" fmla="*/ 877 w 1197"/>
                <a:gd name="T7" fmla="*/ 0 h 320"/>
                <a:gd name="T8" fmla="*/ 0 w 1197"/>
                <a:gd name="T9" fmla="*/ 0 h 320"/>
              </a:gdLst>
              <a:ahLst/>
              <a:cxnLst>
                <a:cxn ang="0">
                  <a:pos x="T0" y="T1"/>
                </a:cxn>
                <a:cxn ang="0">
                  <a:pos x="T2" y="T3"/>
                </a:cxn>
                <a:cxn ang="0">
                  <a:pos x="T4" y="T5"/>
                </a:cxn>
                <a:cxn ang="0">
                  <a:pos x="T6" y="T7"/>
                </a:cxn>
                <a:cxn ang="0">
                  <a:pos x="T8" y="T9"/>
                </a:cxn>
              </a:cxnLst>
              <a:rect l="0" t="0" r="r" b="b"/>
              <a:pathLst>
                <a:path w="1197" h="320">
                  <a:moveTo>
                    <a:pt x="0" y="0"/>
                  </a:moveTo>
                  <a:lnTo>
                    <a:pt x="166" y="320"/>
                  </a:lnTo>
                  <a:lnTo>
                    <a:pt x="1197" y="320"/>
                  </a:lnTo>
                  <a:lnTo>
                    <a:pt x="877" y="0"/>
                  </a:lnTo>
                  <a:lnTo>
                    <a:pt x="0" y="0"/>
                  </a:lnTo>
                  <a:close/>
                </a:path>
              </a:pathLst>
            </a:custGeom>
            <a:grpFill/>
            <a:ln>
              <a:noFill/>
            </a:ln>
            <a:effectLst>
              <a:outerShdw blurRad="149987" dist="250190" dir="8460000" algn="ctr">
                <a:srgbClr val="000000">
                  <a:alpha val="28000"/>
                </a:srgbClr>
              </a:outerShdw>
            </a:effectLst>
            <a:sp3d prstMaterial="metal">
              <a:bevelT w="88900" h="88900"/>
            </a:sp3d>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sp>
          <p:nvSpPr>
            <p:cNvPr id="67" name="Rectangle 11"/>
            <p:cNvSpPr>
              <a:spLocks noChangeArrowheads="1"/>
            </p:cNvSpPr>
            <p:nvPr/>
          </p:nvSpPr>
          <p:spPr bwMode="auto">
            <a:xfrm>
              <a:off x="6461126" y="2195513"/>
              <a:ext cx="1636713" cy="130175"/>
            </a:xfrm>
            <a:prstGeom prst="rect">
              <a:avLst/>
            </a:prstGeom>
            <a:grpFill/>
            <a:ln>
              <a:noFill/>
            </a:ln>
            <a:effectLst>
              <a:outerShdw blurRad="149987" dist="250190" dir="8460000" algn="ctr">
                <a:srgbClr val="000000">
                  <a:alpha val="28000"/>
                </a:srgbClr>
              </a:outerShdw>
            </a:effectLst>
            <a:sp3d prstMaterial="metal">
              <a:bevelT w="88900" h="889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grpSp>
      <p:grpSp>
        <p:nvGrpSpPr>
          <p:cNvPr id="68" name="Group 67"/>
          <p:cNvGrpSpPr/>
          <p:nvPr/>
        </p:nvGrpSpPr>
        <p:grpSpPr>
          <a:xfrm>
            <a:off x="4476130" y="3489381"/>
            <a:ext cx="2064999" cy="754947"/>
            <a:chOff x="4638676" y="2123406"/>
            <a:chExt cx="1630363" cy="695994"/>
          </a:xfrm>
          <a:solidFill>
            <a:schemeClr val="bg1">
              <a:lumMod val="50000"/>
            </a:schemeClr>
          </a:solidFill>
          <a:scene3d>
            <a:camera prst="orthographicFront">
              <a:rot lat="0" lon="0" rev="0"/>
            </a:camera>
            <a:lightRig rig="contrasting" dir="t">
              <a:rot lat="0" lon="0" rev="1500000"/>
            </a:lightRig>
          </a:scene3d>
        </p:grpSpPr>
        <p:sp>
          <p:nvSpPr>
            <p:cNvPr id="69" name="Freeform 13"/>
            <p:cNvSpPr>
              <a:spLocks/>
            </p:cNvSpPr>
            <p:nvPr/>
          </p:nvSpPr>
          <p:spPr bwMode="auto">
            <a:xfrm>
              <a:off x="4638676" y="2123406"/>
              <a:ext cx="1630363" cy="550862"/>
            </a:xfrm>
            <a:custGeom>
              <a:avLst/>
              <a:gdLst>
                <a:gd name="T0" fmla="*/ 0 w 1027"/>
                <a:gd name="T1" fmla="*/ 0 h 347"/>
                <a:gd name="T2" fmla="*/ 0 w 1027"/>
                <a:gd name="T3" fmla="*/ 347 h 347"/>
                <a:gd name="T4" fmla="*/ 1027 w 1027"/>
                <a:gd name="T5" fmla="*/ 347 h 347"/>
                <a:gd name="T6" fmla="*/ 869 w 1027"/>
                <a:gd name="T7" fmla="*/ 0 h 347"/>
                <a:gd name="T8" fmla="*/ 0 w 1027"/>
                <a:gd name="T9" fmla="*/ 0 h 347"/>
              </a:gdLst>
              <a:ahLst/>
              <a:cxnLst>
                <a:cxn ang="0">
                  <a:pos x="T0" y="T1"/>
                </a:cxn>
                <a:cxn ang="0">
                  <a:pos x="T2" y="T3"/>
                </a:cxn>
                <a:cxn ang="0">
                  <a:pos x="T4" y="T5"/>
                </a:cxn>
                <a:cxn ang="0">
                  <a:pos x="T6" y="T7"/>
                </a:cxn>
                <a:cxn ang="0">
                  <a:pos x="T8" y="T9"/>
                </a:cxn>
              </a:cxnLst>
              <a:rect l="0" t="0" r="r" b="b"/>
              <a:pathLst>
                <a:path w="1027" h="347">
                  <a:moveTo>
                    <a:pt x="0" y="0"/>
                  </a:moveTo>
                  <a:lnTo>
                    <a:pt x="0" y="347"/>
                  </a:lnTo>
                  <a:lnTo>
                    <a:pt x="1027" y="347"/>
                  </a:lnTo>
                  <a:lnTo>
                    <a:pt x="869" y="0"/>
                  </a:lnTo>
                  <a:lnTo>
                    <a:pt x="0" y="0"/>
                  </a:lnTo>
                  <a:close/>
                </a:path>
              </a:pathLst>
            </a:custGeom>
            <a:grpFill/>
            <a:ln>
              <a:noFill/>
            </a:ln>
            <a:effectLst>
              <a:outerShdw blurRad="149987" dist="250190" dir="8460000" algn="ctr">
                <a:srgbClr val="000000">
                  <a:alpha val="28000"/>
                </a:srgbClr>
              </a:outerShdw>
            </a:effectLst>
            <a:sp3d prstMaterial="metal">
              <a:bevelT w="88900" h="88900"/>
            </a:sp3d>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sp>
          <p:nvSpPr>
            <p:cNvPr id="70" name="Rectangle 14"/>
            <p:cNvSpPr>
              <a:spLocks noChangeArrowheads="1"/>
            </p:cNvSpPr>
            <p:nvPr/>
          </p:nvSpPr>
          <p:spPr bwMode="auto">
            <a:xfrm>
              <a:off x="4638676" y="2668588"/>
              <a:ext cx="1630363" cy="150812"/>
            </a:xfrm>
            <a:prstGeom prst="rect">
              <a:avLst/>
            </a:prstGeom>
            <a:grpFill/>
            <a:ln>
              <a:noFill/>
            </a:ln>
            <a:effectLst>
              <a:outerShdw blurRad="149987" dist="250190" dir="8460000" algn="ctr">
                <a:srgbClr val="000000">
                  <a:alpha val="28000"/>
                </a:srgbClr>
              </a:outerShdw>
            </a:effectLst>
            <a:sp3d prstMaterial="metal">
              <a:bevelT w="88900" h="889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grpSp>
      <p:sp>
        <p:nvSpPr>
          <p:cNvPr id="71" name="Rectangle 70"/>
          <p:cNvSpPr/>
          <p:nvPr/>
        </p:nvSpPr>
        <p:spPr>
          <a:xfrm>
            <a:off x="540344" y="6146118"/>
            <a:ext cx="1967527" cy="381601"/>
          </a:xfrm>
          <a:prstGeom prst="rect">
            <a:avLst/>
          </a:prstGeom>
        </p:spPr>
        <p:txBody>
          <a:bodyPr wrap="square" lIns="121837" tIns="45719" rIns="121837" bIns="60919">
            <a:spAutoFit/>
          </a:bodyPr>
          <a:lstStyle/>
          <a:p>
            <a:pPr defTabSz="1218210">
              <a:lnSpc>
                <a:spcPct val="89000"/>
              </a:lnSpc>
              <a:defRPr/>
            </a:pPr>
            <a:r>
              <a:rPr lang="en-US" sz="2000" b="1" kern="0" dirty="0">
                <a:solidFill>
                  <a:srgbClr val="003366"/>
                </a:solidFill>
                <a:latin typeface="+mj-lt"/>
              </a:rPr>
              <a:t>Introduction</a:t>
            </a:r>
            <a:r>
              <a:rPr lang="en-US" sz="1867" kern="0" dirty="0">
                <a:solidFill>
                  <a:srgbClr val="57565A"/>
                </a:solidFill>
                <a:latin typeface="Open Sans Light"/>
              </a:rPr>
              <a:t> </a:t>
            </a:r>
            <a:endParaRPr lang="en-US" sz="1200" kern="0" dirty="0">
              <a:solidFill>
                <a:srgbClr val="57565A"/>
              </a:solidFill>
              <a:latin typeface="Open Sans Light"/>
            </a:endParaRPr>
          </a:p>
        </p:txBody>
      </p:sp>
      <p:sp>
        <p:nvSpPr>
          <p:cNvPr id="72" name="Rectangle 71"/>
          <p:cNvSpPr/>
          <p:nvPr/>
        </p:nvSpPr>
        <p:spPr>
          <a:xfrm>
            <a:off x="3044377" y="5344381"/>
            <a:ext cx="3126469" cy="381601"/>
          </a:xfrm>
          <a:prstGeom prst="rect">
            <a:avLst/>
          </a:prstGeom>
          <a:noFill/>
        </p:spPr>
        <p:txBody>
          <a:bodyPr wrap="square" lIns="121837" tIns="45719" rIns="121837" bIns="60919">
            <a:spAutoFit/>
          </a:bodyPr>
          <a:lstStyle/>
          <a:p>
            <a:pPr defTabSz="1218210">
              <a:lnSpc>
                <a:spcPct val="89000"/>
              </a:lnSpc>
              <a:defRPr/>
            </a:pPr>
            <a:r>
              <a:rPr lang="fr-FR" sz="2000" b="1" kern="0" dirty="0">
                <a:solidFill>
                  <a:srgbClr val="003366"/>
                </a:solidFill>
                <a:latin typeface="+mj-lt"/>
              </a:rPr>
              <a:t>Méthodologie</a:t>
            </a:r>
            <a:endParaRPr lang="en-US" sz="1600" kern="0" dirty="0">
              <a:solidFill>
                <a:srgbClr val="003366"/>
              </a:solidFill>
              <a:latin typeface="+mj-lt"/>
            </a:endParaRPr>
          </a:p>
        </p:txBody>
      </p:sp>
      <p:sp>
        <p:nvSpPr>
          <p:cNvPr id="77" name="Rectangle 76"/>
          <p:cNvSpPr/>
          <p:nvPr/>
        </p:nvSpPr>
        <p:spPr>
          <a:xfrm>
            <a:off x="4980203" y="4357738"/>
            <a:ext cx="2065933" cy="723233"/>
          </a:xfrm>
          <a:prstGeom prst="rect">
            <a:avLst/>
          </a:prstGeom>
          <a:noFill/>
        </p:spPr>
        <p:txBody>
          <a:bodyPr wrap="square" lIns="121837" tIns="45719" rIns="121837" bIns="60919">
            <a:spAutoFit/>
          </a:bodyPr>
          <a:lstStyle/>
          <a:p>
            <a:r>
              <a:rPr lang="fr-FR" sz="2000" b="1" kern="0" dirty="0">
                <a:solidFill>
                  <a:srgbClr val="003366"/>
                </a:solidFill>
                <a:latin typeface="+mj-lt"/>
                <a:cs typeface="Times New Roman" panose="02020603050405020304" pitchFamily="18" charset="0"/>
              </a:rPr>
              <a:t>Etude Conceptuelle </a:t>
            </a:r>
          </a:p>
        </p:txBody>
      </p:sp>
      <p:sp>
        <p:nvSpPr>
          <p:cNvPr id="78" name="Rectangle 77"/>
          <p:cNvSpPr/>
          <p:nvPr/>
        </p:nvSpPr>
        <p:spPr>
          <a:xfrm>
            <a:off x="7017737" y="3952739"/>
            <a:ext cx="2164084" cy="381601"/>
          </a:xfrm>
          <a:prstGeom prst="rect">
            <a:avLst/>
          </a:prstGeom>
        </p:spPr>
        <p:txBody>
          <a:bodyPr wrap="square" lIns="121837" tIns="45719" rIns="121837" bIns="60919">
            <a:spAutoFit/>
          </a:bodyPr>
          <a:lstStyle/>
          <a:p>
            <a:pPr defTabSz="1218210">
              <a:lnSpc>
                <a:spcPct val="89000"/>
              </a:lnSpc>
              <a:defRPr/>
            </a:pPr>
            <a:r>
              <a:rPr lang="fr-FR" sz="2000" b="1" kern="0" dirty="0">
                <a:solidFill>
                  <a:srgbClr val="003366"/>
                </a:solidFill>
                <a:latin typeface="+mj-lt"/>
              </a:rPr>
              <a:t>Réalisation</a:t>
            </a:r>
            <a:r>
              <a:rPr lang="fr-FR" sz="2000" b="1" kern="0" dirty="0">
                <a:solidFill>
                  <a:srgbClr val="99CB38">
                    <a:lumMod val="75000"/>
                  </a:srgbClr>
                </a:solidFill>
                <a:latin typeface="Open Sans Light"/>
              </a:rPr>
              <a:t> </a:t>
            </a:r>
            <a:endParaRPr lang="fr-FR" sz="1467" kern="0" dirty="0">
              <a:solidFill>
                <a:srgbClr val="57565A"/>
              </a:solidFill>
              <a:latin typeface="Open Sans Light"/>
            </a:endParaRPr>
          </a:p>
        </p:txBody>
      </p:sp>
      <p:grpSp>
        <p:nvGrpSpPr>
          <p:cNvPr id="80" name="Group 79"/>
          <p:cNvGrpSpPr/>
          <p:nvPr/>
        </p:nvGrpSpPr>
        <p:grpSpPr>
          <a:xfrm>
            <a:off x="7796623" y="2420584"/>
            <a:ext cx="2406820" cy="692231"/>
            <a:chOff x="6197601" y="1687513"/>
            <a:chExt cx="1900238" cy="638175"/>
          </a:xfrm>
          <a:solidFill>
            <a:schemeClr val="bg1">
              <a:lumMod val="50000"/>
            </a:schemeClr>
          </a:solidFill>
          <a:scene3d>
            <a:camera prst="orthographicFront">
              <a:rot lat="0" lon="0" rev="0"/>
            </a:camera>
            <a:lightRig rig="contrasting" dir="t">
              <a:rot lat="0" lon="0" rev="1500000"/>
            </a:lightRig>
          </a:scene3d>
        </p:grpSpPr>
        <p:sp>
          <p:nvSpPr>
            <p:cNvPr id="81" name="Freeform 12"/>
            <p:cNvSpPr>
              <a:spLocks/>
            </p:cNvSpPr>
            <p:nvPr/>
          </p:nvSpPr>
          <p:spPr bwMode="auto">
            <a:xfrm>
              <a:off x="6197601" y="1687513"/>
              <a:ext cx="268849" cy="638175"/>
            </a:xfrm>
            <a:custGeom>
              <a:avLst/>
              <a:gdLst>
                <a:gd name="T0" fmla="*/ 166 w 166"/>
                <a:gd name="T1" fmla="*/ 320 h 402"/>
                <a:gd name="T2" fmla="*/ 166 w 166"/>
                <a:gd name="T3" fmla="*/ 402 h 402"/>
                <a:gd name="T4" fmla="*/ 0 w 166"/>
                <a:gd name="T5" fmla="*/ 77 h 402"/>
                <a:gd name="T6" fmla="*/ 0 w 166"/>
                <a:gd name="T7" fmla="*/ 0 h 402"/>
                <a:gd name="T8" fmla="*/ 166 w 166"/>
                <a:gd name="T9" fmla="*/ 320 h 402"/>
                <a:gd name="connsiteX0" fmla="*/ 12779 w 12779"/>
                <a:gd name="connsiteY0" fmla="*/ 7564 h 10000"/>
                <a:gd name="connsiteX1" fmla="*/ 10000 w 12779"/>
                <a:gd name="connsiteY1" fmla="*/ 10000 h 10000"/>
                <a:gd name="connsiteX2" fmla="*/ 0 w 12779"/>
                <a:gd name="connsiteY2" fmla="*/ 1915 h 10000"/>
                <a:gd name="connsiteX3" fmla="*/ 0 w 12779"/>
                <a:gd name="connsiteY3" fmla="*/ 0 h 10000"/>
                <a:gd name="connsiteX4" fmla="*/ 12779 w 12779"/>
                <a:gd name="connsiteY4" fmla="*/ 7564 h 10000"/>
                <a:gd name="connsiteX0" fmla="*/ 10151 w 10151"/>
                <a:gd name="connsiteY0" fmla="*/ 8086 h 10000"/>
                <a:gd name="connsiteX1" fmla="*/ 10000 w 10151"/>
                <a:gd name="connsiteY1" fmla="*/ 10000 h 10000"/>
                <a:gd name="connsiteX2" fmla="*/ 0 w 10151"/>
                <a:gd name="connsiteY2" fmla="*/ 1915 h 10000"/>
                <a:gd name="connsiteX3" fmla="*/ 0 w 10151"/>
                <a:gd name="connsiteY3" fmla="*/ 0 h 10000"/>
                <a:gd name="connsiteX4" fmla="*/ 10151 w 10151"/>
                <a:gd name="connsiteY4" fmla="*/ 8086 h 10000"/>
                <a:gd name="connsiteX0" fmla="*/ 10202 w 10202"/>
                <a:gd name="connsiteY0" fmla="*/ 7919 h 10000"/>
                <a:gd name="connsiteX1" fmla="*/ 10000 w 10202"/>
                <a:gd name="connsiteY1" fmla="*/ 10000 h 10000"/>
                <a:gd name="connsiteX2" fmla="*/ 0 w 10202"/>
                <a:gd name="connsiteY2" fmla="*/ 1915 h 10000"/>
                <a:gd name="connsiteX3" fmla="*/ 0 w 10202"/>
                <a:gd name="connsiteY3" fmla="*/ 0 h 10000"/>
                <a:gd name="connsiteX4" fmla="*/ 10202 w 10202"/>
                <a:gd name="connsiteY4" fmla="*/ 7919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02" h="10000">
                  <a:moveTo>
                    <a:pt x="10202" y="7919"/>
                  </a:moveTo>
                  <a:cubicBezTo>
                    <a:pt x="10152" y="8557"/>
                    <a:pt x="10050" y="9362"/>
                    <a:pt x="10000" y="10000"/>
                  </a:cubicBezTo>
                  <a:lnTo>
                    <a:pt x="0" y="1915"/>
                  </a:lnTo>
                  <a:lnTo>
                    <a:pt x="0" y="0"/>
                  </a:lnTo>
                  <a:lnTo>
                    <a:pt x="10202" y="7919"/>
                  </a:lnTo>
                  <a:close/>
                </a:path>
              </a:pathLst>
            </a:custGeom>
            <a:grpFill/>
            <a:ln>
              <a:noFill/>
            </a:ln>
            <a:effectLst>
              <a:outerShdw blurRad="149987" dist="250190" dir="8460000" algn="ctr">
                <a:srgbClr val="000000">
                  <a:alpha val="28000"/>
                </a:srgbClr>
              </a:outerShdw>
            </a:effectLst>
            <a:sp3d prstMaterial="metal">
              <a:bevelT w="88900" h="88900"/>
            </a:sp3d>
          </p:spPr>
          <p:style>
            <a:lnRef idx="0">
              <a:schemeClr val="accent2"/>
            </a:lnRef>
            <a:fillRef idx="3">
              <a:schemeClr val="accent2"/>
            </a:fillRef>
            <a:effectRef idx="3">
              <a:schemeClr val="accent2"/>
            </a:effectRef>
            <a:fontRef idx="minor">
              <a:schemeClr val="lt1"/>
            </a:fontRef>
          </p:style>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sp>
          <p:nvSpPr>
            <p:cNvPr id="82" name="Freeform 10"/>
            <p:cNvSpPr>
              <a:spLocks/>
            </p:cNvSpPr>
            <p:nvPr/>
          </p:nvSpPr>
          <p:spPr bwMode="auto">
            <a:xfrm>
              <a:off x="6197601" y="1687513"/>
              <a:ext cx="1900238" cy="508000"/>
            </a:xfrm>
            <a:custGeom>
              <a:avLst/>
              <a:gdLst>
                <a:gd name="T0" fmla="*/ 0 w 1197"/>
                <a:gd name="T1" fmla="*/ 0 h 320"/>
                <a:gd name="T2" fmla="*/ 166 w 1197"/>
                <a:gd name="T3" fmla="*/ 320 h 320"/>
                <a:gd name="T4" fmla="*/ 1197 w 1197"/>
                <a:gd name="T5" fmla="*/ 320 h 320"/>
                <a:gd name="T6" fmla="*/ 877 w 1197"/>
                <a:gd name="T7" fmla="*/ 0 h 320"/>
                <a:gd name="T8" fmla="*/ 0 w 1197"/>
                <a:gd name="T9" fmla="*/ 0 h 320"/>
              </a:gdLst>
              <a:ahLst/>
              <a:cxnLst>
                <a:cxn ang="0">
                  <a:pos x="T0" y="T1"/>
                </a:cxn>
                <a:cxn ang="0">
                  <a:pos x="T2" y="T3"/>
                </a:cxn>
                <a:cxn ang="0">
                  <a:pos x="T4" y="T5"/>
                </a:cxn>
                <a:cxn ang="0">
                  <a:pos x="T6" y="T7"/>
                </a:cxn>
                <a:cxn ang="0">
                  <a:pos x="T8" y="T9"/>
                </a:cxn>
              </a:cxnLst>
              <a:rect l="0" t="0" r="r" b="b"/>
              <a:pathLst>
                <a:path w="1197" h="320">
                  <a:moveTo>
                    <a:pt x="0" y="0"/>
                  </a:moveTo>
                  <a:lnTo>
                    <a:pt x="166" y="320"/>
                  </a:lnTo>
                  <a:lnTo>
                    <a:pt x="1197" y="320"/>
                  </a:lnTo>
                  <a:lnTo>
                    <a:pt x="877" y="0"/>
                  </a:lnTo>
                  <a:lnTo>
                    <a:pt x="0" y="0"/>
                  </a:lnTo>
                  <a:close/>
                </a:path>
              </a:pathLst>
            </a:custGeom>
            <a:grpFill/>
            <a:ln>
              <a:noFill/>
            </a:ln>
            <a:effectLst>
              <a:outerShdw blurRad="149987" dist="250190" dir="8460000" algn="ctr">
                <a:srgbClr val="000000">
                  <a:alpha val="28000"/>
                </a:srgbClr>
              </a:outerShdw>
            </a:effectLst>
            <a:sp3d prstMaterial="metal">
              <a:bevelT w="88900" h="88900"/>
            </a:sp3d>
          </p:spPr>
          <p:style>
            <a:lnRef idx="0">
              <a:schemeClr val="accent2"/>
            </a:lnRef>
            <a:fillRef idx="3">
              <a:schemeClr val="accent2"/>
            </a:fillRef>
            <a:effectRef idx="3">
              <a:schemeClr val="accent2"/>
            </a:effectRef>
            <a:fontRef idx="minor">
              <a:schemeClr val="lt1"/>
            </a:fontRef>
          </p:style>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sp>
          <p:nvSpPr>
            <p:cNvPr id="83" name="Rectangle 11"/>
            <p:cNvSpPr>
              <a:spLocks noChangeArrowheads="1"/>
            </p:cNvSpPr>
            <p:nvPr/>
          </p:nvSpPr>
          <p:spPr bwMode="auto">
            <a:xfrm>
              <a:off x="6461126" y="2195513"/>
              <a:ext cx="1636713" cy="130175"/>
            </a:xfrm>
            <a:prstGeom prst="rect">
              <a:avLst/>
            </a:prstGeom>
            <a:grpFill/>
            <a:ln>
              <a:noFill/>
            </a:ln>
            <a:effectLst>
              <a:outerShdw blurRad="149987" dist="250190" dir="8460000" algn="ctr">
                <a:srgbClr val="000000">
                  <a:alpha val="28000"/>
                </a:srgbClr>
              </a:outerShdw>
            </a:effectLst>
            <a:sp3d prstMaterial="metal">
              <a:bevelT w="88900" h="88900"/>
            </a:sp3d>
          </p:spPr>
          <p:style>
            <a:lnRef idx="0">
              <a:schemeClr val="accent2"/>
            </a:lnRef>
            <a:fillRef idx="3">
              <a:schemeClr val="accent2"/>
            </a:fillRef>
            <a:effectRef idx="3">
              <a:schemeClr val="accent2"/>
            </a:effectRef>
            <a:fontRef idx="minor">
              <a:schemeClr val="lt1"/>
            </a:fontRef>
          </p:style>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grpSp>
      <p:sp>
        <p:nvSpPr>
          <p:cNvPr id="85" name="Rectangle 84"/>
          <p:cNvSpPr/>
          <p:nvPr/>
        </p:nvSpPr>
        <p:spPr>
          <a:xfrm>
            <a:off x="9034853" y="3139092"/>
            <a:ext cx="1473595" cy="929443"/>
          </a:xfrm>
          <a:prstGeom prst="rect">
            <a:avLst/>
          </a:prstGeom>
        </p:spPr>
        <p:txBody>
          <a:bodyPr wrap="square" lIns="121837" tIns="45719" rIns="121837" bIns="60919">
            <a:spAutoFit/>
          </a:bodyPr>
          <a:lstStyle/>
          <a:p>
            <a:pPr defTabSz="1218210">
              <a:lnSpc>
                <a:spcPct val="89000"/>
              </a:lnSpc>
              <a:defRPr/>
            </a:pPr>
            <a:r>
              <a:rPr lang="fr-FR" sz="2000" b="1" kern="0" dirty="0">
                <a:solidFill>
                  <a:srgbClr val="003366"/>
                </a:solidFill>
                <a:latin typeface="+mj-lt"/>
              </a:rPr>
              <a:t>Tests </a:t>
            </a:r>
          </a:p>
          <a:p>
            <a:pPr defTabSz="1218210">
              <a:lnSpc>
                <a:spcPct val="89000"/>
              </a:lnSpc>
              <a:defRPr/>
            </a:pPr>
            <a:r>
              <a:rPr lang="fr-FR" sz="2000" b="1" kern="0" dirty="0">
                <a:solidFill>
                  <a:srgbClr val="003366"/>
                </a:solidFill>
                <a:latin typeface="+mj-lt"/>
              </a:rPr>
              <a:t>et Validation</a:t>
            </a:r>
            <a:endParaRPr lang="en-US" sz="1467" b="1" kern="0" dirty="0">
              <a:solidFill>
                <a:srgbClr val="003366"/>
              </a:solidFill>
              <a:latin typeface="+mj-lt"/>
            </a:endParaRPr>
          </a:p>
        </p:txBody>
      </p:sp>
      <p:cxnSp>
        <p:nvCxnSpPr>
          <p:cNvPr id="105" name="Straight Connector 104"/>
          <p:cNvCxnSpPr>
            <a:cxnSpLocks/>
          </p:cNvCxnSpPr>
          <p:nvPr/>
        </p:nvCxnSpPr>
        <p:spPr>
          <a:xfrm>
            <a:off x="7084437" y="3742296"/>
            <a:ext cx="0" cy="756544"/>
          </a:xfrm>
          <a:prstGeom prst="line">
            <a:avLst/>
          </a:prstGeom>
          <a:ln w="9525">
            <a:solidFill>
              <a:schemeClr val="accent6"/>
            </a:solidFill>
            <a:tailEnd type="ova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flipH="1">
            <a:off x="5051413" y="4285865"/>
            <a:ext cx="1971" cy="823963"/>
          </a:xfrm>
          <a:prstGeom prst="line">
            <a:avLst/>
          </a:prstGeom>
          <a:ln w="12700">
            <a:solidFill>
              <a:schemeClr val="accent6"/>
            </a:solidFill>
            <a:tailEnd type="oval"/>
          </a:ln>
        </p:spPr>
        <p:style>
          <a:lnRef idx="1">
            <a:schemeClr val="accent3"/>
          </a:lnRef>
          <a:fillRef idx="0">
            <a:schemeClr val="accent3"/>
          </a:fillRef>
          <a:effectRef idx="0">
            <a:schemeClr val="accent3"/>
          </a:effectRef>
          <a:fontRef idx="minor">
            <a:schemeClr val="tx1"/>
          </a:fontRef>
        </p:style>
      </p:cxnSp>
      <p:grpSp>
        <p:nvGrpSpPr>
          <p:cNvPr id="111" name="Group 110"/>
          <p:cNvGrpSpPr/>
          <p:nvPr/>
        </p:nvGrpSpPr>
        <p:grpSpPr>
          <a:xfrm>
            <a:off x="2668868" y="5366596"/>
            <a:ext cx="393709" cy="337169"/>
            <a:chOff x="6564979" y="4358506"/>
            <a:chExt cx="674638" cy="674638"/>
          </a:xfrm>
          <a:solidFill>
            <a:schemeClr val="accent6">
              <a:lumMod val="75000"/>
            </a:schemeClr>
          </a:solidFill>
        </p:grpSpPr>
        <p:sp>
          <p:nvSpPr>
            <p:cNvPr id="112" name="Oval 111"/>
            <p:cNvSpPr/>
            <p:nvPr/>
          </p:nvSpPr>
          <p:spPr>
            <a:xfrm>
              <a:off x="6564979" y="4358506"/>
              <a:ext cx="674638" cy="674638"/>
            </a:xfrm>
            <a:prstGeom prst="ellipse">
              <a:avLst/>
            </a:prstGeom>
            <a:grp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3674">
                <a:defRPr/>
              </a:pPr>
              <a:endParaRPr lang="en-US" sz="3200" kern="0">
                <a:solidFill>
                  <a:srgbClr val="63A537">
                    <a:lumMod val="75000"/>
                  </a:srgbClr>
                </a:solidFill>
              </a:endParaRPr>
            </a:p>
          </p:txBody>
        </p:sp>
        <p:sp>
          <p:nvSpPr>
            <p:cNvPr id="113" name="Freeform 13"/>
            <p:cNvSpPr>
              <a:spLocks/>
            </p:cNvSpPr>
            <p:nvPr/>
          </p:nvSpPr>
          <p:spPr bwMode="auto">
            <a:xfrm>
              <a:off x="6709217" y="4527690"/>
              <a:ext cx="386162" cy="336270"/>
            </a:xfrm>
            <a:custGeom>
              <a:avLst/>
              <a:gdLst>
                <a:gd name="T0" fmla="*/ 326 w 577"/>
                <a:gd name="T1" fmla="*/ 502 h 502"/>
                <a:gd name="T2" fmla="*/ 299 w 577"/>
                <a:gd name="T3" fmla="*/ 491 h 502"/>
                <a:gd name="T4" fmla="*/ 299 w 577"/>
                <a:gd name="T5" fmla="*/ 436 h 502"/>
                <a:gd name="T6" fmla="*/ 445 w 577"/>
                <a:gd name="T7" fmla="*/ 289 h 502"/>
                <a:gd name="T8" fmla="*/ 39 w 577"/>
                <a:gd name="T9" fmla="*/ 289 h 502"/>
                <a:gd name="T10" fmla="*/ 0 w 577"/>
                <a:gd name="T11" fmla="*/ 251 h 502"/>
                <a:gd name="T12" fmla="*/ 39 w 577"/>
                <a:gd name="T13" fmla="*/ 212 h 502"/>
                <a:gd name="T14" fmla="*/ 445 w 577"/>
                <a:gd name="T15" fmla="*/ 212 h 502"/>
                <a:gd name="T16" fmla="*/ 299 w 577"/>
                <a:gd name="T17" fmla="*/ 65 h 502"/>
                <a:gd name="T18" fmla="*/ 299 w 577"/>
                <a:gd name="T19" fmla="*/ 11 h 502"/>
                <a:gd name="T20" fmla="*/ 326 w 577"/>
                <a:gd name="T21" fmla="*/ 0 h 502"/>
                <a:gd name="T22" fmla="*/ 353 w 577"/>
                <a:gd name="T23" fmla="*/ 11 h 502"/>
                <a:gd name="T24" fmla="*/ 566 w 577"/>
                <a:gd name="T25" fmla="*/ 224 h 502"/>
                <a:gd name="T26" fmla="*/ 571 w 577"/>
                <a:gd name="T27" fmla="*/ 229 h 502"/>
                <a:gd name="T28" fmla="*/ 571 w 577"/>
                <a:gd name="T29" fmla="*/ 230 h 502"/>
                <a:gd name="T30" fmla="*/ 572 w 577"/>
                <a:gd name="T31" fmla="*/ 231 h 502"/>
                <a:gd name="T32" fmla="*/ 574 w 577"/>
                <a:gd name="T33" fmla="*/ 236 h 502"/>
                <a:gd name="T34" fmla="*/ 575 w 577"/>
                <a:gd name="T35" fmla="*/ 238 h 502"/>
                <a:gd name="T36" fmla="*/ 576 w 577"/>
                <a:gd name="T37" fmla="*/ 243 h 502"/>
                <a:gd name="T38" fmla="*/ 577 w 577"/>
                <a:gd name="T39" fmla="*/ 251 h 502"/>
                <a:gd name="T40" fmla="*/ 576 w 577"/>
                <a:gd name="T41" fmla="*/ 258 h 502"/>
                <a:gd name="T42" fmla="*/ 575 w 577"/>
                <a:gd name="T43" fmla="*/ 263 h 502"/>
                <a:gd name="T44" fmla="*/ 574 w 577"/>
                <a:gd name="T45" fmla="*/ 266 h 502"/>
                <a:gd name="T46" fmla="*/ 572 w 577"/>
                <a:gd name="T47" fmla="*/ 271 h 502"/>
                <a:gd name="T48" fmla="*/ 571 w 577"/>
                <a:gd name="T49" fmla="*/ 272 h 502"/>
                <a:gd name="T50" fmla="*/ 566 w 577"/>
                <a:gd name="T51" fmla="*/ 278 h 502"/>
                <a:gd name="T52" fmla="*/ 353 w 577"/>
                <a:gd name="T53" fmla="*/ 491 h 502"/>
                <a:gd name="T54" fmla="*/ 326 w 577"/>
                <a:gd name="T55" fmla="*/ 502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7" h="502">
                  <a:moveTo>
                    <a:pt x="326" y="502"/>
                  </a:moveTo>
                  <a:cubicBezTo>
                    <a:pt x="316" y="502"/>
                    <a:pt x="306" y="498"/>
                    <a:pt x="299" y="491"/>
                  </a:cubicBezTo>
                  <a:cubicBezTo>
                    <a:pt x="284" y="476"/>
                    <a:pt x="284" y="451"/>
                    <a:pt x="299" y="436"/>
                  </a:cubicBezTo>
                  <a:cubicBezTo>
                    <a:pt x="445" y="289"/>
                    <a:pt x="445" y="289"/>
                    <a:pt x="445" y="289"/>
                  </a:cubicBezTo>
                  <a:cubicBezTo>
                    <a:pt x="39" y="289"/>
                    <a:pt x="39" y="289"/>
                    <a:pt x="39" y="289"/>
                  </a:cubicBezTo>
                  <a:cubicBezTo>
                    <a:pt x="17" y="289"/>
                    <a:pt x="0" y="272"/>
                    <a:pt x="0" y="251"/>
                  </a:cubicBezTo>
                  <a:cubicBezTo>
                    <a:pt x="0" y="230"/>
                    <a:pt x="17" y="212"/>
                    <a:pt x="39" y="212"/>
                  </a:cubicBezTo>
                  <a:cubicBezTo>
                    <a:pt x="445" y="212"/>
                    <a:pt x="445" y="212"/>
                    <a:pt x="445" y="212"/>
                  </a:cubicBezTo>
                  <a:cubicBezTo>
                    <a:pt x="299" y="65"/>
                    <a:pt x="299" y="65"/>
                    <a:pt x="299" y="65"/>
                  </a:cubicBezTo>
                  <a:cubicBezTo>
                    <a:pt x="284" y="50"/>
                    <a:pt x="284" y="26"/>
                    <a:pt x="299" y="11"/>
                  </a:cubicBezTo>
                  <a:cubicBezTo>
                    <a:pt x="306" y="4"/>
                    <a:pt x="316" y="0"/>
                    <a:pt x="326" y="0"/>
                  </a:cubicBezTo>
                  <a:cubicBezTo>
                    <a:pt x="336" y="0"/>
                    <a:pt x="346" y="4"/>
                    <a:pt x="353" y="11"/>
                  </a:cubicBezTo>
                  <a:cubicBezTo>
                    <a:pt x="566" y="224"/>
                    <a:pt x="566" y="224"/>
                    <a:pt x="566" y="224"/>
                  </a:cubicBezTo>
                  <a:cubicBezTo>
                    <a:pt x="568" y="225"/>
                    <a:pt x="569" y="227"/>
                    <a:pt x="571" y="229"/>
                  </a:cubicBezTo>
                  <a:cubicBezTo>
                    <a:pt x="571" y="230"/>
                    <a:pt x="571" y="230"/>
                    <a:pt x="571" y="230"/>
                  </a:cubicBezTo>
                  <a:cubicBezTo>
                    <a:pt x="572" y="231"/>
                    <a:pt x="572" y="231"/>
                    <a:pt x="572" y="231"/>
                  </a:cubicBezTo>
                  <a:cubicBezTo>
                    <a:pt x="572" y="232"/>
                    <a:pt x="573" y="234"/>
                    <a:pt x="574" y="236"/>
                  </a:cubicBezTo>
                  <a:cubicBezTo>
                    <a:pt x="574" y="237"/>
                    <a:pt x="575" y="238"/>
                    <a:pt x="575" y="238"/>
                  </a:cubicBezTo>
                  <a:cubicBezTo>
                    <a:pt x="575" y="240"/>
                    <a:pt x="576" y="241"/>
                    <a:pt x="576" y="243"/>
                  </a:cubicBezTo>
                  <a:cubicBezTo>
                    <a:pt x="577" y="246"/>
                    <a:pt x="577" y="248"/>
                    <a:pt x="577" y="251"/>
                  </a:cubicBezTo>
                  <a:cubicBezTo>
                    <a:pt x="577" y="253"/>
                    <a:pt x="577" y="256"/>
                    <a:pt x="576" y="258"/>
                  </a:cubicBezTo>
                  <a:cubicBezTo>
                    <a:pt x="576" y="260"/>
                    <a:pt x="575" y="262"/>
                    <a:pt x="575" y="263"/>
                  </a:cubicBezTo>
                  <a:cubicBezTo>
                    <a:pt x="575" y="264"/>
                    <a:pt x="575" y="265"/>
                    <a:pt x="574" y="266"/>
                  </a:cubicBezTo>
                  <a:cubicBezTo>
                    <a:pt x="573" y="267"/>
                    <a:pt x="573" y="269"/>
                    <a:pt x="572" y="271"/>
                  </a:cubicBezTo>
                  <a:cubicBezTo>
                    <a:pt x="571" y="271"/>
                    <a:pt x="571" y="272"/>
                    <a:pt x="571" y="272"/>
                  </a:cubicBezTo>
                  <a:cubicBezTo>
                    <a:pt x="569" y="274"/>
                    <a:pt x="568" y="276"/>
                    <a:pt x="566" y="278"/>
                  </a:cubicBezTo>
                  <a:cubicBezTo>
                    <a:pt x="353" y="491"/>
                    <a:pt x="353" y="491"/>
                    <a:pt x="353" y="491"/>
                  </a:cubicBezTo>
                  <a:cubicBezTo>
                    <a:pt x="346" y="498"/>
                    <a:pt x="336" y="502"/>
                    <a:pt x="326" y="502"/>
                  </a:cubicBezTo>
                  <a:close/>
                </a:path>
              </a:pathLst>
            </a:cu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vert="horz" wrap="square" lIns="162560" tIns="81280" rIns="162560" bIns="81280" numCol="1" anchor="t" anchorCtr="0" compatLnSpc="1">
              <a:prstTxWarp prst="textNoShape">
                <a:avLst/>
              </a:prstTxWarp>
            </a:bodyPr>
            <a:lstStyle/>
            <a:p>
              <a:pPr defTabSz="913674">
                <a:defRPr/>
              </a:pPr>
              <a:endParaRPr lang="en-US" sz="3200" kern="0">
                <a:solidFill>
                  <a:srgbClr val="63A537">
                    <a:lumMod val="75000"/>
                  </a:srgbClr>
                </a:solidFill>
              </a:endParaRPr>
            </a:p>
          </p:txBody>
        </p:sp>
      </p:grpSp>
      <p:grpSp>
        <p:nvGrpSpPr>
          <p:cNvPr id="114" name="Group 113"/>
          <p:cNvGrpSpPr/>
          <p:nvPr/>
        </p:nvGrpSpPr>
        <p:grpSpPr>
          <a:xfrm>
            <a:off x="182864" y="6130714"/>
            <a:ext cx="393709" cy="337169"/>
            <a:chOff x="6564979" y="4358506"/>
            <a:chExt cx="674638" cy="674638"/>
          </a:xfrm>
          <a:solidFill>
            <a:schemeClr val="accent6">
              <a:lumMod val="50000"/>
            </a:schemeClr>
          </a:solidFill>
        </p:grpSpPr>
        <p:sp>
          <p:nvSpPr>
            <p:cNvPr id="115" name="Oval 114"/>
            <p:cNvSpPr/>
            <p:nvPr/>
          </p:nvSpPr>
          <p:spPr>
            <a:xfrm>
              <a:off x="6564979" y="4358506"/>
              <a:ext cx="674638" cy="674638"/>
            </a:xfrm>
            <a:prstGeom prst="ellipse">
              <a:avLst/>
            </a:prstGeom>
            <a:grpFill/>
            <a:ln>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3674">
                <a:defRPr/>
              </a:pPr>
              <a:endParaRPr lang="en-US" sz="3200" kern="0">
                <a:solidFill>
                  <a:srgbClr val="63A537">
                    <a:lumMod val="75000"/>
                  </a:srgbClr>
                </a:solidFill>
              </a:endParaRPr>
            </a:p>
          </p:txBody>
        </p:sp>
        <p:sp>
          <p:nvSpPr>
            <p:cNvPr id="116" name="Freeform 13"/>
            <p:cNvSpPr>
              <a:spLocks/>
            </p:cNvSpPr>
            <p:nvPr/>
          </p:nvSpPr>
          <p:spPr bwMode="auto">
            <a:xfrm>
              <a:off x="6709217" y="4527690"/>
              <a:ext cx="386162" cy="336270"/>
            </a:xfrm>
            <a:custGeom>
              <a:avLst/>
              <a:gdLst>
                <a:gd name="T0" fmla="*/ 326 w 577"/>
                <a:gd name="T1" fmla="*/ 502 h 502"/>
                <a:gd name="T2" fmla="*/ 299 w 577"/>
                <a:gd name="T3" fmla="*/ 491 h 502"/>
                <a:gd name="T4" fmla="*/ 299 w 577"/>
                <a:gd name="T5" fmla="*/ 436 h 502"/>
                <a:gd name="T6" fmla="*/ 445 w 577"/>
                <a:gd name="T7" fmla="*/ 289 h 502"/>
                <a:gd name="T8" fmla="*/ 39 w 577"/>
                <a:gd name="T9" fmla="*/ 289 h 502"/>
                <a:gd name="T10" fmla="*/ 0 w 577"/>
                <a:gd name="T11" fmla="*/ 251 h 502"/>
                <a:gd name="T12" fmla="*/ 39 w 577"/>
                <a:gd name="T13" fmla="*/ 212 h 502"/>
                <a:gd name="T14" fmla="*/ 445 w 577"/>
                <a:gd name="T15" fmla="*/ 212 h 502"/>
                <a:gd name="T16" fmla="*/ 299 w 577"/>
                <a:gd name="T17" fmla="*/ 65 h 502"/>
                <a:gd name="T18" fmla="*/ 299 w 577"/>
                <a:gd name="T19" fmla="*/ 11 h 502"/>
                <a:gd name="T20" fmla="*/ 326 w 577"/>
                <a:gd name="T21" fmla="*/ 0 h 502"/>
                <a:gd name="T22" fmla="*/ 353 w 577"/>
                <a:gd name="T23" fmla="*/ 11 h 502"/>
                <a:gd name="T24" fmla="*/ 566 w 577"/>
                <a:gd name="T25" fmla="*/ 224 h 502"/>
                <a:gd name="T26" fmla="*/ 571 w 577"/>
                <a:gd name="T27" fmla="*/ 229 h 502"/>
                <a:gd name="T28" fmla="*/ 571 w 577"/>
                <a:gd name="T29" fmla="*/ 230 h 502"/>
                <a:gd name="T30" fmla="*/ 572 w 577"/>
                <a:gd name="T31" fmla="*/ 231 h 502"/>
                <a:gd name="T32" fmla="*/ 574 w 577"/>
                <a:gd name="T33" fmla="*/ 236 h 502"/>
                <a:gd name="T34" fmla="*/ 575 w 577"/>
                <a:gd name="T35" fmla="*/ 238 h 502"/>
                <a:gd name="T36" fmla="*/ 576 w 577"/>
                <a:gd name="T37" fmla="*/ 243 h 502"/>
                <a:gd name="T38" fmla="*/ 577 w 577"/>
                <a:gd name="T39" fmla="*/ 251 h 502"/>
                <a:gd name="T40" fmla="*/ 576 w 577"/>
                <a:gd name="T41" fmla="*/ 258 h 502"/>
                <a:gd name="T42" fmla="*/ 575 w 577"/>
                <a:gd name="T43" fmla="*/ 263 h 502"/>
                <a:gd name="T44" fmla="*/ 574 w 577"/>
                <a:gd name="T45" fmla="*/ 266 h 502"/>
                <a:gd name="T46" fmla="*/ 572 w 577"/>
                <a:gd name="T47" fmla="*/ 271 h 502"/>
                <a:gd name="T48" fmla="*/ 571 w 577"/>
                <a:gd name="T49" fmla="*/ 272 h 502"/>
                <a:gd name="T50" fmla="*/ 566 w 577"/>
                <a:gd name="T51" fmla="*/ 278 h 502"/>
                <a:gd name="T52" fmla="*/ 353 w 577"/>
                <a:gd name="T53" fmla="*/ 491 h 502"/>
                <a:gd name="T54" fmla="*/ 326 w 577"/>
                <a:gd name="T55" fmla="*/ 502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7" h="502">
                  <a:moveTo>
                    <a:pt x="326" y="502"/>
                  </a:moveTo>
                  <a:cubicBezTo>
                    <a:pt x="316" y="502"/>
                    <a:pt x="306" y="498"/>
                    <a:pt x="299" y="491"/>
                  </a:cubicBezTo>
                  <a:cubicBezTo>
                    <a:pt x="284" y="476"/>
                    <a:pt x="284" y="451"/>
                    <a:pt x="299" y="436"/>
                  </a:cubicBezTo>
                  <a:cubicBezTo>
                    <a:pt x="445" y="289"/>
                    <a:pt x="445" y="289"/>
                    <a:pt x="445" y="289"/>
                  </a:cubicBezTo>
                  <a:cubicBezTo>
                    <a:pt x="39" y="289"/>
                    <a:pt x="39" y="289"/>
                    <a:pt x="39" y="289"/>
                  </a:cubicBezTo>
                  <a:cubicBezTo>
                    <a:pt x="17" y="289"/>
                    <a:pt x="0" y="272"/>
                    <a:pt x="0" y="251"/>
                  </a:cubicBezTo>
                  <a:cubicBezTo>
                    <a:pt x="0" y="230"/>
                    <a:pt x="17" y="212"/>
                    <a:pt x="39" y="212"/>
                  </a:cubicBezTo>
                  <a:cubicBezTo>
                    <a:pt x="445" y="212"/>
                    <a:pt x="445" y="212"/>
                    <a:pt x="445" y="212"/>
                  </a:cubicBezTo>
                  <a:cubicBezTo>
                    <a:pt x="299" y="65"/>
                    <a:pt x="299" y="65"/>
                    <a:pt x="299" y="65"/>
                  </a:cubicBezTo>
                  <a:cubicBezTo>
                    <a:pt x="284" y="50"/>
                    <a:pt x="284" y="26"/>
                    <a:pt x="299" y="11"/>
                  </a:cubicBezTo>
                  <a:cubicBezTo>
                    <a:pt x="306" y="4"/>
                    <a:pt x="316" y="0"/>
                    <a:pt x="326" y="0"/>
                  </a:cubicBezTo>
                  <a:cubicBezTo>
                    <a:pt x="336" y="0"/>
                    <a:pt x="346" y="4"/>
                    <a:pt x="353" y="11"/>
                  </a:cubicBezTo>
                  <a:cubicBezTo>
                    <a:pt x="566" y="224"/>
                    <a:pt x="566" y="224"/>
                    <a:pt x="566" y="224"/>
                  </a:cubicBezTo>
                  <a:cubicBezTo>
                    <a:pt x="568" y="225"/>
                    <a:pt x="569" y="227"/>
                    <a:pt x="571" y="229"/>
                  </a:cubicBezTo>
                  <a:cubicBezTo>
                    <a:pt x="571" y="230"/>
                    <a:pt x="571" y="230"/>
                    <a:pt x="571" y="230"/>
                  </a:cubicBezTo>
                  <a:cubicBezTo>
                    <a:pt x="572" y="231"/>
                    <a:pt x="572" y="231"/>
                    <a:pt x="572" y="231"/>
                  </a:cubicBezTo>
                  <a:cubicBezTo>
                    <a:pt x="572" y="232"/>
                    <a:pt x="573" y="234"/>
                    <a:pt x="574" y="236"/>
                  </a:cubicBezTo>
                  <a:cubicBezTo>
                    <a:pt x="574" y="237"/>
                    <a:pt x="575" y="238"/>
                    <a:pt x="575" y="238"/>
                  </a:cubicBezTo>
                  <a:cubicBezTo>
                    <a:pt x="575" y="240"/>
                    <a:pt x="576" y="241"/>
                    <a:pt x="576" y="243"/>
                  </a:cubicBezTo>
                  <a:cubicBezTo>
                    <a:pt x="577" y="246"/>
                    <a:pt x="577" y="248"/>
                    <a:pt x="577" y="251"/>
                  </a:cubicBezTo>
                  <a:cubicBezTo>
                    <a:pt x="577" y="253"/>
                    <a:pt x="577" y="256"/>
                    <a:pt x="576" y="258"/>
                  </a:cubicBezTo>
                  <a:cubicBezTo>
                    <a:pt x="576" y="260"/>
                    <a:pt x="575" y="262"/>
                    <a:pt x="575" y="263"/>
                  </a:cubicBezTo>
                  <a:cubicBezTo>
                    <a:pt x="575" y="264"/>
                    <a:pt x="575" y="265"/>
                    <a:pt x="574" y="266"/>
                  </a:cubicBezTo>
                  <a:cubicBezTo>
                    <a:pt x="573" y="267"/>
                    <a:pt x="573" y="269"/>
                    <a:pt x="572" y="271"/>
                  </a:cubicBezTo>
                  <a:cubicBezTo>
                    <a:pt x="571" y="271"/>
                    <a:pt x="571" y="272"/>
                    <a:pt x="571" y="272"/>
                  </a:cubicBezTo>
                  <a:cubicBezTo>
                    <a:pt x="569" y="274"/>
                    <a:pt x="568" y="276"/>
                    <a:pt x="566" y="278"/>
                  </a:cubicBezTo>
                  <a:cubicBezTo>
                    <a:pt x="353" y="491"/>
                    <a:pt x="353" y="491"/>
                    <a:pt x="353" y="491"/>
                  </a:cubicBezTo>
                  <a:cubicBezTo>
                    <a:pt x="346" y="498"/>
                    <a:pt x="336" y="502"/>
                    <a:pt x="326" y="502"/>
                  </a:cubicBezTo>
                  <a:close/>
                </a:path>
              </a:pathLst>
            </a:cu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vert="horz" wrap="square" lIns="162560" tIns="81280" rIns="162560" bIns="81280" numCol="1" anchor="t" anchorCtr="0" compatLnSpc="1">
              <a:prstTxWarp prst="textNoShape">
                <a:avLst/>
              </a:prstTxWarp>
            </a:bodyPr>
            <a:lstStyle/>
            <a:p>
              <a:pPr defTabSz="913674">
                <a:defRPr/>
              </a:pPr>
              <a:endParaRPr lang="en-US" sz="3200" kern="0">
                <a:solidFill>
                  <a:srgbClr val="63A537">
                    <a:lumMod val="75000"/>
                  </a:srgbClr>
                </a:solidFill>
              </a:endParaRPr>
            </a:p>
          </p:txBody>
        </p:sp>
      </p:grpSp>
      <p:grpSp>
        <p:nvGrpSpPr>
          <p:cNvPr id="118" name="Group 190"/>
          <p:cNvGrpSpPr/>
          <p:nvPr/>
        </p:nvGrpSpPr>
        <p:grpSpPr>
          <a:xfrm>
            <a:off x="9267456" y="1642084"/>
            <a:ext cx="2406820" cy="692231"/>
            <a:chOff x="6197601" y="1687513"/>
            <a:chExt cx="1900238" cy="638175"/>
          </a:xfrm>
          <a:solidFill>
            <a:schemeClr val="bg1">
              <a:lumMod val="50000"/>
            </a:schemeClr>
          </a:solidFill>
          <a:scene3d>
            <a:camera prst="orthographicFront">
              <a:rot lat="0" lon="0" rev="0"/>
            </a:camera>
            <a:lightRig rig="contrasting" dir="t">
              <a:rot lat="0" lon="0" rev="1500000"/>
            </a:lightRig>
          </a:scene3d>
        </p:grpSpPr>
        <p:sp>
          <p:nvSpPr>
            <p:cNvPr id="119" name="Freeform 12"/>
            <p:cNvSpPr>
              <a:spLocks/>
            </p:cNvSpPr>
            <p:nvPr/>
          </p:nvSpPr>
          <p:spPr bwMode="auto">
            <a:xfrm>
              <a:off x="6197601" y="1687513"/>
              <a:ext cx="268849" cy="638175"/>
            </a:xfrm>
            <a:custGeom>
              <a:avLst/>
              <a:gdLst>
                <a:gd name="T0" fmla="*/ 166 w 166"/>
                <a:gd name="T1" fmla="*/ 320 h 402"/>
                <a:gd name="T2" fmla="*/ 166 w 166"/>
                <a:gd name="T3" fmla="*/ 402 h 402"/>
                <a:gd name="T4" fmla="*/ 0 w 166"/>
                <a:gd name="T5" fmla="*/ 77 h 402"/>
                <a:gd name="T6" fmla="*/ 0 w 166"/>
                <a:gd name="T7" fmla="*/ 0 h 402"/>
                <a:gd name="T8" fmla="*/ 166 w 166"/>
                <a:gd name="T9" fmla="*/ 320 h 402"/>
                <a:gd name="connsiteX0" fmla="*/ 12779 w 12779"/>
                <a:gd name="connsiteY0" fmla="*/ 7564 h 10000"/>
                <a:gd name="connsiteX1" fmla="*/ 10000 w 12779"/>
                <a:gd name="connsiteY1" fmla="*/ 10000 h 10000"/>
                <a:gd name="connsiteX2" fmla="*/ 0 w 12779"/>
                <a:gd name="connsiteY2" fmla="*/ 1915 h 10000"/>
                <a:gd name="connsiteX3" fmla="*/ 0 w 12779"/>
                <a:gd name="connsiteY3" fmla="*/ 0 h 10000"/>
                <a:gd name="connsiteX4" fmla="*/ 12779 w 12779"/>
                <a:gd name="connsiteY4" fmla="*/ 7564 h 10000"/>
                <a:gd name="connsiteX0" fmla="*/ 10151 w 10151"/>
                <a:gd name="connsiteY0" fmla="*/ 8086 h 10000"/>
                <a:gd name="connsiteX1" fmla="*/ 10000 w 10151"/>
                <a:gd name="connsiteY1" fmla="*/ 10000 h 10000"/>
                <a:gd name="connsiteX2" fmla="*/ 0 w 10151"/>
                <a:gd name="connsiteY2" fmla="*/ 1915 h 10000"/>
                <a:gd name="connsiteX3" fmla="*/ 0 w 10151"/>
                <a:gd name="connsiteY3" fmla="*/ 0 h 10000"/>
                <a:gd name="connsiteX4" fmla="*/ 10151 w 10151"/>
                <a:gd name="connsiteY4" fmla="*/ 8086 h 10000"/>
                <a:gd name="connsiteX0" fmla="*/ 10202 w 10202"/>
                <a:gd name="connsiteY0" fmla="*/ 7919 h 10000"/>
                <a:gd name="connsiteX1" fmla="*/ 10000 w 10202"/>
                <a:gd name="connsiteY1" fmla="*/ 10000 h 10000"/>
                <a:gd name="connsiteX2" fmla="*/ 0 w 10202"/>
                <a:gd name="connsiteY2" fmla="*/ 1915 h 10000"/>
                <a:gd name="connsiteX3" fmla="*/ 0 w 10202"/>
                <a:gd name="connsiteY3" fmla="*/ 0 h 10000"/>
                <a:gd name="connsiteX4" fmla="*/ 10202 w 10202"/>
                <a:gd name="connsiteY4" fmla="*/ 7919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02" h="10000">
                  <a:moveTo>
                    <a:pt x="10202" y="7919"/>
                  </a:moveTo>
                  <a:cubicBezTo>
                    <a:pt x="10152" y="8557"/>
                    <a:pt x="10050" y="9362"/>
                    <a:pt x="10000" y="10000"/>
                  </a:cubicBezTo>
                  <a:lnTo>
                    <a:pt x="0" y="1915"/>
                  </a:lnTo>
                  <a:lnTo>
                    <a:pt x="0" y="0"/>
                  </a:lnTo>
                  <a:lnTo>
                    <a:pt x="10202" y="7919"/>
                  </a:lnTo>
                  <a:close/>
                </a:path>
              </a:pathLst>
            </a:custGeom>
            <a:grpFill/>
            <a:ln>
              <a:noFill/>
            </a:ln>
            <a:effectLst>
              <a:outerShdw blurRad="149987" dist="250190" dir="8460000" algn="ctr">
                <a:srgbClr val="000000">
                  <a:alpha val="28000"/>
                </a:srgbClr>
              </a:outerShdw>
            </a:effectLst>
            <a:sp3d prstMaterial="metal">
              <a:bevelT w="88900" h="88900"/>
            </a:sp3d>
          </p:spPr>
          <p:style>
            <a:lnRef idx="0">
              <a:schemeClr val="accent2"/>
            </a:lnRef>
            <a:fillRef idx="3">
              <a:schemeClr val="accent2"/>
            </a:fillRef>
            <a:effectRef idx="3">
              <a:schemeClr val="accent2"/>
            </a:effectRef>
            <a:fontRef idx="minor">
              <a:schemeClr val="lt1"/>
            </a:fontRef>
          </p:style>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sp>
          <p:nvSpPr>
            <p:cNvPr id="120" name="Freeform 10"/>
            <p:cNvSpPr>
              <a:spLocks/>
            </p:cNvSpPr>
            <p:nvPr/>
          </p:nvSpPr>
          <p:spPr bwMode="auto">
            <a:xfrm>
              <a:off x="6197601" y="1687513"/>
              <a:ext cx="1900238" cy="508000"/>
            </a:xfrm>
            <a:custGeom>
              <a:avLst/>
              <a:gdLst>
                <a:gd name="T0" fmla="*/ 0 w 1197"/>
                <a:gd name="T1" fmla="*/ 0 h 320"/>
                <a:gd name="T2" fmla="*/ 166 w 1197"/>
                <a:gd name="T3" fmla="*/ 320 h 320"/>
                <a:gd name="T4" fmla="*/ 1197 w 1197"/>
                <a:gd name="T5" fmla="*/ 320 h 320"/>
                <a:gd name="T6" fmla="*/ 877 w 1197"/>
                <a:gd name="T7" fmla="*/ 0 h 320"/>
                <a:gd name="T8" fmla="*/ 0 w 1197"/>
                <a:gd name="T9" fmla="*/ 0 h 320"/>
              </a:gdLst>
              <a:ahLst/>
              <a:cxnLst>
                <a:cxn ang="0">
                  <a:pos x="T0" y="T1"/>
                </a:cxn>
                <a:cxn ang="0">
                  <a:pos x="T2" y="T3"/>
                </a:cxn>
                <a:cxn ang="0">
                  <a:pos x="T4" y="T5"/>
                </a:cxn>
                <a:cxn ang="0">
                  <a:pos x="T6" y="T7"/>
                </a:cxn>
                <a:cxn ang="0">
                  <a:pos x="T8" y="T9"/>
                </a:cxn>
              </a:cxnLst>
              <a:rect l="0" t="0" r="r" b="b"/>
              <a:pathLst>
                <a:path w="1197" h="320">
                  <a:moveTo>
                    <a:pt x="0" y="0"/>
                  </a:moveTo>
                  <a:lnTo>
                    <a:pt x="166" y="320"/>
                  </a:lnTo>
                  <a:lnTo>
                    <a:pt x="1197" y="320"/>
                  </a:lnTo>
                  <a:lnTo>
                    <a:pt x="877" y="0"/>
                  </a:lnTo>
                  <a:lnTo>
                    <a:pt x="0" y="0"/>
                  </a:lnTo>
                  <a:close/>
                </a:path>
              </a:pathLst>
            </a:custGeom>
            <a:grpFill/>
            <a:ln>
              <a:noFill/>
            </a:ln>
            <a:effectLst>
              <a:outerShdw blurRad="149987" dist="250190" dir="8460000" algn="ctr">
                <a:srgbClr val="000000">
                  <a:alpha val="28000"/>
                </a:srgbClr>
              </a:outerShdw>
            </a:effectLst>
            <a:sp3d prstMaterial="metal">
              <a:bevelT w="88900" h="88900"/>
            </a:sp3d>
          </p:spPr>
          <p:style>
            <a:lnRef idx="0">
              <a:schemeClr val="accent2"/>
            </a:lnRef>
            <a:fillRef idx="3">
              <a:schemeClr val="accent2"/>
            </a:fillRef>
            <a:effectRef idx="3">
              <a:schemeClr val="accent2"/>
            </a:effectRef>
            <a:fontRef idx="minor">
              <a:schemeClr val="lt1"/>
            </a:fontRef>
          </p:style>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sp>
          <p:nvSpPr>
            <p:cNvPr id="121" name="Rectangle 11"/>
            <p:cNvSpPr>
              <a:spLocks noChangeArrowheads="1"/>
            </p:cNvSpPr>
            <p:nvPr/>
          </p:nvSpPr>
          <p:spPr bwMode="auto">
            <a:xfrm>
              <a:off x="6461126" y="2195513"/>
              <a:ext cx="1636713" cy="130175"/>
            </a:xfrm>
            <a:prstGeom prst="rect">
              <a:avLst/>
            </a:prstGeom>
            <a:grpFill/>
            <a:ln>
              <a:noFill/>
            </a:ln>
            <a:effectLst>
              <a:outerShdw blurRad="149987" dist="250190" dir="8460000" algn="ctr">
                <a:srgbClr val="000000">
                  <a:alpha val="28000"/>
                </a:srgbClr>
              </a:outerShdw>
            </a:effectLst>
            <a:sp3d prstMaterial="metal">
              <a:bevelT w="88900" h="88900"/>
            </a:sp3d>
          </p:spPr>
          <p:style>
            <a:lnRef idx="0">
              <a:schemeClr val="accent2"/>
            </a:lnRef>
            <a:fillRef idx="3">
              <a:schemeClr val="accent2"/>
            </a:fillRef>
            <a:effectRef idx="3">
              <a:schemeClr val="accent2"/>
            </a:effectRef>
            <a:fontRef idx="minor">
              <a:schemeClr val="lt1"/>
            </a:fontRef>
          </p:style>
          <p:txBody>
            <a:bodyPr vert="horz" wrap="square" lIns="162560" tIns="81280" rIns="162560" bIns="81280" numCol="1" anchor="t" anchorCtr="0" compatLnSpc="1">
              <a:prstTxWarp prst="textNoShape">
                <a:avLst/>
              </a:prstTxWarp>
            </a:bodyPr>
            <a:lstStyle/>
            <a:p>
              <a:pPr defTabSz="1218210">
                <a:defRPr/>
              </a:pPr>
              <a:endParaRPr lang="en-US" sz="3200" kern="0">
                <a:solidFill>
                  <a:srgbClr val="57565A"/>
                </a:solidFill>
                <a:latin typeface="Open Sans Light"/>
              </a:endParaRPr>
            </a:p>
          </p:txBody>
        </p:sp>
      </p:grpSp>
      <p:sp>
        <p:nvSpPr>
          <p:cNvPr id="122" name="Rectangle 121"/>
          <p:cNvSpPr/>
          <p:nvPr/>
        </p:nvSpPr>
        <p:spPr>
          <a:xfrm>
            <a:off x="10508451" y="2365604"/>
            <a:ext cx="1887112" cy="929443"/>
          </a:xfrm>
          <a:prstGeom prst="rect">
            <a:avLst/>
          </a:prstGeom>
        </p:spPr>
        <p:txBody>
          <a:bodyPr wrap="square" lIns="121837" tIns="45719" rIns="121837" bIns="60919">
            <a:spAutoFit/>
          </a:bodyPr>
          <a:lstStyle/>
          <a:p>
            <a:pPr defTabSz="1218210">
              <a:lnSpc>
                <a:spcPct val="89000"/>
              </a:lnSpc>
              <a:defRPr/>
            </a:pPr>
            <a:r>
              <a:rPr lang="en-US" sz="2000" b="1" kern="0" dirty="0">
                <a:solidFill>
                  <a:srgbClr val="003366"/>
                </a:solidFill>
                <a:latin typeface="+mj-lt"/>
              </a:rPr>
              <a:t>Conclusion et Perspectives</a:t>
            </a:r>
            <a:r>
              <a:rPr lang="en-US" sz="1467" b="1" kern="0" dirty="0">
                <a:solidFill>
                  <a:srgbClr val="003366"/>
                </a:solidFill>
                <a:latin typeface="+mj-lt"/>
              </a:rPr>
              <a:t> </a:t>
            </a:r>
          </a:p>
        </p:txBody>
      </p:sp>
      <p:cxnSp>
        <p:nvCxnSpPr>
          <p:cNvPr id="123" name="Straight Connector 83"/>
          <p:cNvCxnSpPr>
            <a:cxnSpLocks/>
          </p:cNvCxnSpPr>
          <p:nvPr/>
        </p:nvCxnSpPr>
        <p:spPr>
          <a:xfrm>
            <a:off x="10524597" y="2365604"/>
            <a:ext cx="0" cy="927510"/>
          </a:xfrm>
          <a:prstGeom prst="line">
            <a:avLst/>
          </a:prstGeom>
          <a:ln>
            <a:solidFill>
              <a:schemeClr val="accent6"/>
            </a:solidFill>
            <a:tailEnd type="oval"/>
          </a:ln>
        </p:spPr>
        <p:style>
          <a:lnRef idx="1">
            <a:schemeClr val="accent2"/>
          </a:lnRef>
          <a:fillRef idx="0">
            <a:schemeClr val="accent2"/>
          </a:fillRef>
          <a:effectRef idx="0">
            <a:schemeClr val="accent2"/>
          </a:effectRef>
          <a:fontRef idx="minor">
            <a:schemeClr val="tx1"/>
          </a:fontRef>
        </p:style>
      </p:cxnSp>
      <p:cxnSp>
        <p:nvCxnSpPr>
          <p:cNvPr id="127" name="Straight Connector 83"/>
          <p:cNvCxnSpPr>
            <a:cxnSpLocks/>
          </p:cNvCxnSpPr>
          <p:nvPr/>
        </p:nvCxnSpPr>
        <p:spPr>
          <a:xfrm>
            <a:off x="9072439" y="3186744"/>
            <a:ext cx="0" cy="830281"/>
          </a:xfrm>
          <a:prstGeom prst="line">
            <a:avLst/>
          </a:prstGeom>
          <a:ln>
            <a:solidFill>
              <a:schemeClr val="accent6"/>
            </a:solidFill>
            <a:tailEnd type="oval"/>
          </a:ln>
        </p:spPr>
        <p:style>
          <a:lnRef idx="1">
            <a:schemeClr val="accent2"/>
          </a:lnRef>
          <a:fillRef idx="0">
            <a:schemeClr val="accent2"/>
          </a:fillRef>
          <a:effectRef idx="0">
            <a:schemeClr val="accent2"/>
          </a:effectRef>
          <a:fontRef idx="minor">
            <a:schemeClr val="tx1"/>
          </a:fontRef>
        </p:style>
      </p:cxnSp>
      <p:grpSp>
        <p:nvGrpSpPr>
          <p:cNvPr id="90" name="Group 110"/>
          <p:cNvGrpSpPr/>
          <p:nvPr/>
        </p:nvGrpSpPr>
        <p:grpSpPr>
          <a:xfrm>
            <a:off x="10077157" y="2537224"/>
            <a:ext cx="393709" cy="337169"/>
            <a:chOff x="6564979" y="4358506"/>
            <a:chExt cx="674638" cy="674638"/>
          </a:xfrm>
          <a:solidFill>
            <a:schemeClr val="accent6">
              <a:lumMod val="75000"/>
            </a:schemeClr>
          </a:solidFill>
        </p:grpSpPr>
        <p:sp>
          <p:nvSpPr>
            <p:cNvPr id="94" name="Oval 111"/>
            <p:cNvSpPr/>
            <p:nvPr/>
          </p:nvSpPr>
          <p:spPr>
            <a:xfrm>
              <a:off x="6564979" y="4358506"/>
              <a:ext cx="674638" cy="674638"/>
            </a:xfrm>
            <a:prstGeom prst="ellipse">
              <a:avLst/>
            </a:prstGeom>
            <a:grp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3674">
                <a:defRPr/>
              </a:pPr>
              <a:endParaRPr lang="en-US" sz="3200" kern="0">
                <a:solidFill>
                  <a:srgbClr val="63A537">
                    <a:lumMod val="75000"/>
                  </a:srgbClr>
                </a:solidFill>
              </a:endParaRPr>
            </a:p>
          </p:txBody>
        </p:sp>
        <p:sp>
          <p:nvSpPr>
            <p:cNvPr id="95" name="Freeform 13"/>
            <p:cNvSpPr>
              <a:spLocks/>
            </p:cNvSpPr>
            <p:nvPr/>
          </p:nvSpPr>
          <p:spPr bwMode="auto">
            <a:xfrm>
              <a:off x="6709217" y="4527690"/>
              <a:ext cx="386162" cy="336270"/>
            </a:xfrm>
            <a:custGeom>
              <a:avLst/>
              <a:gdLst>
                <a:gd name="T0" fmla="*/ 326 w 577"/>
                <a:gd name="T1" fmla="*/ 502 h 502"/>
                <a:gd name="T2" fmla="*/ 299 w 577"/>
                <a:gd name="T3" fmla="*/ 491 h 502"/>
                <a:gd name="T4" fmla="*/ 299 w 577"/>
                <a:gd name="T5" fmla="*/ 436 h 502"/>
                <a:gd name="T6" fmla="*/ 445 w 577"/>
                <a:gd name="T7" fmla="*/ 289 h 502"/>
                <a:gd name="T8" fmla="*/ 39 w 577"/>
                <a:gd name="T9" fmla="*/ 289 h 502"/>
                <a:gd name="T10" fmla="*/ 0 w 577"/>
                <a:gd name="T11" fmla="*/ 251 h 502"/>
                <a:gd name="T12" fmla="*/ 39 w 577"/>
                <a:gd name="T13" fmla="*/ 212 h 502"/>
                <a:gd name="T14" fmla="*/ 445 w 577"/>
                <a:gd name="T15" fmla="*/ 212 h 502"/>
                <a:gd name="T16" fmla="*/ 299 w 577"/>
                <a:gd name="T17" fmla="*/ 65 h 502"/>
                <a:gd name="T18" fmla="*/ 299 w 577"/>
                <a:gd name="T19" fmla="*/ 11 h 502"/>
                <a:gd name="T20" fmla="*/ 326 w 577"/>
                <a:gd name="T21" fmla="*/ 0 h 502"/>
                <a:gd name="T22" fmla="*/ 353 w 577"/>
                <a:gd name="T23" fmla="*/ 11 h 502"/>
                <a:gd name="T24" fmla="*/ 566 w 577"/>
                <a:gd name="T25" fmla="*/ 224 h 502"/>
                <a:gd name="T26" fmla="*/ 571 w 577"/>
                <a:gd name="T27" fmla="*/ 229 h 502"/>
                <a:gd name="T28" fmla="*/ 571 w 577"/>
                <a:gd name="T29" fmla="*/ 230 h 502"/>
                <a:gd name="T30" fmla="*/ 572 w 577"/>
                <a:gd name="T31" fmla="*/ 231 h 502"/>
                <a:gd name="T32" fmla="*/ 574 w 577"/>
                <a:gd name="T33" fmla="*/ 236 h 502"/>
                <a:gd name="T34" fmla="*/ 575 w 577"/>
                <a:gd name="T35" fmla="*/ 238 h 502"/>
                <a:gd name="T36" fmla="*/ 576 w 577"/>
                <a:gd name="T37" fmla="*/ 243 h 502"/>
                <a:gd name="T38" fmla="*/ 577 w 577"/>
                <a:gd name="T39" fmla="*/ 251 h 502"/>
                <a:gd name="T40" fmla="*/ 576 w 577"/>
                <a:gd name="T41" fmla="*/ 258 h 502"/>
                <a:gd name="T42" fmla="*/ 575 w 577"/>
                <a:gd name="T43" fmla="*/ 263 h 502"/>
                <a:gd name="T44" fmla="*/ 574 w 577"/>
                <a:gd name="T45" fmla="*/ 266 h 502"/>
                <a:gd name="T46" fmla="*/ 572 w 577"/>
                <a:gd name="T47" fmla="*/ 271 h 502"/>
                <a:gd name="T48" fmla="*/ 571 w 577"/>
                <a:gd name="T49" fmla="*/ 272 h 502"/>
                <a:gd name="T50" fmla="*/ 566 w 577"/>
                <a:gd name="T51" fmla="*/ 278 h 502"/>
                <a:gd name="T52" fmla="*/ 353 w 577"/>
                <a:gd name="T53" fmla="*/ 491 h 502"/>
                <a:gd name="T54" fmla="*/ 326 w 577"/>
                <a:gd name="T55" fmla="*/ 502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7" h="502">
                  <a:moveTo>
                    <a:pt x="326" y="502"/>
                  </a:moveTo>
                  <a:cubicBezTo>
                    <a:pt x="316" y="502"/>
                    <a:pt x="306" y="498"/>
                    <a:pt x="299" y="491"/>
                  </a:cubicBezTo>
                  <a:cubicBezTo>
                    <a:pt x="284" y="476"/>
                    <a:pt x="284" y="451"/>
                    <a:pt x="299" y="436"/>
                  </a:cubicBezTo>
                  <a:cubicBezTo>
                    <a:pt x="445" y="289"/>
                    <a:pt x="445" y="289"/>
                    <a:pt x="445" y="289"/>
                  </a:cubicBezTo>
                  <a:cubicBezTo>
                    <a:pt x="39" y="289"/>
                    <a:pt x="39" y="289"/>
                    <a:pt x="39" y="289"/>
                  </a:cubicBezTo>
                  <a:cubicBezTo>
                    <a:pt x="17" y="289"/>
                    <a:pt x="0" y="272"/>
                    <a:pt x="0" y="251"/>
                  </a:cubicBezTo>
                  <a:cubicBezTo>
                    <a:pt x="0" y="230"/>
                    <a:pt x="17" y="212"/>
                    <a:pt x="39" y="212"/>
                  </a:cubicBezTo>
                  <a:cubicBezTo>
                    <a:pt x="445" y="212"/>
                    <a:pt x="445" y="212"/>
                    <a:pt x="445" y="212"/>
                  </a:cubicBezTo>
                  <a:cubicBezTo>
                    <a:pt x="299" y="65"/>
                    <a:pt x="299" y="65"/>
                    <a:pt x="299" y="65"/>
                  </a:cubicBezTo>
                  <a:cubicBezTo>
                    <a:pt x="284" y="50"/>
                    <a:pt x="284" y="26"/>
                    <a:pt x="299" y="11"/>
                  </a:cubicBezTo>
                  <a:cubicBezTo>
                    <a:pt x="306" y="4"/>
                    <a:pt x="316" y="0"/>
                    <a:pt x="326" y="0"/>
                  </a:cubicBezTo>
                  <a:cubicBezTo>
                    <a:pt x="336" y="0"/>
                    <a:pt x="346" y="4"/>
                    <a:pt x="353" y="11"/>
                  </a:cubicBezTo>
                  <a:cubicBezTo>
                    <a:pt x="566" y="224"/>
                    <a:pt x="566" y="224"/>
                    <a:pt x="566" y="224"/>
                  </a:cubicBezTo>
                  <a:cubicBezTo>
                    <a:pt x="568" y="225"/>
                    <a:pt x="569" y="227"/>
                    <a:pt x="571" y="229"/>
                  </a:cubicBezTo>
                  <a:cubicBezTo>
                    <a:pt x="571" y="230"/>
                    <a:pt x="571" y="230"/>
                    <a:pt x="571" y="230"/>
                  </a:cubicBezTo>
                  <a:cubicBezTo>
                    <a:pt x="572" y="231"/>
                    <a:pt x="572" y="231"/>
                    <a:pt x="572" y="231"/>
                  </a:cubicBezTo>
                  <a:cubicBezTo>
                    <a:pt x="572" y="232"/>
                    <a:pt x="573" y="234"/>
                    <a:pt x="574" y="236"/>
                  </a:cubicBezTo>
                  <a:cubicBezTo>
                    <a:pt x="574" y="237"/>
                    <a:pt x="575" y="238"/>
                    <a:pt x="575" y="238"/>
                  </a:cubicBezTo>
                  <a:cubicBezTo>
                    <a:pt x="575" y="240"/>
                    <a:pt x="576" y="241"/>
                    <a:pt x="576" y="243"/>
                  </a:cubicBezTo>
                  <a:cubicBezTo>
                    <a:pt x="577" y="246"/>
                    <a:pt x="577" y="248"/>
                    <a:pt x="577" y="251"/>
                  </a:cubicBezTo>
                  <a:cubicBezTo>
                    <a:pt x="577" y="253"/>
                    <a:pt x="577" y="256"/>
                    <a:pt x="576" y="258"/>
                  </a:cubicBezTo>
                  <a:cubicBezTo>
                    <a:pt x="576" y="260"/>
                    <a:pt x="575" y="262"/>
                    <a:pt x="575" y="263"/>
                  </a:cubicBezTo>
                  <a:cubicBezTo>
                    <a:pt x="575" y="264"/>
                    <a:pt x="575" y="265"/>
                    <a:pt x="574" y="266"/>
                  </a:cubicBezTo>
                  <a:cubicBezTo>
                    <a:pt x="573" y="267"/>
                    <a:pt x="573" y="269"/>
                    <a:pt x="572" y="271"/>
                  </a:cubicBezTo>
                  <a:cubicBezTo>
                    <a:pt x="571" y="271"/>
                    <a:pt x="571" y="272"/>
                    <a:pt x="571" y="272"/>
                  </a:cubicBezTo>
                  <a:cubicBezTo>
                    <a:pt x="569" y="274"/>
                    <a:pt x="568" y="276"/>
                    <a:pt x="566" y="278"/>
                  </a:cubicBezTo>
                  <a:cubicBezTo>
                    <a:pt x="353" y="491"/>
                    <a:pt x="353" y="491"/>
                    <a:pt x="353" y="491"/>
                  </a:cubicBezTo>
                  <a:cubicBezTo>
                    <a:pt x="346" y="498"/>
                    <a:pt x="336" y="502"/>
                    <a:pt x="326" y="502"/>
                  </a:cubicBezTo>
                  <a:close/>
                </a:path>
              </a:pathLst>
            </a:cu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vert="horz" wrap="square" lIns="162560" tIns="81280" rIns="162560" bIns="81280" numCol="1" anchor="t" anchorCtr="0" compatLnSpc="1">
              <a:prstTxWarp prst="textNoShape">
                <a:avLst/>
              </a:prstTxWarp>
            </a:bodyPr>
            <a:lstStyle/>
            <a:p>
              <a:pPr defTabSz="913674">
                <a:defRPr/>
              </a:pPr>
              <a:endParaRPr lang="en-US" sz="3200" kern="0">
                <a:solidFill>
                  <a:srgbClr val="63A537">
                    <a:lumMod val="75000"/>
                  </a:srgbClr>
                </a:solidFill>
              </a:endParaRPr>
            </a:p>
          </p:txBody>
        </p:sp>
      </p:grpSp>
      <p:grpSp>
        <p:nvGrpSpPr>
          <p:cNvPr id="96" name="Group 110"/>
          <p:cNvGrpSpPr/>
          <p:nvPr/>
        </p:nvGrpSpPr>
        <p:grpSpPr>
          <a:xfrm>
            <a:off x="8611245" y="3398615"/>
            <a:ext cx="393709" cy="337169"/>
            <a:chOff x="6564979" y="4358506"/>
            <a:chExt cx="674638" cy="674638"/>
          </a:xfrm>
          <a:solidFill>
            <a:schemeClr val="accent6">
              <a:lumMod val="75000"/>
            </a:schemeClr>
          </a:solidFill>
        </p:grpSpPr>
        <p:sp>
          <p:nvSpPr>
            <p:cNvPr id="97" name="Oval 111"/>
            <p:cNvSpPr/>
            <p:nvPr/>
          </p:nvSpPr>
          <p:spPr>
            <a:xfrm>
              <a:off x="6564979" y="4358506"/>
              <a:ext cx="674638" cy="674638"/>
            </a:xfrm>
            <a:prstGeom prst="ellipse">
              <a:avLst/>
            </a:prstGeom>
            <a:grp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3674">
                <a:defRPr/>
              </a:pPr>
              <a:endParaRPr lang="en-US" sz="3200" kern="0">
                <a:solidFill>
                  <a:srgbClr val="63A537">
                    <a:lumMod val="75000"/>
                  </a:srgbClr>
                </a:solidFill>
              </a:endParaRPr>
            </a:p>
          </p:txBody>
        </p:sp>
        <p:sp>
          <p:nvSpPr>
            <p:cNvPr id="98" name="Freeform 13"/>
            <p:cNvSpPr>
              <a:spLocks/>
            </p:cNvSpPr>
            <p:nvPr/>
          </p:nvSpPr>
          <p:spPr bwMode="auto">
            <a:xfrm>
              <a:off x="6709217" y="4527690"/>
              <a:ext cx="386162" cy="336270"/>
            </a:xfrm>
            <a:custGeom>
              <a:avLst/>
              <a:gdLst>
                <a:gd name="T0" fmla="*/ 326 w 577"/>
                <a:gd name="T1" fmla="*/ 502 h 502"/>
                <a:gd name="T2" fmla="*/ 299 w 577"/>
                <a:gd name="T3" fmla="*/ 491 h 502"/>
                <a:gd name="T4" fmla="*/ 299 w 577"/>
                <a:gd name="T5" fmla="*/ 436 h 502"/>
                <a:gd name="T6" fmla="*/ 445 w 577"/>
                <a:gd name="T7" fmla="*/ 289 h 502"/>
                <a:gd name="T8" fmla="*/ 39 w 577"/>
                <a:gd name="T9" fmla="*/ 289 h 502"/>
                <a:gd name="T10" fmla="*/ 0 w 577"/>
                <a:gd name="T11" fmla="*/ 251 h 502"/>
                <a:gd name="T12" fmla="*/ 39 w 577"/>
                <a:gd name="T13" fmla="*/ 212 h 502"/>
                <a:gd name="T14" fmla="*/ 445 w 577"/>
                <a:gd name="T15" fmla="*/ 212 h 502"/>
                <a:gd name="T16" fmla="*/ 299 w 577"/>
                <a:gd name="T17" fmla="*/ 65 h 502"/>
                <a:gd name="T18" fmla="*/ 299 w 577"/>
                <a:gd name="T19" fmla="*/ 11 h 502"/>
                <a:gd name="T20" fmla="*/ 326 w 577"/>
                <a:gd name="T21" fmla="*/ 0 h 502"/>
                <a:gd name="T22" fmla="*/ 353 w 577"/>
                <a:gd name="T23" fmla="*/ 11 h 502"/>
                <a:gd name="T24" fmla="*/ 566 w 577"/>
                <a:gd name="T25" fmla="*/ 224 h 502"/>
                <a:gd name="T26" fmla="*/ 571 w 577"/>
                <a:gd name="T27" fmla="*/ 229 h 502"/>
                <a:gd name="T28" fmla="*/ 571 w 577"/>
                <a:gd name="T29" fmla="*/ 230 h 502"/>
                <a:gd name="T30" fmla="*/ 572 w 577"/>
                <a:gd name="T31" fmla="*/ 231 h 502"/>
                <a:gd name="T32" fmla="*/ 574 w 577"/>
                <a:gd name="T33" fmla="*/ 236 h 502"/>
                <a:gd name="T34" fmla="*/ 575 w 577"/>
                <a:gd name="T35" fmla="*/ 238 h 502"/>
                <a:gd name="T36" fmla="*/ 576 w 577"/>
                <a:gd name="T37" fmla="*/ 243 h 502"/>
                <a:gd name="T38" fmla="*/ 577 w 577"/>
                <a:gd name="T39" fmla="*/ 251 h 502"/>
                <a:gd name="T40" fmla="*/ 576 w 577"/>
                <a:gd name="T41" fmla="*/ 258 h 502"/>
                <a:gd name="T42" fmla="*/ 575 w 577"/>
                <a:gd name="T43" fmla="*/ 263 h 502"/>
                <a:gd name="T44" fmla="*/ 574 w 577"/>
                <a:gd name="T45" fmla="*/ 266 h 502"/>
                <a:gd name="T46" fmla="*/ 572 w 577"/>
                <a:gd name="T47" fmla="*/ 271 h 502"/>
                <a:gd name="T48" fmla="*/ 571 w 577"/>
                <a:gd name="T49" fmla="*/ 272 h 502"/>
                <a:gd name="T50" fmla="*/ 566 w 577"/>
                <a:gd name="T51" fmla="*/ 278 h 502"/>
                <a:gd name="T52" fmla="*/ 353 w 577"/>
                <a:gd name="T53" fmla="*/ 491 h 502"/>
                <a:gd name="T54" fmla="*/ 326 w 577"/>
                <a:gd name="T55" fmla="*/ 502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7" h="502">
                  <a:moveTo>
                    <a:pt x="326" y="502"/>
                  </a:moveTo>
                  <a:cubicBezTo>
                    <a:pt x="316" y="502"/>
                    <a:pt x="306" y="498"/>
                    <a:pt x="299" y="491"/>
                  </a:cubicBezTo>
                  <a:cubicBezTo>
                    <a:pt x="284" y="476"/>
                    <a:pt x="284" y="451"/>
                    <a:pt x="299" y="436"/>
                  </a:cubicBezTo>
                  <a:cubicBezTo>
                    <a:pt x="445" y="289"/>
                    <a:pt x="445" y="289"/>
                    <a:pt x="445" y="289"/>
                  </a:cubicBezTo>
                  <a:cubicBezTo>
                    <a:pt x="39" y="289"/>
                    <a:pt x="39" y="289"/>
                    <a:pt x="39" y="289"/>
                  </a:cubicBezTo>
                  <a:cubicBezTo>
                    <a:pt x="17" y="289"/>
                    <a:pt x="0" y="272"/>
                    <a:pt x="0" y="251"/>
                  </a:cubicBezTo>
                  <a:cubicBezTo>
                    <a:pt x="0" y="230"/>
                    <a:pt x="17" y="212"/>
                    <a:pt x="39" y="212"/>
                  </a:cubicBezTo>
                  <a:cubicBezTo>
                    <a:pt x="445" y="212"/>
                    <a:pt x="445" y="212"/>
                    <a:pt x="445" y="212"/>
                  </a:cubicBezTo>
                  <a:cubicBezTo>
                    <a:pt x="299" y="65"/>
                    <a:pt x="299" y="65"/>
                    <a:pt x="299" y="65"/>
                  </a:cubicBezTo>
                  <a:cubicBezTo>
                    <a:pt x="284" y="50"/>
                    <a:pt x="284" y="26"/>
                    <a:pt x="299" y="11"/>
                  </a:cubicBezTo>
                  <a:cubicBezTo>
                    <a:pt x="306" y="4"/>
                    <a:pt x="316" y="0"/>
                    <a:pt x="326" y="0"/>
                  </a:cubicBezTo>
                  <a:cubicBezTo>
                    <a:pt x="336" y="0"/>
                    <a:pt x="346" y="4"/>
                    <a:pt x="353" y="11"/>
                  </a:cubicBezTo>
                  <a:cubicBezTo>
                    <a:pt x="566" y="224"/>
                    <a:pt x="566" y="224"/>
                    <a:pt x="566" y="224"/>
                  </a:cubicBezTo>
                  <a:cubicBezTo>
                    <a:pt x="568" y="225"/>
                    <a:pt x="569" y="227"/>
                    <a:pt x="571" y="229"/>
                  </a:cubicBezTo>
                  <a:cubicBezTo>
                    <a:pt x="571" y="230"/>
                    <a:pt x="571" y="230"/>
                    <a:pt x="571" y="230"/>
                  </a:cubicBezTo>
                  <a:cubicBezTo>
                    <a:pt x="572" y="231"/>
                    <a:pt x="572" y="231"/>
                    <a:pt x="572" y="231"/>
                  </a:cubicBezTo>
                  <a:cubicBezTo>
                    <a:pt x="572" y="232"/>
                    <a:pt x="573" y="234"/>
                    <a:pt x="574" y="236"/>
                  </a:cubicBezTo>
                  <a:cubicBezTo>
                    <a:pt x="574" y="237"/>
                    <a:pt x="575" y="238"/>
                    <a:pt x="575" y="238"/>
                  </a:cubicBezTo>
                  <a:cubicBezTo>
                    <a:pt x="575" y="240"/>
                    <a:pt x="576" y="241"/>
                    <a:pt x="576" y="243"/>
                  </a:cubicBezTo>
                  <a:cubicBezTo>
                    <a:pt x="577" y="246"/>
                    <a:pt x="577" y="248"/>
                    <a:pt x="577" y="251"/>
                  </a:cubicBezTo>
                  <a:cubicBezTo>
                    <a:pt x="577" y="253"/>
                    <a:pt x="577" y="256"/>
                    <a:pt x="576" y="258"/>
                  </a:cubicBezTo>
                  <a:cubicBezTo>
                    <a:pt x="576" y="260"/>
                    <a:pt x="575" y="262"/>
                    <a:pt x="575" y="263"/>
                  </a:cubicBezTo>
                  <a:cubicBezTo>
                    <a:pt x="575" y="264"/>
                    <a:pt x="575" y="265"/>
                    <a:pt x="574" y="266"/>
                  </a:cubicBezTo>
                  <a:cubicBezTo>
                    <a:pt x="573" y="267"/>
                    <a:pt x="573" y="269"/>
                    <a:pt x="572" y="271"/>
                  </a:cubicBezTo>
                  <a:cubicBezTo>
                    <a:pt x="571" y="271"/>
                    <a:pt x="571" y="272"/>
                    <a:pt x="571" y="272"/>
                  </a:cubicBezTo>
                  <a:cubicBezTo>
                    <a:pt x="569" y="274"/>
                    <a:pt x="568" y="276"/>
                    <a:pt x="566" y="278"/>
                  </a:cubicBezTo>
                  <a:cubicBezTo>
                    <a:pt x="353" y="491"/>
                    <a:pt x="353" y="491"/>
                    <a:pt x="353" y="491"/>
                  </a:cubicBezTo>
                  <a:cubicBezTo>
                    <a:pt x="346" y="498"/>
                    <a:pt x="336" y="502"/>
                    <a:pt x="326" y="502"/>
                  </a:cubicBezTo>
                  <a:close/>
                </a:path>
              </a:pathLst>
            </a:cu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vert="horz" wrap="square" lIns="162560" tIns="81280" rIns="162560" bIns="81280" numCol="1" anchor="t" anchorCtr="0" compatLnSpc="1">
              <a:prstTxWarp prst="textNoShape">
                <a:avLst/>
              </a:prstTxWarp>
            </a:bodyPr>
            <a:lstStyle/>
            <a:p>
              <a:pPr defTabSz="913674">
                <a:defRPr/>
              </a:pPr>
              <a:endParaRPr lang="en-US" sz="3200" kern="0">
                <a:solidFill>
                  <a:srgbClr val="63A537">
                    <a:lumMod val="75000"/>
                  </a:srgbClr>
                </a:solidFill>
              </a:endParaRPr>
            </a:p>
          </p:txBody>
        </p:sp>
      </p:grpSp>
      <p:grpSp>
        <p:nvGrpSpPr>
          <p:cNvPr id="99" name="Group 110"/>
          <p:cNvGrpSpPr/>
          <p:nvPr/>
        </p:nvGrpSpPr>
        <p:grpSpPr>
          <a:xfrm>
            <a:off x="6642249" y="3934897"/>
            <a:ext cx="393709" cy="337169"/>
            <a:chOff x="6564979" y="4358506"/>
            <a:chExt cx="674638" cy="674638"/>
          </a:xfrm>
          <a:solidFill>
            <a:schemeClr val="accent6">
              <a:lumMod val="75000"/>
            </a:schemeClr>
          </a:solidFill>
        </p:grpSpPr>
        <p:sp>
          <p:nvSpPr>
            <p:cNvPr id="100" name="Oval 111"/>
            <p:cNvSpPr/>
            <p:nvPr/>
          </p:nvSpPr>
          <p:spPr>
            <a:xfrm>
              <a:off x="6564979" y="4358506"/>
              <a:ext cx="674638" cy="674638"/>
            </a:xfrm>
            <a:prstGeom prst="ellipse">
              <a:avLst/>
            </a:prstGeom>
            <a:grp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3674">
                <a:defRPr/>
              </a:pPr>
              <a:endParaRPr lang="en-US" sz="3200" kern="0">
                <a:solidFill>
                  <a:srgbClr val="63A537">
                    <a:lumMod val="75000"/>
                  </a:srgbClr>
                </a:solidFill>
              </a:endParaRPr>
            </a:p>
          </p:txBody>
        </p:sp>
        <p:sp>
          <p:nvSpPr>
            <p:cNvPr id="101" name="Freeform 13"/>
            <p:cNvSpPr>
              <a:spLocks/>
            </p:cNvSpPr>
            <p:nvPr/>
          </p:nvSpPr>
          <p:spPr bwMode="auto">
            <a:xfrm>
              <a:off x="6709217" y="4527690"/>
              <a:ext cx="386162" cy="336270"/>
            </a:xfrm>
            <a:custGeom>
              <a:avLst/>
              <a:gdLst>
                <a:gd name="T0" fmla="*/ 326 w 577"/>
                <a:gd name="T1" fmla="*/ 502 h 502"/>
                <a:gd name="T2" fmla="*/ 299 w 577"/>
                <a:gd name="T3" fmla="*/ 491 h 502"/>
                <a:gd name="T4" fmla="*/ 299 w 577"/>
                <a:gd name="T5" fmla="*/ 436 h 502"/>
                <a:gd name="T6" fmla="*/ 445 w 577"/>
                <a:gd name="T7" fmla="*/ 289 h 502"/>
                <a:gd name="T8" fmla="*/ 39 w 577"/>
                <a:gd name="T9" fmla="*/ 289 h 502"/>
                <a:gd name="T10" fmla="*/ 0 w 577"/>
                <a:gd name="T11" fmla="*/ 251 h 502"/>
                <a:gd name="T12" fmla="*/ 39 w 577"/>
                <a:gd name="T13" fmla="*/ 212 h 502"/>
                <a:gd name="T14" fmla="*/ 445 w 577"/>
                <a:gd name="T15" fmla="*/ 212 h 502"/>
                <a:gd name="T16" fmla="*/ 299 w 577"/>
                <a:gd name="T17" fmla="*/ 65 h 502"/>
                <a:gd name="T18" fmla="*/ 299 w 577"/>
                <a:gd name="T19" fmla="*/ 11 h 502"/>
                <a:gd name="T20" fmla="*/ 326 w 577"/>
                <a:gd name="T21" fmla="*/ 0 h 502"/>
                <a:gd name="T22" fmla="*/ 353 w 577"/>
                <a:gd name="T23" fmla="*/ 11 h 502"/>
                <a:gd name="T24" fmla="*/ 566 w 577"/>
                <a:gd name="T25" fmla="*/ 224 h 502"/>
                <a:gd name="T26" fmla="*/ 571 w 577"/>
                <a:gd name="T27" fmla="*/ 229 h 502"/>
                <a:gd name="T28" fmla="*/ 571 w 577"/>
                <a:gd name="T29" fmla="*/ 230 h 502"/>
                <a:gd name="T30" fmla="*/ 572 w 577"/>
                <a:gd name="T31" fmla="*/ 231 h 502"/>
                <a:gd name="T32" fmla="*/ 574 w 577"/>
                <a:gd name="T33" fmla="*/ 236 h 502"/>
                <a:gd name="T34" fmla="*/ 575 w 577"/>
                <a:gd name="T35" fmla="*/ 238 h 502"/>
                <a:gd name="T36" fmla="*/ 576 w 577"/>
                <a:gd name="T37" fmla="*/ 243 h 502"/>
                <a:gd name="T38" fmla="*/ 577 w 577"/>
                <a:gd name="T39" fmla="*/ 251 h 502"/>
                <a:gd name="T40" fmla="*/ 576 w 577"/>
                <a:gd name="T41" fmla="*/ 258 h 502"/>
                <a:gd name="T42" fmla="*/ 575 w 577"/>
                <a:gd name="T43" fmla="*/ 263 h 502"/>
                <a:gd name="T44" fmla="*/ 574 w 577"/>
                <a:gd name="T45" fmla="*/ 266 h 502"/>
                <a:gd name="T46" fmla="*/ 572 w 577"/>
                <a:gd name="T47" fmla="*/ 271 h 502"/>
                <a:gd name="T48" fmla="*/ 571 w 577"/>
                <a:gd name="T49" fmla="*/ 272 h 502"/>
                <a:gd name="T50" fmla="*/ 566 w 577"/>
                <a:gd name="T51" fmla="*/ 278 h 502"/>
                <a:gd name="T52" fmla="*/ 353 w 577"/>
                <a:gd name="T53" fmla="*/ 491 h 502"/>
                <a:gd name="T54" fmla="*/ 326 w 577"/>
                <a:gd name="T55" fmla="*/ 502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7" h="502">
                  <a:moveTo>
                    <a:pt x="326" y="502"/>
                  </a:moveTo>
                  <a:cubicBezTo>
                    <a:pt x="316" y="502"/>
                    <a:pt x="306" y="498"/>
                    <a:pt x="299" y="491"/>
                  </a:cubicBezTo>
                  <a:cubicBezTo>
                    <a:pt x="284" y="476"/>
                    <a:pt x="284" y="451"/>
                    <a:pt x="299" y="436"/>
                  </a:cubicBezTo>
                  <a:cubicBezTo>
                    <a:pt x="445" y="289"/>
                    <a:pt x="445" y="289"/>
                    <a:pt x="445" y="289"/>
                  </a:cubicBezTo>
                  <a:cubicBezTo>
                    <a:pt x="39" y="289"/>
                    <a:pt x="39" y="289"/>
                    <a:pt x="39" y="289"/>
                  </a:cubicBezTo>
                  <a:cubicBezTo>
                    <a:pt x="17" y="289"/>
                    <a:pt x="0" y="272"/>
                    <a:pt x="0" y="251"/>
                  </a:cubicBezTo>
                  <a:cubicBezTo>
                    <a:pt x="0" y="230"/>
                    <a:pt x="17" y="212"/>
                    <a:pt x="39" y="212"/>
                  </a:cubicBezTo>
                  <a:cubicBezTo>
                    <a:pt x="445" y="212"/>
                    <a:pt x="445" y="212"/>
                    <a:pt x="445" y="212"/>
                  </a:cubicBezTo>
                  <a:cubicBezTo>
                    <a:pt x="299" y="65"/>
                    <a:pt x="299" y="65"/>
                    <a:pt x="299" y="65"/>
                  </a:cubicBezTo>
                  <a:cubicBezTo>
                    <a:pt x="284" y="50"/>
                    <a:pt x="284" y="26"/>
                    <a:pt x="299" y="11"/>
                  </a:cubicBezTo>
                  <a:cubicBezTo>
                    <a:pt x="306" y="4"/>
                    <a:pt x="316" y="0"/>
                    <a:pt x="326" y="0"/>
                  </a:cubicBezTo>
                  <a:cubicBezTo>
                    <a:pt x="336" y="0"/>
                    <a:pt x="346" y="4"/>
                    <a:pt x="353" y="11"/>
                  </a:cubicBezTo>
                  <a:cubicBezTo>
                    <a:pt x="566" y="224"/>
                    <a:pt x="566" y="224"/>
                    <a:pt x="566" y="224"/>
                  </a:cubicBezTo>
                  <a:cubicBezTo>
                    <a:pt x="568" y="225"/>
                    <a:pt x="569" y="227"/>
                    <a:pt x="571" y="229"/>
                  </a:cubicBezTo>
                  <a:cubicBezTo>
                    <a:pt x="571" y="230"/>
                    <a:pt x="571" y="230"/>
                    <a:pt x="571" y="230"/>
                  </a:cubicBezTo>
                  <a:cubicBezTo>
                    <a:pt x="572" y="231"/>
                    <a:pt x="572" y="231"/>
                    <a:pt x="572" y="231"/>
                  </a:cubicBezTo>
                  <a:cubicBezTo>
                    <a:pt x="572" y="232"/>
                    <a:pt x="573" y="234"/>
                    <a:pt x="574" y="236"/>
                  </a:cubicBezTo>
                  <a:cubicBezTo>
                    <a:pt x="574" y="237"/>
                    <a:pt x="575" y="238"/>
                    <a:pt x="575" y="238"/>
                  </a:cubicBezTo>
                  <a:cubicBezTo>
                    <a:pt x="575" y="240"/>
                    <a:pt x="576" y="241"/>
                    <a:pt x="576" y="243"/>
                  </a:cubicBezTo>
                  <a:cubicBezTo>
                    <a:pt x="577" y="246"/>
                    <a:pt x="577" y="248"/>
                    <a:pt x="577" y="251"/>
                  </a:cubicBezTo>
                  <a:cubicBezTo>
                    <a:pt x="577" y="253"/>
                    <a:pt x="577" y="256"/>
                    <a:pt x="576" y="258"/>
                  </a:cubicBezTo>
                  <a:cubicBezTo>
                    <a:pt x="576" y="260"/>
                    <a:pt x="575" y="262"/>
                    <a:pt x="575" y="263"/>
                  </a:cubicBezTo>
                  <a:cubicBezTo>
                    <a:pt x="575" y="264"/>
                    <a:pt x="575" y="265"/>
                    <a:pt x="574" y="266"/>
                  </a:cubicBezTo>
                  <a:cubicBezTo>
                    <a:pt x="573" y="267"/>
                    <a:pt x="573" y="269"/>
                    <a:pt x="572" y="271"/>
                  </a:cubicBezTo>
                  <a:cubicBezTo>
                    <a:pt x="571" y="271"/>
                    <a:pt x="571" y="272"/>
                    <a:pt x="571" y="272"/>
                  </a:cubicBezTo>
                  <a:cubicBezTo>
                    <a:pt x="569" y="274"/>
                    <a:pt x="568" y="276"/>
                    <a:pt x="566" y="278"/>
                  </a:cubicBezTo>
                  <a:cubicBezTo>
                    <a:pt x="353" y="491"/>
                    <a:pt x="353" y="491"/>
                    <a:pt x="353" y="491"/>
                  </a:cubicBezTo>
                  <a:cubicBezTo>
                    <a:pt x="346" y="498"/>
                    <a:pt x="336" y="502"/>
                    <a:pt x="326" y="502"/>
                  </a:cubicBezTo>
                  <a:close/>
                </a:path>
              </a:pathLst>
            </a:cu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vert="horz" wrap="square" lIns="162560" tIns="81280" rIns="162560" bIns="81280" numCol="1" anchor="t" anchorCtr="0" compatLnSpc="1">
              <a:prstTxWarp prst="textNoShape">
                <a:avLst/>
              </a:prstTxWarp>
            </a:bodyPr>
            <a:lstStyle/>
            <a:p>
              <a:pPr defTabSz="913674">
                <a:defRPr/>
              </a:pPr>
              <a:endParaRPr lang="en-US" sz="3200" kern="0">
                <a:solidFill>
                  <a:srgbClr val="63A537">
                    <a:lumMod val="75000"/>
                  </a:srgbClr>
                </a:solidFill>
              </a:endParaRPr>
            </a:p>
          </p:txBody>
        </p:sp>
      </p:grpSp>
      <p:grpSp>
        <p:nvGrpSpPr>
          <p:cNvPr id="128" name="Group 110"/>
          <p:cNvGrpSpPr/>
          <p:nvPr/>
        </p:nvGrpSpPr>
        <p:grpSpPr>
          <a:xfrm>
            <a:off x="4607612" y="4517483"/>
            <a:ext cx="393709" cy="337169"/>
            <a:chOff x="6564979" y="4358506"/>
            <a:chExt cx="674638" cy="674638"/>
          </a:xfrm>
          <a:solidFill>
            <a:schemeClr val="accent6">
              <a:lumMod val="75000"/>
            </a:schemeClr>
          </a:solidFill>
        </p:grpSpPr>
        <p:sp>
          <p:nvSpPr>
            <p:cNvPr id="130" name="Oval 111"/>
            <p:cNvSpPr/>
            <p:nvPr/>
          </p:nvSpPr>
          <p:spPr>
            <a:xfrm>
              <a:off x="6564979" y="4358506"/>
              <a:ext cx="674638" cy="674638"/>
            </a:xfrm>
            <a:prstGeom prst="ellipse">
              <a:avLst/>
            </a:prstGeom>
            <a:grp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3674">
                <a:defRPr/>
              </a:pPr>
              <a:endParaRPr lang="en-US" sz="3200" kern="0">
                <a:solidFill>
                  <a:srgbClr val="63A537">
                    <a:lumMod val="75000"/>
                  </a:srgbClr>
                </a:solidFill>
              </a:endParaRPr>
            </a:p>
          </p:txBody>
        </p:sp>
        <p:sp>
          <p:nvSpPr>
            <p:cNvPr id="131" name="Freeform 13"/>
            <p:cNvSpPr>
              <a:spLocks/>
            </p:cNvSpPr>
            <p:nvPr/>
          </p:nvSpPr>
          <p:spPr bwMode="auto">
            <a:xfrm>
              <a:off x="6709217" y="4527690"/>
              <a:ext cx="386162" cy="336270"/>
            </a:xfrm>
            <a:custGeom>
              <a:avLst/>
              <a:gdLst>
                <a:gd name="T0" fmla="*/ 326 w 577"/>
                <a:gd name="T1" fmla="*/ 502 h 502"/>
                <a:gd name="T2" fmla="*/ 299 w 577"/>
                <a:gd name="T3" fmla="*/ 491 h 502"/>
                <a:gd name="T4" fmla="*/ 299 w 577"/>
                <a:gd name="T5" fmla="*/ 436 h 502"/>
                <a:gd name="T6" fmla="*/ 445 w 577"/>
                <a:gd name="T7" fmla="*/ 289 h 502"/>
                <a:gd name="T8" fmla="*/ 39 w 577"/>
                <a:gd name="T9" fmla="*/ 289 h 502"/>
                <a:gd name="T10" fmla="*/ 0 w 577"/>
                <a:gd name="T11" fmla="*/ 251 h 502"/>
                <a:gd name="T12" fmla="*/ 39 w 577"/>
                <a:gd name="T13" fmla="*/ 212 h 502"/>
                <a:gd name="T14" fmla="*/ 445 w 577"/>
                <a:gd name="T15" fmla="*/ 212 h 502"/>
                <a:gd name="T16" fmla="*/ 299 w 577"/>
                <a:gd name="T17" fmla="*/ 65 h 502"/>
                <a:gd name="T18" fmla="*/ 299 w 577"/>
                <a:gd name="T19" fmla="*/ 11 h 502"/>
                <a:gd name="T20" fmla="*/ 326 w 577"/>
                <a:gd name="T21" fmla="*/ 0 h 502"/>
                <a:gd name="T22" fmla="*/ 353 w 577"/>
                <a:gd name="T23" fmla="*/ 11 h 502"/>
                <a:gd name="T24" fmla="*/ 566 w 577"/>
                <a:gd name="T25" fmla="*/ 224 h 502"/>
                <a:gd name="T26" fmla="*/ 571 w 577"/>
                <a:gd name="T27" fmla="*/ 229 h 502"/>
                <a:gd name="T28" fmla="*/ 571 w 577"/>
                <a:gd name="T29" fmla="*/ 230 h 502"/>
                <a:gd name="T30" fmla="*/ 572 w 577"/>
                <a:gd name="T31" fmla="*/ 231 h 502"/>
                <a:gd name="T32" fmla="*/ 574 w 577"/>
                <a:gd name="T33" fmla="*/ 236 h 502"/>
                <a:gd name="T34" fmla="*/ 575 w 577"/>
                <a:gd name="T35" fmla="*/ 238 h 502"/>
                <a:gd name="T36" fmla="*/ 576 w 577"/>
                <a:gd name="T37" fmla="*/ 243 h 502"/>
                <a:gd name="T38" fmla="*/ 577 w 577"/>
                <a:gd name="T39" fmla="*/ 251 h 502"/>
                <a:gd name="T40" fmla="*/ 576 w 577"/>
                <a:gd name="T41" fmla="*/ 258 h 502"/>
                <a:gd name="T42" fmla="*/ 575 w 577"/>
                <a:gd name="T43" fmla="*/ 263 h 502"/>
                <a:gd name="T44" fmla="*/ 574 w 577"/>
                <a:gd name="T45" fmla="*/ 266 h 502"/>
                <a:gd name="T46" fmla="*/ 572 w 577"/>
                <a:gd name="T47" fmla="*/ 271 h 502"/>
                <a:gd name="T48" fmla="*/ 571 w 577"/>
                <a:gd name="T49" fmla="*/ 272 h 502"/>
                <a:gd name="T50" fmla="*/ 566 w 577"/>
                <a:gd name="T51" fmla="*/ 278 h 502"/>
                <a:gd name="T52" fmla="*/ 353 w 577"/>
                <a:gd name="T53" fmla="*/ 491 h 502"/>
                <a:gd name="T54" fmla="*/ 326 w 577"/>
                <a:gd name="T55" fmla="*/ 502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7" h="502">
                  <a:moveTo>
                    <a:pt x="326" y="502"/>
                  </a:moveTo>
                  <a:cubicBezTo>
                    <a:pt x="316" y="502"/>
                    <a:pt x="306" y="498"/>
                    <a:pt x="299" y="491"/>
                  </a:cubicBezTo>
                  <a:cubicBezTo>
                    <a:pt x="284" y="476"/>
                    <a:pt x="284" y="451"/>
                    <a:pt x="299" y="436"/>
                  </a:cubicBezTo>
                  <a:cubicBezTo>
                    <a:pt x="445" y="289"/>
                    <a:pt x="445" y="289"/>
                    <a:pt x="445" y="289"/>
                  </a:cubicBezTo>
                  <a:cubicBezTo>
                    <a:pt x="39" y="289"/>
                    <a:pt x="39" y="289"/>
                    <a:pt x="39" y="289"/>
                  </a:cubicBezTo>
                  <a:cubicBezTo>
                    <a:pt x="17" y="289"/>
                    <a:pt x="0" y="272"/>
                    <a:pt x="0" y="251"/>
                  </a:cubicBezTo>
                  <a:cubicBezTo>
                    <a:pt x="0" y="230"/>
                    <a:pt x="17" y="212"/>
                    <a:pt x="39" y="212"/>
                  </a:cubicBezTo>
                  <a:cubicBezTo>
                    <a:pt x="445" y="212"/>
                    <a:pt x="445" y="212"/>
                    <a:pt x="445" y="212"/>
                  </a:cubicBezTo>
                  <a:cubicBezTo>
                    <a:pt x="299" y="65"/>
                    <a:pt x="299" y="65"/>
                    <a:pt x="299" y="65"/>
                  </a:cubicBezTo>
                  <a:cubicBezTo>
                    <a:pt x="284" y="50"/>
                    <a:pt x="284" y="26"/>
                    <a:pt x="299" y="11"/>
                  </a:cubicBezTo>
                  <a:cubicBezTo>
                    <a:pt x="306" y="4"/>
                    <a:pt x="316" y="0"/>
                    <a:pt x="326" y="0"/>
                  </a:cubicBezTo>
                  <a:cubicBezTo>
                    <a:pt x="336" y="0"/>
                    <a:pt x="346" y="4"/>
                    <a:pt x="353" y="11"/>
                  </a:cubicBezTo>
                  <a:cubicBezTo>
                    <a:pt x="566" y="224"/>
                    <a:pt x="566" y="224"/>
                    <a:pt x="566" y="224"/>
                  </a:cubicBezTo>
                  <a:cubicBezTo>
                    <a:pt x="568" y="225"/>
                    <a:pt x="569" y="227"/>
                    <a:pt x="571" y="229"/>
                  </a:cubicBezTo>
                  <a:cubicBezTo>
                    <a:pt x="571" y="230"/>
                    <a:pt x="571" y="230"/>
                    <a:pt x="571" y="230"/>
                  </a:cubicBezTo>
                  <a:cubicBezTo>
                    <a:pt x="572" y="231"/>
                    <a:pt x="572" y="231"/>
                    <a:pt x="572" y="231"/>
                  </a:cubicBezTo>
                  <a:cubicBezTo>
                    <a:pt x="572" y="232"/>
                    <a:pt x="573" y="234"/>
                    <a:pt x="574" y="236"/>
                  </a:cubicBezTo>
                  <a:cubicBezTo>
                    <a:pt x="574" y="237"/>
                    <a:pt x="575" y="238"/>
                    <a:pt x="575" y="238"/>
                  </a:cubicBezTo>
                  <a:cubicBezTo>
                    <a:pt x="575" y="240"/>
                    <a:pt x="576" y="241"/>
                    <a:pt x="576" y="243"/>
                  </a:cubicBezTo>
                  <a:cubicBezTo>
                    <a:pt x="577" y="246"/>
                    <a:pt x="577" y="248"/>
                    <a:pt x="577" y="251"/>
                  </a:cubicBezTo>
                  <a:cubicBezTo>
                    <a:pt x="577" y="253"/>
                    <a:pt x="577" y="256"/>
                    <a:pt x="576" y="258"/>
                  </a:cubicBezTo>
                  <a:cubicBezTo>
                    <a:pt x="576" y="260"/>
                    <a:pt x="575" y="262"/>
                    <a:pt x="575" y="263"/>
                  </a:cubicBezTo>
                  <a:cubicBezTo>
                    <a:pt x="575" y="264"/>
                    <a:pt x="575" y="265"/>
                    <a:pt x="574" y="266"/>
                  </a:cubicBezTo>
                  <a:cubicBezTo>
                    <a:pt x="573" y="267"/>
                    <a:pt x="573" y="269"/>
                    <a:pt x="572" y="271"/>
                  </a:cubicBezTo>
                  <a:cubicBezTo>
                    <a:pt x="571" y="271"/>
                    <a:pt x="571" y="272"/>
                    <a:pt x="571" y="272"/>
                  </a:cubicBezTo>
                  <a:cubicBezTo>
                    <a:pt x="569" y="274"/>
                    <a:pt x="568" y="276"/>
                    <a:pt x="566" y="278"/>
                  </a:cubicBezTo>
                  <a:cubicBezTo>
                    <a:pt x="353" y="491"/>
                    <a:pt x="353" y="491"/>
                    <a:pt x="353" y="491"/>
                  </a:cubicBezTo>
                  <a:cubicBezTo>
                    <a:pt x="346" y="498"/>
                    <a:pt x="336" y="502"/>
                    <a:pt x="326" y="502"/>
                  </a:cubicBezTo>
                  <a:close/>
                </a:path>
              </a:pathLst>
            </a:cu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vert="horz" wrap="square" lIns="162560" tIns="81280" rIns="162560" bIns="81280" numCol="1" anchor="t" anchorCtr="0" compatLnSpc="1">
              <a:prstTxWarp prst="textNoShape">
                <a:avLst/>
              </a:prstTxWarp>
            </a:bodyPr>
            <a:lstStyle/>
            <a:p>
              <a:pPr defTabSz="913674">
                <a:defRPr/>
              </a:pPr>
              <a:endParaRPr lang="en-US" sz="3200" kern="0">
                <a:solidFill>
                  <a:srgbClr val="63A537">
                    <a:lumMod val="75000"/>
                  </a:srgbClr>
                </a:solidFill>
              </a:endParaRPr>
            </a:p>
          </p:txBody>
        </p:sp>
      </p:grpSp>
      <p:cxnSp>
        <p:nvCxnSpPr>
          <p:cNvPr id="64" name="Straight Connector 105">
            <a:extLst>
              <a:ext uri="{FF2B5EF4-FFF2-40B4-BE49-F238E27FC236}">
                <a16:creationId xmlns:a16="http://schemas.microsoft.com/office/drawing/2014/main" id="{E472D60C-7E4F-4A6F-AA65-E5121BE93719}"/>
              </a:ext>
            </a:extLst>
          </p:cNvPr>
          <p:cNvCxnSpPr/>
          <p:nvPr/>
        </p:nvCxnSpPr>
        <p:spPr>
          <a:xfrm flipH="1">
            <a:off x="3113613" y="5109804"/>
            <a:ext cx="1971" cy="823963"/>
          </a:xfrm>
          <a:prstGeom prst="line">
            <a:avLst/>
          </a:prstGeom>
          <a:ln w="12700">
            <a:solidFill>
              <a:schemeClr val="accent6"/>
            </a:solidFill>
            <a:tailEnd type="oval"/>
          </a:ln>
        </p:spPr>
        <p:style>
          <a:lnRef idx="1">
            <a:schemeClr val="accent3"/>
          </a:lnRef>
          <a:fillRef idx="0">
            <a:schemeClr val="accent3"/>
          </a:fillRef>
          <a:effectRef idx="0">
            <a:schemeClr val="accent3"/>
          </a:effectRef>
          <a:fontRef idx="minor">
            <a:schemeClr val="tx1"/>
          </a:fontRef>
        </p:style>
      </p:cxnSp>
      <p:cxnSp>
        <p:nvCxnSpPr>
          <p:cNvPr id="65" name="Straight Connector 105">
            <a:extLst>
              <a:ext uri="{FF2B5EF4-FFF2-40B4-BE49-F238E27FC236}">
                <a16:creationId xmlns:a16="http://schemas.microsoft.com/office/drawing/2014/main" id="{55F03E78-DB9D-4B07-AEBE-66D45FECC98B}"/>
              </a:ext>
            </a:extLst>
          </p:cNvPr>
          <p:cNvCxnSpPr>
            <a:cxnSpLocks/>
          </p:cNvCxnSpPr>
          <p:nvPr/>
        </p:nvCxnSpPr>
        <p:spPr>
          <a:xfrm>
            <a:off x="606965" y="5924938"/>
            <a:ext cx="17554" cy="765111"/>
          </a:xfrm>
          <a:prstGeom prst="line">
            <a:avLst/>
          </a:prstGeom>
          <a:ln w="12700">
            <a:solidFill>
              <a:schemeClr val="accent6"/>
            </a:solidFill>
            <a:tailEnd type="ova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3306284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fade">
                                      <p:cBhvr>
                                        <p:cTn id="12" dur="500"/>
                                        <p:tgtEl>
                                          <p:spTgt spid="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7"/>
                                        </p:tgtEl>
                                        <p:attrNameLst>
                                          <p:attrName>style.visibility</p:attrName>
                                        </p:attrNameLst>
                                      </p:cBhvr>
                                      <p:to>
                                        <p:strVal val="visible"/>
                                      </p:to>
                                    </p:set>
                                    <p:animEffect transition="in" filter="fade">
                                      <p:cBhvr>
                                        <p:cTn id="17" dur="500"/>
                                        <p:tgtEl>
                                          <p:spTgt spid="7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fade">
                                      <p:cBhvr>
                                        <p:cTn id="22" dur="500"/>
                                        <p:tgtEl>
                                          <p:spTgt spid="7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5"/>
                                        </p:tgtEl>
                                        <p:attrNameLst>
                                          <p:attrName>style.visibility</p:attrName>
                                        </p:attrNameLst>
                                      </p:cBhvr>
                                      <p:to>
                                        <p:strVal val="visible"/>
                                      </p:to>
                                    </p:set>
                                    <p:animEffect transition="in" filter="fade">
                                      <p:cBhvr>
                                        <p:cTn id="27" dur="500"/>
                                        <p:tgtEl>
                                          <p:spTgt spid="8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2"/>
                                        </p:tgtEl>
                                        <p:attrNameLst>
                                          <p:attrName>style.visibility</p:attrName>
                                        </p:attrNameLst>
                                      </p:cBhvr>
                                      <p:to>
                                        <p:strVal val="visible"/>
                                      </p:to>
                                    </p:set>
                                    <p:animEffect transition="in" filter="fade">
                                      <p:cBhvr>
                                        <p:cTn id="32"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P spid="77" grpId="0"/>
      <p:bldP spid="78" grpId="0"/>
      <p:bldP spid="85" grpId="0"/>
      <p:bldP spid="12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3000"/>
            <a:lum/>
          </a:blip>
          <a:srcRect/>
          <a:stretch>
            <a:fillRect l="-1000" r="-1000"/>
          </a:stretch>
        </a:blipFill>
        <a:effectLst/>
      </p:bgPr>
    </p:bg>
    <p:spTree>
      <p:nvGrpSpPr>
        <p:cNvPr id="1" name="Shape 250"/>
        <p:cNvGrpSpPr/>
        <p:nvPr/>
      </p:nvGrpSpPr>
      <p:grpSpPr>
        <a:xfrm>
          <a:off x="0" y="0"/>
          <a:ext cx="0" cy="0"/>
          <a:chOff x="0" y="0"/>
          <a:chExt cx="0" cy="0"/>
        </a:xfrm>
      </p:grpSpPr>
      <p:sp>
        <p:nvSpPr>
          <p:cNvPr id="74"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Calibri"/>
              </a:rPr>
              <a:t>1</a:t>
            </a:r>
            <a:endParaRPr lang="fr-FR" sz="1600" b="1" kern="0" dirty="0">
              <a:solidFill>
                <a:srgbClr val="002060"/>
              </a:solidFill>
              <a:latin typeface="Times New Roman" panose="02020603050405020304" pitchFamily="18" charset="0"/>
              <a:ea typeface="Exo 2"/>
              <a:cs typeface="Times New Roman" panose="02020603050405020304" pitchFamily="18" charset="0"/>
              <a:sym typeface="Exo 2"/>
            </a:endParaRPr>
          </a:p>
        </p:txBody>
      </p:sp>
      <p:sp>
        <p:nvSpPr>
          <p:cNvPr id="7" name="Google Shape;124;p24"/>
          <p:cNvSpPr/>
          <p:nvPr/>
        </p:nvSpPr>
        <p:spPr>
          <a:xfrm rot="5400000" flipH="1">
            <a:off x="2515414" y="399079"/>
            <a:ext cx="2078644" cy="7126479"/>
          </a:xfrm>
          <a:custGeom>
            <a:avLst/>
            <a:gdLst>
              <a:gd name="connsiteX0" fmla="*/ 0 w 2849068"/>
              <a:gd name="connsiteY0" fmla="*/ 0 h 5825450"/>
              <a:gd name="connsiteX1" fmla="*/ 2849068 w 2849068"/>
              <a:gd name="connsiteY1" fmla="*/ 0 h 5825450"/>
              <a:gd name="connsiteX2" fmla="*/ 2849068 w 2849068"/>
              <a:gd name="connsiteY2" fmla="*/ 5825450 h 5825450"/>
              <a:gd name="connsiteX3" fmla="*/ 0 w 2849068"/>
              <a:gd name="connsiteY3" fmla="*/ 5825450 h 5825450"/>
              <a:gd name="connsiteX4" fmla="*/ 0 w 2849068"/>
              <a:gd name="connsiteY4" fmla="*/ 0 h 5825450"/>
              <a:gd name="connsiteX0" fmla="*/ 0 w 2925268"/>
              <a:gd name="connsiteY0" fmla="*/ 0 h 5825450"/>
              <a:gd name="connsiteX1" fmla="*/ 2925268 w 2925268"/>
              <a:gd name="connsiteY1" fmla="*/ 1153886 h 5825450"/>
              <a:gd name="connsiteX2" fmla="*/ 2849068 w 2925268"/>
              <a:gd name="connsiteY2" fmla="*/ 5825450 h 5825450"/>
              <a:gd name="connsiteX3" fmla="*/ 0 w 2925268"/>
              <a:gd name="connsiteY3" fmla="*/ 5825450 h 5825450"/>
              <a:gd name="connsiteX4" fmla="*/ 0 w 2925268"/>
              <a:gd name="connsiteY4" fmla="*/ 0 h 5825450"/>
              <a:gd name="connsiteX0" fmla="*/ 0 w 5156839"/>
              <a:gd name="connsiteY0" fmla="*/ 0 h 5825450"/>
              <a:gd name="connsiteX1" fmla="*/ 2925268 w 5156839"/>
              <a:gd name="connsiteY1" fmla="*/ 1153886 h 5825450"/>
              <a:gd name="connsiteX2" fmla="*/ 5156839 w 5156839"/>
              <a:gd name="connsiteY2" fmla="*/ 5825450 h 5825450"/>
              <a:gd name="connsiteX3" fmla="*/ 0 w 5156839"/>
              <a:gd name="connsiteY3" fmla="*/ 5825450 h 5825450"/>
              <a:gd name="connsiteX4" fmla="*/ 0 w 5156839"/>
              <a:gd name="connsiteY4" fmla="*/ 0 h 5825450"/>
              <a:gd name="connsiteX0" fmla="*/ 0 w 5156839"/>
              <a:gd name="connsiteY0" fmla="*/ 0 h 5825450"/>
              <a:gd name="connsiteX1" fmla="*/ 5145957 w 5156839"/>
              <a:gd name="connsiteY1" fmla="*/ 1034143 h 5825450"/>
              <a:gd name="connsiteX2" fmla="*/ 5156839 w 5156839"/>
              <a:gd name="connsiteY2" fmla="*/ 5825450 h 5825450"/>
              <a:gd name="connsiteX3" fmla="*/ 0 w 5156839"/>
              <a:gd name="connsiteY3" fmla="*/ 5825450 h 5825450"/>
              <a:gd name="connsiteX4" fmla="*/ 0 w 5156839"/>
              <a:gd name="connsiteY4" fmla="*/ 0 h 5825450"/>
              <a:gd name="connsiteX0" fmla="*/ 0 w 5185868"/>
              <a:gd name="connsiteY0" fmla="*/ 0 h 6347967"/>
              <a:gd name="connsiteX1" fmla="*/ 5174986 w 5185868"/>
              <a:gd name="connsiteY1" fmla="*/ 1556660 h 6347967"/>
              <a:gd name="connsiteX2" fmla="*/ 5185868 w 5185868"/>
              <a:gd name="connsiteY2" fmla="*/ 6347967 h 6347967"/>
              <a:gd name="connsiteX3" fmla="*/ 29029 w 5185868"/>
              <a:gd name="connsiteY3" fmla="*/ 6347967 h 6347967"/>
              <a:gd name="connsiteX4" fmla="*/ 0 w 5185868"/>
              <a:gd name="connsiteY4" fmla="*/ 0 h 6347967"/>
              <a:gd name="connsiteX0" fmla="*/ 0 w 5185868"/>
              <a:gd name="connsiteY0" fmla="*/ 0 h 6347967"/>
              <a:gd name="connsiteX1" fmla="*/ 5078346 w 5185868"/>
              <a:gd name="connsiteY1" fmla="*/ 1565356 h 6347967"/>
              <a:gd name="connsiteX2" fmla="*/ 5185868 w 5185868"/>
              <a:gd name="connsiteY2" fmla="*/ 6347967 h 6347967"/>
              <a:gd name="connsiteX3" fmla="*/ 29029 w 5185868"/>
              <a:gd name="connsiteY3" fmla="*/ 6347967 h 6347967"/>
              <a:gd name="connsiteX4" fmla="*/ 0 w 5185868"/>
              <a:gd name="connsiteY4" fmla="*/ 0 h 6347967"/>
              <a:gd name="connsiteX0" fmla="*/ 0 w 5464942"/>
              <a:gd name="connsiteY0" fmla="*/ 0 h 6347967"/>
              <a:gd name="connsiteX1" fmla="*/ 5464910 w 5464942"/>
              <a:gd name="connsiteY1" fmla="*/ 495767 h 6347967"/>
              <a:gd name="connsiteX2" fmla="*/ 5185868 w 5464942"/>
              <a:gd name="connsiteY2" fmla="*/ 6347967 h 6347967"/>
              <a:gd name="connsiteX3" fmla="*/ 29029 w 5464942"/>
              <a:gd name="connsiteY3" fmla="*/ 6347967 h 6347967"/>
              <a:gd name="connsiteX4" fmla="*/ 0 w 5464942"/>
              <a:gd name="connsiteY4" fmla="*/ 0 h 6347967"/>
              <a:gd name="connsiteX0" fmla="*/ 0 w 5368316"/>
              <a:gd name="connsiteY0" fmla="*/ 0 h 6347967"/>
              <a:gd name="connsiteX1" fmla="*/ 5368267 w 5368316"/>
              <a:gd name="connsiteY1" fmla="*/ 538617 h 6347967"/>
              <a:gd name="connsiteX2" fmla="*/ 5185868 w 5368316"/>
              <a:gd name="connsiteY2" fmla="*/ 6347967 h 6347967"/>
              <a:gd name="connsiteX3" fmla="*/ 29029 w 5368316"/>
              <a:gd name="connsiteY3" fmla="*/ 6347967 h 6347967"/>
              <a:gd name="connsiteX4" fmla="*/ 0 w 5368316"/>
              <a:gd name="connsiteY4" fmla="*/ 0 h 6347967"/>
              <a:gd name="connsiteX0" fmla="*/ -3 w 5368316"/>
              <a:gd name="connsiteY0" fmla="*/ 0 h 6369392"/>
              <a:gd name="connsiteX1" fmla="*/ 5368267 w 5368316"/>
              <a:gd name="connsiteY1" fmla="*/ 560042 h 6369392"/>
              <a:gd name="connsiteX2" fmla="*/ 5185868 w 5368316"/>
              <a:gd name="connsiteY2" fmla="*/ 6369392 h 6369392"/>
              <a:gd name="connsiteX3" fmla="*/ 29029 w 5368316"/>
              <a:gd name="connsiteY3" fmla="*/ 6369392 h 6369392"/>
              <a:gd name="connsiteX4" fmla="*/ -3 w 5368316"/>
              <a:gd name="connsiteY4" fmla="*/ 0 h 6369392"/>
              <a:gd name="connsiteX0" fmla="*/ 0 w 5368536"/>
              <a:gd name="connsiteY0" fmla="*/ 0 h 6394392"/>
              <a:gd name="connsiteX1" fmla="*/ 5368270 w 5368536"/>
              <a:gd name="connsiteY1" fmla="*/ 560042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035027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685006 h 6394392"/>
              <a:gd name="connsiteX2" fmla="*/ 5340733 w 5368536"/>
              <a:gd name="connsiteY2" fmla="*/ 6394392 h 6394392"/>
              <a:gd name="connsiteX3" fmla="*/ 29032 w 5368536"/>
              <a:gd name="connsiteY3" fmla="*/ 6369392 h 6394392"/>
              <a:gd name="connsiteX4" fmla="*/ 0 w 5368536"/>
              <a:gd name="connsiteY4" fmla="*/ 0 h 639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536" h="6394392">
                <a:moveTo>
                  <a:pt x="0" y="0"/>
                </a:moveTo>
                <a:lnTo>
                  <a:pt x="5368270" y="1685006"/>
                </a:lnTo>
                <a:cubicBezTo>
                  <a:pt x="5371897" y="3282108"/>
                  <a:pt x="5337106" y="4797290"/>
                  <a:pt x="5340733" y="6394392"/>
                </a:cubicBezTo>
                <a:lnTo>
                  <a:pt x="29032" y="6369392"/>
                </a:lnTo>
                <a:lnTo>
                  <a:pt x="0" y="0"/>
                </a:lnTo>
                <a:close/>
              </a:path>
            </a:pathLst>
          </a:custGeom>
          <a:solidFill>
            <a:srgbClr val="002060">
              <a:alpha val="80000"/>
            </a:srgbClr>
          </a:solidFill>
          <a:ln>
            <a:noFill/>
          </a:ln>
          <a:effectLst>
            <a:outerShdw blurRad="50800" dist="50800" dir="5400000" algn="ctr" rotWithShape="0">
              <a:srgbClr val="0070C0">
                <a:alpha val="51000"/>
              </a:srgbClr>
            </a:outerShdw>
          </a:effectLst>
        </p:spPr>
        <p:txBody>
          <a:bodyPr spcFirstLastPara="1" wrap="square" lIns="121900" tIns="121900" rIns="121900" bIns="121900" anchor="ctr" anchorCtr="0">
            <a:noAutofit/>
          </a:bodyPr>
          <a:lstStyle/>
          <a:p>
            <a:pPr latinLnBrk="1"/>
            <a:endParaRPr sz="2400">
              <a:solidFill>
                <a:prstClr val="black"/>
              </a:solidFill>
              <a:latin typeface="맑은 고딕"/>
            </a:endParaRPr>
          </a:p>
        </p:txBody>
      </p:sp>
      <p:sp>
        <p:nvSpPr>
          <p:cNvPr id="79" name="Google Shape;215;p34"/>
          <p:cNvSpPr txBox="1">
            <a:spLocks noGrp="1"/>
          </p:cNvSpPr>
          <p:nvPr>
            <p:ph type="ctrTitle"/>
          </p:nvPr>
        </p:nvSpPr>
        <p:spPr>
          <a:xfrm flipH="1">
            <a:off x="449704" y="2922996"/>
            <a:ext cx="5171605" cy="2078645"/>
          </a:xfrm>
          <a:prstGeom prst="rect">
            <a:avLst/>
          </a:prstGeom>
        </p:spPr>
        <p:txBody>
          <a:bodyPr spcFirstLastPara="1" wrap="square" lIns="121900" tIns="121900" rIns="121900" bIns="121900" anchor="ctr" anchorCtr="0">
            <a:noAutofit/>
          </a:bodyPr>
          <a:lstStyle/>
          <a:p>
            <a:pPr algn="l"/>
            <a:r>
              <a:rPr lang="en" sz="4000" dirty="0">
                <a:solidFill>
                  <a:schemeClr val="bg1"/>
                </a:solidFill>
                <a:latin typeface="Times New Roman" panose="02020603050405020304" pitchFamily="18" charset="0"/>
                <a:cs typeface="Times New Roman" panose="02020603050405020304" pitchFamily="18" charset="0"/>
              </a:rPr>
              <a:t>Introduction</a:t>
            </a:r>
            <a:endParaRPr sz="2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595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grpSp>
        <p:nvGrpSpPr>
          <p:cNvPr id="38" name="Google Shape;5741;p61"/>
          <p:cNvGrpSpPr/>
          <p:nvPr/>
        </p:nvGrpSpPr>
        <p:grpSpPr>
          <a:xfrm>
            <a:off x="202334" y="3900854"/>
            <a:ext cx="667701" cy="752724"/>
            <a:chOff x="-48233050" y="3569725"/>
            <a:chExt cx="252050" cy="299475"/>
          </a:xfrm>
          <a:solidFill>
            <a:schemeClr val="bg1"/>
          </a:solidFill>
        </p:grpSpPr>
        <p:sp>
          <p:nvSpPr>
            <p:cNvPr id="39" name="Google Shape;5742;p61"/>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grpFill/>
            <a:ln>
              <a:noFill/>
            </a:ln>
          </p:spPr>
          <p:txBody>
            <a:bodyPr spcFirstLastPara="1" wrap="square" lIns="121900" tIns="121900" rIns="121900" bIns="121900" anchor="ctr" anchorCtr="0">
              <a:noAutofit/>
            </a:bodyPr>
            <a:lstStyle/>
            <a:p>
              <a:pPr>
                <a:buClr>
                  <a:srgbClr val="000000"/>
                </a:buClr>
                <a:buFont typeface="Arial"/>
                <a:buNone/>
              </a:pPr>
              <a:endParaRPr sz="1867" kern="0">
                <a:solidFill>
                  <a:schemeClr val="tx1">
                    <a:lumMod val="50000"/>
                  </a:schemeClr>
                </a:solidFill>
                <a:latin typeface="Times New Roman" panose="02020603050405020304" pitchFamily="18" charset="0"/>
                <a:cs typeface="Times New Roman" panose="02020603050405020304" pitchFamily="18" charset="0"/>
                <a:sym typeface="Arial"/>
              </a:endParaRPr>
            </a:p>
          </p:txBody>
        </p:sp>
        <p:sp>
          <p:nvSpPr>
            <p:cNvPr id="40" name="Google Shape;5743;p61"/>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grpFill/>
            <a:ln>
              <a:noFill/>
            </a:ln>
          </p:spPr>
          <p:txBody>
            <a:bodyPr spcFirstLastPara="1" wrap="square" lIns="121900" tIns="121900" rIns="121900" bIns="121900" anchor="ctr" anchorCtr="0">
              <a:noAutofit/>
            </a:bodyPr>
            <a:lstStyle/>
            <a:p>
              <a:pPr>
                <a:buClr>
                  <a:srgbClr val="000000"/>
                </a:buClr>
                <a:buFont typeface="Arial"/>
                <a:buNone/>
              </a:pPr>
              <a:endParaRPr sz="1867" kern="0">
                <a:solidFill>
                  <a:schemeClr val="tx1">
                    <a:lumMod val="50000"/>
                  </a:schemeClr>
                </a:solidFill>
                <a:latin typeface="Times New Roman" panose="02020603050405020304" pitchFamily="18" charset="0"/>
                <a:cs typeface="Times New Roman" panose="02020603050405020304" pitchFamily="18" charset="0"/>
                <a:sym typeface="Arial"/>
              </a:endParaRPr>
            </a:p>
          </p:txBody>
        </p:sp>
        <p:sp>
          <p:nvSpPr>
            <p:cNvPr id="41" name="Google Shape;5744;p61"/>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grpFill/>
            <a:ln>
              <a:noFill/>
            </a:ln>
          </p:spPr>
          <p:txBody>
            <a:bodyPr spcFirstLastPara="1" wrap="square" lIns="121900" tIns="121900" rIns="121900" bIns="121900" anchor="ctr" anchorCtr="0">
              <a:noAutofit/>
            </a:bodyPr>
            <a:lstStyle/>
            <a:p>
              <a:pPr>
                <a:buClr>
                  <a:srgbClr val="000000"/>
                </a:buClr>
                <a:buFont typeface="Arial"/>
                <a:buNone/>
              </a:pPr>
              <a:endParaRPr sz="1867" kern="0">
                <a:solidFill>
                  <a:schemeClr val="tx1">
                    <a:lumMod val="50000"/>
                  </a:schemeClr>
                </a:solidFill>
                <a:latin typeface="Times New Roman" panose="02020603050405020304" pitchFamily="18" charset="0"/>
                <a:cs typeface="Times New Roman" panose="02020603050405020304" pitchFamily="18" charset="0"/>
                <a:sym typeface="Arial"/>
              </a:endParaRPr>
            </a:p>
          </p:txBody>
        </p:sp>
      </p:grpSp>
      <p:sp>
        <p:nvSpPr>
          <p:cNvPr id="61" name="Google Shape;175;p31"/>
          <p:cNvSpPr txBox="1">
            <a:spLocks noGrp="1"/>
          </p:cNvSpPr>
          <p:nvPr>
            <p:ph type="ctrTitle"/>
          </p:nvPr>
        </p:nvSpPr>
        <p:spPr>
          <a:xfrm flipH="1">
            <a:off x="0" y="702127"/>
            <a:ext cx="4765595" cy="705847"/>
          </a:xfrm>
          <a:prstGeom prst="rect">
            <a:avLst/>
          </a:prstGeom>
        </p:spPr>
        <p:txBody>
          <a:bodyPr spcFirstLastPara="1" wrap="square" lIns="121900" tIns="121900" rIns="121900" bIns="121900" anchor="ctr" anchorCtr="0">
            <a:noAutofit/>
          </a:bodyPr>
          <a:lstStyle/>
          <a:p>
            <a:pPr algn="l"/>
            <a:r>
              <a:rPr lang="fr-FR" dirty="0">
                <a:solidFill>
                  <a:srgbClr val="003366"/>
                </a:solidFill>
                <a:latin typeface="Times New Roman" panose="02020603050405020304" pitchFamily="18" charset="0"/>
                <a:cs typeface="Times New Roman" panose="02020603050405020304" pitchFamily="18" charset="0"/>
              </a:rPr>
              <a:t>D</a:t>
            </a:r>
            <a:r>
              <a:rPr lang="en" dirty="0">
                <a:solidFill>
                  <a:srgbClr val="003366"/>
                </a:solidFill>
                <a:latin typeface="Times New Roman" panose="02020603050405020304" pitchFamily="18" charset="0"/>
                <a:cs typeface="Times New Roman" panose="02020603050405020304" pitchFamily="18" charset="0"/>
              </a:rPr>
              <a:t>éfinition de la dyslexie </a:t>
            </a:r>
            <a:endParaRPr dirty="0">
              <a:solidFill>
                <a:srgbClr val="003366"/>
              </a:solidFill>
              <a:latin typeface="Times New Roman" panose="02020603050405020304" pitchFamily="18" charset="0"/>
              <a:cs typeface="Times New Roman" panose="02020603050405020304" pitchFamily="18" charset="0"/>
            </a:endParaRPr>
          </a:p>
        </p:txBody>
      </p:sp>
      <p:cxnSp>
        <p:nvCxnSpPr>
          <p:cNvPr id="62"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sp>
        <p:nvSpPr>
          <p:cNvPr id="70"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chemeClr val="tx1">
                    <a:lumMod val="50000"/>
                  </a:schemeClr>
                </a:solidFill>
                <a:latin typeface="Times New Roman" panose="02020603050405020304" pitchFamily="18" charset="0"/>
                <a:ea typeface="Exo 2"/>
                <a:cs typeface="Times New Roman" panose="02020603050405020304" pitchFamily="18" charset="0"/>
                <a:sym typeface="Calibri"/>
              </a:rPr>
              <a:t>2</a:t>
            </a:r>
            <a:endParaRPr lang="fr-FR" sz="1600" b="1" kern="0" dirty="0">
              <a:solidFill>
                <a:schemeClr val="tx1">
                  <a:lumMod val="50000"/>
                </a:schemeClr>
              </a:solidFill>
              <a:latin typeface="Times New Roman" panose="02020603050405020304" pitchFamily="18" charset="0"/>
              <a:ea typeface="Exo 2"/>
              <a:cs typeface="Times New Roman" panose="02020603050405020304" pitchFamily="18" charset="0"/>
              <a:sym typeface="Exo 2"/>
            </a:endParaRPr>
          </a:p>
        </p:txBody>
      </p:sp>
      <p:graphicFrame>
        <p:nvGraphicFramePr>
          <p:cNvPr id="3" name="Diagramme 2"/>
          <p:cNvGraphicFramePr/>
          <p:nvPr>
            <p:extLst>
              <p:ext uri="{D42A27DB-BD31-4B8C-83A1-F6EECF244321}">
                <p14:modId xmlns:p14="http://schemas.microsoft.com/office/powerpoint/2010/main" val="2774949852"/>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9" name="Groupe 28">
            <a:extLst>
              <a:ext uri="{FF2B5EF4-FFF2-40B4-BE49-F238E27FC236}">
                <a16:creationId xmlns:a16="http://schemas.microsoft.com/office/drawing/2014/main" id="{EDCCB99B-7AB8-4D66-ACC4-417B2BC8D69A}"/>
              </a:ext>
            </a:extLst>
          </p:cNvPr>
          <p:cNvGrpSpPr/>
          <p:nvPr/>
        </p:nvGrpSpPr>
        <p:grpSpPr>
          <a:xfrm>
            <a:off x="337856" y="3262688"/>
            <a:ext cx="2034530" cy="1130326"/>
            <a:chOff x="4564916" y="1652935"/>
            <a:chExt cx="1162828" cy="581414"/>
          </a:xfrm>
        </p:grpSpPr>
        <p:sp>
          <p:nvSpPr>
            <p:cNvPr id="31" name="Rectangle 30">
              <a:extLst>
                <a:ext uri="{FF2B5EF4-FFF2-40B4-BE49-F238E27FC236}">
                  <a16:creationId xmlns:a16="http://schemas.microsoft.com/office/drawing/2014/main" id="{AF62F132-50B5-46C8-9191-B65364B7E506}"/>
                </a:ext>
              </a:extLst>
            </p:cNvPr>
            <p:cNvSpPr/>
            <p:nvPr/>
          </p:nvSpPr>
          <p:spPr>
            <a:xfrm>
              <a:off x="4564916" y="1652935"/>
              <a:ext cx="1162828" cy="581414"/>
            </a:xfrm>
            <a:prstGeom prst="rect">
              <a:avLst/>
            </a:prstGeom>
            <a:solidFill>
              <a:srgbClr val="00336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2" name="ZoneTexte 31">
              <a:extLst>
                <a:ext uri="{FF2B5EF4-FFF2-40B4-BE49-F238E27FC236}">
                  <a16:creationId xmlns:a16="http://schemas.microsoft.com/office/drawing/2014/main" id="{20A4E29D-C74F-4673-A70D-5C3AEC28472F}"/>
                </a:ext>
              </a:extLst>
            </p:cNvPr>
            <p:cNvSpPr txBox="1"/>
            <p:nvPr/>
          </p:nvSpPr>
          <p:spPr>
            <a:xfrm>
              <a:off x="4564916" y="1652935"/>
              <a:ext cx="1162828" cy="5814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2400" dirty="0">
                  <a:latin typeface="OpenDyslexic" panose="00000500000000000000" pitchFamily="50" charset="0"/>
                </a:rPr>
                <a:t>L</a:t>
              </a:r>
              <a:r>
                <a:rPr lang="fr-FR" sz="2400" dirty="0">
                  <a:latin typeface="OpenDyslexic" panose="00000500000000000000" pitchFamily="50" charset="0"/>
                </a:rPr>
                <a:t>a dyslexie </a:t>
              </a:r>
              <a:endParaRPr lang="fr-FR" sz="2400" kern="1200" dirty="0">
                <a:latin typeface="OpenDyslexic" panose="00000500000000000000" pitchFamily="50" charset="0"/>
              </a:endParaRPr>
            </a:p>
          </p:txBody>
        </p:sp>
      </p:grpSp>
      <p:grpSp>
        <p:nvGrpSpPr>
          <p:cNvPr id="43" name="Groupe 42">
            <a:extLst>
              <a:ext uri="{FF2B5EF4-FFF2-40B4-BE49-F238E27FC236}">
                <a16:creationId xmlns:a16="http://schemas.microsoft.com/office/drawing/2014/main" id="{75C48D41-E833-4B4A-8D38-6C5E0C9F45B6}"/>
              </a:ext>
            </a:extLst>
          </p:cNvPr>
          <p:cNvGrpSpPr/>
          <p:nvPr/>
        </p:nvGrpSpPr>
        <p:grpSpPr>
          <a:xfrm>
            <a:off x="3613808" y="3188443"/>
            <a:ext cx="2482192" cy="1390890"/>
            <a:chOff x="4564916" y="1652935"/>
            <a:chExt cx="1162828" cy="581414"/>
          </a:xfrm>
        </p:grpSpPr>
        <p:sp>
          <p:nvSpPr>
            <p:cNvPr id="44" name="Rectangle 43">
              <a:extLst>
                <a:ext uri="{FF2B5EF4-FFF2-40B4-BE49-F238E27FC236}">
                  <a16:creationId xmlns:a16="http://schemas.microsoft.com/office/drawing/2014/main" id="{FB167A9D-40D3-4BC1-85BC-305864EB6FAB}"/>
                </a:ext>
              </a:extLst>
            </p:cNvPr>
            <p:cNvSpPr/>
            <p:nvPr/>
          </p:nvSpPr>
          <p:spPr>
            <a:xfrm>
              <a:off x="4564916" y="1652935"/>
              <a:ext cx="1162828" cy="581414"/>
            </a:xfrm>
            <a:prstGeom prst="rect">
              <a:avLst/>
            </a:prstGeom>
            <a:solidFill>
              <a:srgbClr val="00336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5" name="ZoneTexte 44">
              <a:extLst>
                <a:ext uri="{FF2B5EF4-FFF2-40B4-BE49-F238E27FC236}">
                  <a16:creationId xmlns:a16="http://schemas.microsoft.com/office/drawing/2014/main" id="{7E875D3B-2106-41E8-8CCD-E14ABCD143AD}"/>
                </a:ext>
              </a:extLst>
            </p:cNvPr>
            <p:cNvSpPr txBox="1"/>
            <p:nvPr/>
          </p:nvSpPr>
          <p:spPr>
            <a:xfrm>
              <a:off x="4564916" y="1652935"/>
              <a:ext cx="1162828" cy="5814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2400" dirty="0" err="1">
                  <a:latin typeface="OpenDyslexic" panose="00000500000000000000" pitchFamily="50" charset="0"/>
                </a:rPr>
                <a:t>Traitement</a:t>
              </a:r>
              <a:r>
                <a:rPr lang="en-US" sz="2400" dirty="0">
                  <a:latin typeface="OpenDyslexic" panose="00000500000000000000" pitchFamily="50" charset="0"/>
                </a:rPr>
                <a:t> </a:t>
              </a:r>
              <a:r>
                <a:rPr lang="en-US" sz="2400" dirty="0" err="1">
                  <a:latin typeface="OpenDyslexic" panose="00000500000000000000" pitchFamily="50" charset="0"/>
                </a:rPr>
                <a:t>phonologique</a:t>
              </a:r>
              <a:r>
                <a:rPr lang="en-US" sz="2400" dirty="0">
                  <a:latin typeface="OpenDyslexic" panose="00000500000000000000" pitchFamily="50" charset="0"/>
                </a:rPr>
                <a:t> </a:t>
              </a:r>
              <a:r>
                <a:rPr lang="en-US" sz="2400" dirty="0" err="1">
                  <a:latin typeface="OpenDyslexic" panose="00000500000000000000" pitchFamily="50" charset="0"/>
                </a:rPr>
                <a:t>insuffisant</a:t>
              </a:r>
              <a:r>
                <a:rPr lang="en-US" sz="2400" dirty="0">
                  <a:latin typeface="OpenDyslexic" panose="00000500000000000000" pitchFamily="50" charset="0"/>
                </a:rPr>
                <a:t> </a:t>
              </a:r>
              <a:endParaRPr lang="fr-FR" sz="2400" kern="1200" dirty="0">
                <a:latin typeface="OpenDyslexic" panose="00000500000000000000" pitchFamily="50" charset="0"/>
              </a:endParaRPr>
            </a:p>
          </p:txBody>
        </p:sp>
      </p:grpSp>
      <p:sp>
        <p:nvSpPr>
          <p:cNvPr id="9" name="Flèche : double flèche horizontale 8">
            <a:extLst>
              <a:ext uri="{FF2B5EF4-FFF2-40B4-BE49-F238E27FC236}">
                <a16:creationId xmlns:a16="http://schemas.microsoft.com/office/drawing/2014/main" id="{8BC7D9C9-F61F-442F-BD78-8FBF122C20CB}"/>
              </a:ext>
            </a:extLst>
          </p:cNvPr>
          <p:cNvSpPr/>
          <p:nvPr/>
        </p:nvSpPr>
        <p:spPr>
          <a:xfrm>
            <a:off x="2503219" y="3626949"/>
            <a:ext cx="946673" cy="408447"/>
          </a:xfrm>
          <a:prstGeom prst="leftRightArrow">
            <a:avLst/>
          </a:prstGeom>
          <a:solidFill>
            <a:srgbClr val="B1B1B1"/>
          </a:solidFill>
          <a:ln>
            <a:solidFill>
              <a:schemeClr val="bg1">
                <a:lumMod val="50000"/>
              </a:schemeClr>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solidFill>
                <a:schemeClr val="accent5">
                  <a:lumMod val="60000"/>
                  <a:lumOff val="40000"/>
                </a:schemeClr>
              </a:solidFill>
            </a:endParaRPr>
          </a:p>
        </p:txBody>
      </p:sp>
      <p:sp>
        <p:nvSpPr>
          <p:cNvPr id="11" name="Flèche : droite 10">
            <a:extLst>
              <a:ext uri="{FF2B5EF4-FFF2-40B4-BE49-F238E27FC236}">
                <a16:creationId xmlns:a16="http://schemas.microsoft.com/office/drawing/2014/main" id="{AFD66D75-3E1B-4F87-865B-55228306D43A}"/>
              </a:ext>
            </a:extLst>
          </p:cNvPr>
          <p:cNvSpPr/>
          <p:nvPr/>
        </p:nvSpPr>
        <p:spPr>
          <a:xfrm>
            <a:off x="6238324" y="3669168"/>
            <a:ext cx="796066" cy="429439"/>
          </a:xfrm>
          <a:prstGeom prst="rightArrow">
            <a:avLst/>
          </a:prstGeom>
          <a:solidFill>
            <a:srgbClr val="B1B1B1"/>
          </a:solidFill>
          <a:ln>
            <a:solidFill>
              <a:schemeClr val="bg1">
                <a:lumMod val="50000"/>
              </a:schemeClr>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grpSp>
        <p:nvGrpSpPr>
          <p:cNvPr id="46" name="Groupe 45">
            <a:extLst>
              <a:ext uri="{FF2B5EF4-FFF2-40B4-BE49-F238E27FC236}">
                <a16:creationId xmlns:a16="http://schemas.microsoft.com/office/drawing/2014/main" id="{739691B6-415A-44F0-A35B-A40996C8416A}"/>
              </a:ext>
            </a:extLst>
          </p:cNvPr>
          <p:cNvGrpSpPr/>
          <p:nvPr/>
        </p:nvGrpSpPr>
        <p:grpSpPr>
          <a:xfrm>
            <a:off x="7176714" y="3345147"/>
            <a:ext cx="2034530" cy="1111413"/>
            <a:chOff x="4564916" y="1652935"/>
            <a:chExt cx="1162828" cy="581414"/>
          </a:xfrm>
        </p:grpSpPr>
        <p:sp>
          <p:nvSpPr>
            <p:cNvPr id="47" name="Rectangle 46">
              <a:extLst>
                <a:ext uri="{FF2B5EF4-FFF2-40B4-BE49-F238E27FC236}">
                  <a16:creationId xmlns:a16="http://schemas.microsoft.com/office/drawing/2014/main" id="{51EF9ABF-F18A-4D33-96F3-A87F467FB61A}"/>
                </a:ext>
              </a:extLst>
            </p:cNvPr>
            <p:cNvSpPr/>
            <p:nvPr/>
          </p:nvSpPr>
          <p:spPr>
            <a:xfrm>
              <a:off x="4564916" y="1652935"/>
              <a:ext cx="1162828" cy="581414"/>
            </a:xfrm>
            <a:prstGeom prst="rect">
              <a:avLst/>
            </a:prstGeom>
            <a:solidFill>
              <a:srgbClr val="00336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8" name="ZoneTexte 47">
              <a:extLst>
                <a:ext uri="{FF2B5EF4-FFF2-40B4-BE49-F238E27FC236}">
                  <a16:creationId xmlns:a16="http://schemas.microsoft.com/office/drawing/2014/main" id="{F1B3D358-34A8-417B-9C31-1B0C9607129F}"/>
                </a:ext>
              </a:extLst>
            </p:cNvPr>
            <p:cNvSpPr txBox="1"/>
            <p:nvPr/>
          </p:nvSpPr>
          <p:spPr>
            <a:xfrm>
              <a:off x="4564916" y="1652935"/>
              <a:ext cx="1162828" cy="5814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2400" dirty="0">
                  <a:latin typeface="OpenDyslexic" panose="00000500000000000000" pitchFamily="50" charset="0"/>
                </a:rPr>
                <a:t>D</a:t>
              </a:r>
              <a:r>
                <a:rPr lang="fr-FR" sz="2400" dirty="0" err="1">
                  <a:latin typeface="OpenDyslexic" panose="00000500000000000000" pitchFamily="50" charset="0"/>
                </a:rPr>
                <a:t>écodage</a:t>
              </a:r>
              <a:r>
                <a:rPr lang="fr-FR" sz="2400" dirty="0">
                  <a:latin typeface="OpenDyslexic" panose="00000500000000000000" pitchFamily="50" charset="0"/>
                </a:rPr>
                <a:t> des mots</a:t>
              </a:r>
              <a:endParaRPr lang="fr-FR" sz="2400" kern="1200" dirty="0">
                <a:latin typeface="OpenDyslexic" panose="00000500000000000000" pitchFamily="50" charset="0"/>
              </a:endParaRPr>
            </a:p>
          </p:txBody>
        </p:sp>
      </p:grpSp>
      <p:sp>
        <p:nvSpPr>
          <p:cNvPr id="21" name="Rectangle : avec coins rognés en diagonale 20">
            <a:extLst>
              <a:ext uri="{FF2B5EF4-FFF2-40B4-BE49-F238E27FC236}">
                <a16:creationId xmlns:a16="http://schemas.microsoft.com/office/drawing/2014/main" id="{A4E24225-10E8-4B23-BBC4-5F47BF32853A}"/>
              </a:ext>
            </a:extLst>
          </p:cNvPr>
          <p:cNvSpPr/>
          <p:nvPr/>
        </p:nvSpPr>
        <p:spPr>
          <a:xfrm>
            <a:off x="9692640" y="2155709"/>
            <a:ext cx="1818042" cy="1032734"/>
          </a:xfrm>
          <a:prstGeom prst="snip2DiagRect">
            <a:avLst/>
          </a:prstGeom>
          <a:solidFill>
            <a:srgbClr val="003366"/>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49" name="Rectangle : avec coins rognés en diagonale 48">
            <a:extLst>
              <a:ext uri="{FF2B5EF4-FFF2-40B4-BE49-F238E27FC236}">
                <a16:creationId xmlns:a16="http://schemas.microsoft.com/office/drawing/2014/main" id="{68799C57-D05D-4607-AD53-951B9BDC40AE}"/>
              </a:ext>
            </a:extLst>
          </p:cNvPr>
          <p:cNvSpPr/>
          <p:nvPr/>
        </p:nvSpPr>
        <p:spPr>
          <a:xfrm>
            <a:off x="9688781" y="3405137"/>
            <a:ext cx="1818042" cy="1032734"/>
          </a:xfrm>
          <a:prstGeom prst="snip2DiagRect">
            <a:avLst/>
          </a:prstGeom>
          <a:solidFill>
            <a:srgbClr val="003366"/>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50" name="Rectangle : avec coins rognés en diagonale 49">
            <a:extLst>
              <a:ext uri="{FF2B5EF4-FFF2-40B4-BE49-F238E27FC236}">
                <a16:creationId xmlns:a16="http://schemas.microsoft.com/office/drawing/2014/main" id="{A06891AE-038B-4E12-A894-5DCC854C88C1}"/>
              </a:ext>
            </a:extLst>
          </p:cNvPr>
          <p:cNvSpPr/>
          <p:nvPr/>
        </p:nvSpPr>
        <p:spPr>
          <a:xfrm>
            <a:off x="9692640" y="4653578"/>
            <a:ext cx="1818042" cy="1032734"/>
          </a:xfrm>
          <a:prstGeom prst="snip2DiagRect">
            <a:avLst/>
          </a:prstGeom>
          <a:solidFill>
            <a:srgbClr val="003366"/>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51" name="ZoneTexte 50">
            <a:extLst>
              <a:ext uri="{FF2B5EF4-FFF2-40B4-BE49-F238E27FC236}">
                <a16:creationId xmlns:a16="http://schemas.microsoft.com/office/drawing/2014/main" id="{90010A36-5B21-4CEA-AAC9-E2C6F1613D69}"/>
              </a:ext>
            </a:extLst>
          </p:cNvPr>
          <p:cNvSpPr txBox="1"/>
          <p:nvPr/>
        </p:nvSpPr>
        <p:spPr>
          <a:xfrm>
            <a:off x="9599488" y="4615060"/>
            <a:ext cx="2034530" cy="11114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2400" dirty="0" err="1">
                <a:latin typeface="OpenDyslexic" panose="00000500000000000000" pitchFamily="50" charset="0"/>
              </a:rPr>
              <a:t>Epeler</a:t>
            </a:r>
            <a:endParaRPr lang="fr-FR" sz="2400" kern="1200" dirty="0">
              <a:latin typeface="OpenDyslexic" panose="00000500000000000000" pitchFamily="50" charset="0"/>
            </a:endParaRPr>
          </a:p>
        </p:txBody>
      </p:sp>
      <p:sp>
        <p:nvSpPr>
          <p:cNvPr id="52" name="ZoneTexte 51">
            <a:extLst>
              <a:ext uri="{FF2B5EF4-FFF2-40B4-BE49-F238E27FC236}">
                <a16:creationId xmlns:a16="http://schemas.microsoft.com/office/drawing/2014/main" id="{898B1DB1-BCEB-4098-9DEE-BEC255F0E17E}"/>
              </a:ext>
            </a:extLst>
          </p:cNvPr>
          <p:cNvSpPr txBox="1"/>
          <p:nvPr/>
        </p:nvSpPr>
        <p:spPr>
          <a:xfrm>
            <a:off x="9584396" y="2135222"/>
            <a:ext cx="2034530" cy="11114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2400" dirty="0">
                <a:latin typeface="OpenDyslexic" panose="00000500000000000000" pitchFamily="50" charset="0"/>
              </a:rPr>
              <a:t>Lire</a:t>
            </a:r>
            <a:endParaRPr lang="fr-FR" sz="2400" kern="1200" dirty="0">
              <a:latin typeface="OpenDyslexic" panose="00000500000000000000" pitchFamily="50" charset="0"/>
            </a:endParaRPr>
          </a:p>
        </p:txBody>
      </p:sp>
      <p:sp>
        <p:nvSpPr>
          <p:cNvPr id="53" name="ZoneTexte 52">
            <a:extLst>
              <a:ext uri="{FF2B5EF4-FFF2-40B4-BE49-F238E27FC236}">
                <a16:creationId xmlns:a16="http://schemas.microsoft.com/office/drawing/2014/main" id="{2E3F909C-6D9E-4C5E-9CF5-25124E3F73F8}"/>
              </a:ext>
            </a:extLst>
          </p:cNvPr>
          <p:cNvSpPr txBox="1"/>
          <p:nvPr/>
        </p:nvSpPr>
        <p:spPr>
          <a:xfrm>
            <a:off x="9580537" y="3342385"/>
            <a:ext cx="2034530" cy="11114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2400" dirty="0" err="1">
                <a:latin typeface="OpenDyslexic" panose="00000500000000000000" pitchFamily="50" charset="0"/>
              </a:rPr>
              <a:t>Ecrire</a:t>
            </a:r>
            <a:endParaRPr lang="fr-FR" sz="2400" kern="1200" dirty="0">
              <a:latin typeface="OpenDyslexic" panose="00000500000000000000" pitchFamily="50" charset="0"/>
            </a:endParaRPr>
          </a:p>
        </p:txBody>
      </p:sp>
      <p:cxnSp>
        <p:nvCxnSpPr>
          <p:cNvPr id="24" name="Connecteur : en angle 23">
            <a:extLst>
              <a:ext uri="{FF2B5EF4-FFF2-40B4-BE49-F238E27FC236}">
                <a16:creationId xmlns:a16="http://schemas.microsoft.com/office/drawing/2014/main" id="{6B64582D-C45A-4E8E-A373-B0AABE778EEF}"/>
              </a:ext>
            </a:extLst>
          </p:cNvPr>
          <p:cNvCxnSpPr>
            <a:cxnSpLocks/>
            <a:stCxn id="48" idx="0"/>
            <a:endCxn id="52" idx="1"/>
          </p:cNvCxnSpPr>
          <p:nvPr/>
        </p:nvCxnSpPr>
        <p:spPr>
          <a:xfrm rot="5400000" flipH="1" flipV="1">
            <a:off x="8562078" y="2322830"/>
            <a:ext cx="654218" cy="1390417"/>
          </a:xfrm>
          <a:prstGeom prst="bentConnector2">
            <a:avLst/>
          </a:prstGeom>
          <a:ln>
            <a:solidFill>
              <a:srgbClr val="8B8B8B"/>
            </a:solidFill>
            <a:tailEnd type="triangle"/>
          </a:ln>
        </p:spPr>
        <p:style>
          <a:lnRef idx="1">
            <a:schemeClr val="dk1"/>
          </a:lnRef>
          <a:fillRef idx="0">
            <a:schemeClr val="dk1"/>
          </a:fillRef>
          <a:effectRef idx="0">
            <a:schemeClr val="dk1"/>
          </a:effectRef>
          <a:fontRef idx="minor">
            <a:schemeClr val="tx1"/>
          </a:fontRef>
        </p:style>
      </p:cxnSp>
      <p:cxnSp>
        <p:nvCxnSpPr>
          <p:cNvPr id="27" name="Connecteur : en angle 26">
            <a:extLst>
              <a:ext uri="{FF2B5EF4-FFF2-40B4-BE49-F238E27FC236}">
                <a16:creationId xmlns:a16="http://schemas.microsoft.com/office/drawing/2014/main" id="{3347BDDB-01C2-4CB1-9A63-CC568619814F}"/>
              </a:ext>
            </a:extLst>
          </p:cNvPr>
          <p:cNvCxnSpPr>
            <a:cxnSpLocks/>
            <a:stCxn id="48" idx="3"/>
            <a:endCxn id="53" idx="1"/>
          </p:cNvCxnSpPr>
          <p:nvPr/>
        </p:nvCxnSpPr>
        <p:spPr>
          <a:xfrm flipV="1">
            <a:off x="9211244" y="3898092"/>
            <a:ext cx="369293" cy="2762"/>
          </a:xfrm>
          <a:prstGeom prst="bentConnector3">
            <a:avLst/>
          </a:prstGeom>
          <a:ln>
            <a:solidFill>
              <a:srgbClr val="8F8F8F"/>
            </a:solidFill>
            <a:tailEnd type="triangle"/>
          </a:ln>
        </p:spPr>
        <p:style>
          <a:lnRef idx="1">
            <a:schemeClr val="dk1"/>
          </a:lnRef>
          <a:fillRef idx="0">
            <a:schemeClr val="dk1"/>
          </a:fillRef>
          <a:effectRef idx="0">
            <a:schemeClr val="dk1"/>
          </a:effectRef>
          <a:fontRef idx="minor">
            <a:schemeClr val="tx1"/>
          </a:fontRef>
        </p:style>
      </p:cxnSp>
      <p:cxnSp>
        <p:nvCxnSpPr>
          <p:cNvPr id="55" name="Connecteur : en angle 54">
            <a:extLst>
              <a:ext uri="{FF2B5EF4-FFF2-40B4-BE49-F238E27FC236}">
                <a16:creationId xmlns:a16="http://schemas.microsoft.com/office/drawing/2014/main" id="{F135C00B-CD6F-4E82-94DE-0C5CC3627561}"/>
              </a:ext>
            </a:extLst>
          </p:cNvPr>
          <p:cNvCxnSpPr>
            <a:stCxn id="48" idx="2"/>
            <a:endCxn id="51" idx="1"/>
          </p:cNvCxnSpPr>
          <p:nvPr/>
        </p:nvCxnSpPr>
        <p:spPr>
          <a:xfrm rot="16200000" flipH="1">
            <a:off x="8539630" y="4110908"/>
            <a:ext cx="714207" cy="1405509"/>
          </a:xfrm>
          <a:prstGeom prst="bentConnector2">
            <a:avLst/>
          </a:prstGeom>
          <a:ln>
            <a:solidFill>
              <a:srgbClr val="8F8F8F"/>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97453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420"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chemeClr val="tx1">
                    <a:lumMod val="50000"/>
                  </a:schemeClr>
                </a:solidFill>
                <a:latin typeface="Times New Roman" panose="02020603050405020304" pitchFamily="18" charset="0"/>
                <a:ea typeface="Exo 2"/>
                <a:cs typeface="Times New Roman" panose="02020603050405020304" pitchFamily="18" charset="0"/>
                <a:sym typeface="Calibri"/>
              </a:rPr>
              <a:t>3</a:t>
            </a:r>
            <a:endParaRPr lang="fr-FR" sz="1600" b="1" kern="0" dirty="0">
              <a:solidFill>
                <a:schemeClr val="tx1">
                  <a:lumMod val="50000"/>
                </a:schemeClr>
              </a:solidFill>
              <a:latin typeface="Times New Roman" panose="02020603050405020304" pitchFamily="18" charset="0"/>
              <a:ea typeface="Exo 2"/>
              <a:cs typeface="Times New Roman" panose="02020603050405020304" pitchFamily="18" charset="0"/>
              <a:sym typeface="Exo 2"/>
            </a:endParaRPr>
          </a:p>
        </p:txBody>
      </p:sp>
      <p:pic>
        <p:nvPicPr>
          <p:cNvPr id="425" name="image3.jpeg">
            <a:extLst>
              <a:ext uri="{FF2B5EF4-FFF2-40B4-BE49-F238E27FC236}">
                <a16:creationId xmlns:a16="http://schemas.microsoft.com/office/drawing/2014/main" id="{8EB2EA71-74AA-46DD-B8F3-7E5E3F8BABCD}"/>
              </a:ext>
            </a:extLst>
          </p:cNvPr>
          <p:cNvPicPr/>
          <p:nvPr/>
        </p:nvPicPr>
        <p:blipFill>
          <a:blip r:embed="rId3">
            <a:extLst>
              <a:ext uri="{28A0092B-C50C-407E-A947-70E740481C1C}">
                <a14:useLocalDpi xmlns:a14="http://schemas.microsoft.com/office/drawing/2010/main" val="0"/>
              </a:ext>
            </a:extLst>
          </a:blip>
          <a:srcRect/>
          <a:stretch/>
        </p:blipFill>
        <p:spPr>
          <a:xfrm>
            <a:off x="418421" y="1471386"/>
            <a:ext cx="4637673" cy="5106834"/>
          </a:xfrm>
          <a:prstGeom prst="rect">
            <a:avLst/>
          </a:prstGeom>
        </p:spPr>
      </p:pic>
      <p:sp>
        <p:nvSpPr>
          <p:cNvPr id="446" name="ZoneTexte 445">
            <a:extLst>
              <a:ext uri="{FF2B5EF4-FFF2-40B4-BE49-F238E27FC236}">
                <a16:creationId xmlns:a16="http://schemas.microsoft.com/office/drawing/2014/main" id="{71B7919D-FAF1-4E21-B0B4-9C7673A6F7BD}"/>
              </a:ext>
            </a:extLst>
          </p:cNvPr>
          <p:cNvSpPr txBox="1"/>
          <p:nvPr/>
        </p:nvSpPr>
        <p:spPr>
          <a:xfrm>
            <a:off x="5775152" y="1471386"/>
            <a:ext cx="6155266" cy="1631216"/>
          </a:xfrm>
          <a:prstGeom prst="rect">
            <a:avLst/>
          </a:prstGeom>
          <a:noFill/>
        </p:spPr>
        <p:txBody>
          <a:bodyPr wrap="square">
            <a:spAutoFit/>
          </a:bodyPr>
          <a:lstStyle/>
          <a:p>
            <a:r>
              <a:rPr lang="fr-FR" sz="2800" dirty="0">
                <a:solidFill>
                  <a:schemeClr val="accent6"/>
                </a:solidFill>
                <a:latin typeface="Times New Roman" panose="02020603050405020304" pitchFamily="18" charset="0"/>
                <a:ea typeface="Times New Roman" panose="02020603050405020304" pitchFamily="18" charset="0"/>
              </a:rPr>
              <a:t>15 à 20% de la population générale présente un ou plusieurs symptômes de dyslexie.</a:t>
            </a:r>
          </a:p>
          <a:p>
            <a:r>
              <a:rPr lang="fr-FR" sz="1400" dirty="0">
                <a:latin typeface="Times New Roman" panose="02020603050405020304" pitchFamily="18" charset="0"/>
              </a:rPr>
              <a:t>                                                    </a:t>
            </a:r>
            <a:r>
              <a:rPr lang="fr-FR" sz="1600" dirty="0">
                <a:latin typeface="Times New Roman" panose="02020603050405020304" pitchFamily="18" charset="0"/>
              </a:rPr>
              <a:t>-Association Internationale de la Dyslexie-</a:t>
            </a:r>
            <a:endParaRPr lang="fr-FR" sz="1600" dirty="0"/>
          </a:p>
        </p:txBody>
      </p:sp>
      <p:sp>
        <p:nvSpPr>
          <p:cNvPr id="12" name="Google Shape;175;p31"/>
          <p:cNvSpPr txBox="1">
            <a:spLocks noGrp="1"/>
          </p:cNvSpPr>
          <p:nvPr>
            <p:ph type="ctrTitle"/>
          </p:nvPr>
        </p:nvSpPr>
        <p:spPr>
          <a:xfrm flipH="1">
            <a:off x="0" y="702127"/>
            <a:ext cx="4765595" cy="705847"/>
          </a:xfrm>
          <a:prstGeom prst="rect">
            <a:avLst/>
          </a:prstGeom>
        </p:spPr>
        <p:txBody>
          <a:bodyPr spcFirstLastPara="1" wrap="square" lIns="121900" tIns="121900" rIns="121900" bIns="121900" anchor="ctr" anchorCtr="0">
            <a:noAutofit/>
          </a:bodyPr>
          <a:lstStyle/>
          <a:p>
            <a:pPr algn="l"/>
            <a:r>
              <a:rPr lang="fr-FR" dirty="0">
                <a:solidFill>
                  <a:srgbClr val="003366"/>
                </a:solidFill>
                <a:latin typeface="Times New Roman" panose="02020603050405020304" pitchFamily="18" charset="0"/>
                <a:cs typeface="Times New Roman" panose="02020603050405020304" pitchFamily="18" charset="0"/>
              </a:rPr>
              <a:t>Statistiques  </a:t>
            </a:r>
            <a:endParaRPr dirty="0">
              <a:solidFill>
                <a:srgbClr val="003366"/>
              </a:solidFill>
              <a:latin typeface="Times New Roman" panose="02020603050405020304" pitchFamily="18" charset="0"/>
              <a:cs typeface="Times New Roman" panose="02020603050405020304" pitchFamily="18" charset="0"/>
            </a:endParaRPr>
          </a:p>
        </p:txBody>
      </p:sp>
      <p:cxnSp>
        <p:nvCxnSpPr>
          <p:cNvPr id="13"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sp>
        <p:nvSpPr>
          <p:cNvPr id="2" name="Étoile : 5 branches 1">
            <a:extLst>
              <a:ext uri="{FF2B5EF4-FFF2-40B4-BE49-F238E27FC236}">
                <a16:creationId xmlns:a16="http://schemas.microsoft.com/office/drawing/2014/main" id="{EF354BD2-5501-49DB-BACE-B42974F0AD1A}"/>
              </a:ext>
            </a:extLst>
          </p:cNvPr>
          <p:cNvSpPr/>
          <p:nvPr/>
        </p:nvSpPr>
        <p:spPr>
          <a:xfrm>
            <a:off x="5236117" y="1502228"/>
            <a:ext cx="514835" cy="523220"/>
          </a:xfrm>
          <a:prstGeom prst="star5">
            <a:avLst/>
          </a:prstGeom>
          <a:solidFill>
            <a:srgbClr val="000066"/>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15" name="ZoneTexte 14">
            <a:extLst>
              <a:ext uri="{FF2B5EF4-FFF2-40B4-BE49-F238E27FC236}">
                <a16:creationId xmlns:a16="http://schemas.microsoft.com/office/drawing/2014/main" id="{55A0C02C-FE77-47AC-965E-2F90CFFFE570}"/>
              </a:ext>
            </a:extLst>
          </p:cNvPr>
          <p:cNvSpPr txBox="1"/>
          <p:nvPr/>
        </p:nvSpPr>
        <p:spPr>
          <a:xfrm>
            <a:off x="5775152" y="3206171"/>
            <a:ext cx="6155266" cy="1631216"/>
          </a:xfrm>
          <a:prstGeom prst="rect">
            <a:avLst/>
          </a:prstGeom>
          <a:noFill/>
        </p:spPr>
        <p:txBody>
          <a:bodyPr wrap="square">
            <a:spAutoFit/>
          </a:bodyPr>
          <a:lstStyle/>
          <a:p>
            <a:r>
              <a:rPr lang="fr-FR" sz="2800" dirty="0">
                <a:solidFill>
                  <a:schemeClr val="accent6"/>
                </a:solidFill>
                <a:latin typeface="Times New Roman" panose="02020603050405020304" pitchFamily="18" charset="0"/>
                <a:ea typeface="Times New Roman" panose="02020603050405020304" pitchFamily="18" charset="0"/>
              </a:rPr>
              <a:t>Les dyslexiques pré</a:t>
            </a:r>
            <a:r>
              <a:rPr lang="en-US" sz="2800" dirty="0" err="1">
                <a:solidFill>
                  <a:schemeClr val="accent6"/>
                </a:solidFill>
                <a:latin typeface="Times New Roman" panose="02020603050405020304" pitchFamily="18" charset="0"/>
                <a:ea typeface="Times New Roman" panose="02020603050405020304" pitchFamily="18" charset="0"/>
              </a:rPr>
              <a:t>sentent</a:t>
            </a:r>
            <a:r>
              <a:rPr lang="en-US" sz="2800" dirty="0">
                <a:solidFill>
                  <a:schemeClr val="accent6"/>
                </a:solidFill>
                <a:latin typeface="Times New Roman" panose="02020603050405020304" pitchFamily="18" charset="0"/>
                <a:ea typeface="Times New Roman" panose="02020603050405020304" pitchFamily="18" charset="0"/>
              </a:rPr>
              <a:t> 80 </a:t>
            </a:r>
            <a:r>
              <a:rPr lang="fr-FR" sz="2800" dirty="0">
                <a:solidFill>
                  <a:schemeClr val="accent6"/>
                </a:solidFill>
                <a:latin typeface="Times New Roman" panose="02020603050405020304" pitchFamily="18" charset="0"/>
                <a:ea typeface="Times New Roman" panose="02020603050405020304" pitchFamily="18" charset="0"/>
              </a:rPr>
              <a:t>à 90% des personnes ayant des troubles spé</a:t>
            </a:r>
            <a:r>
              <a:rPr lang="en-US" sz="2800" dirty="0" err="1">
                <a:solidFill>
                  <a:schemeClr val="accent6"/>
                </a:solidFill>
                <a:latin typeface="Times New Roman" panose="02020603050405020304" pitchFamily="18" charset="0"/>
                <a:ea typeface="Times New Roman" panose="02020603050405020304" pitchFamily="18" charset="0"/>
              </a:rPr>
              <a:t>cifiques</a:t>
            </a:r>
            <a:r>
              <a:rPr lang="en-US" sz="2800" dirty="0">
                <a:solidFill>
                  <a:schemeClr val="accent6"/>
                </a:solidFill>
                <a:latin typeface="Times New Roman" panose="02020603050405020304" pitchFamily="18" charset="0"/>
                <a:ea typeface="Times New Roman" panose="02020603050405020304" pitchFamily="18" charset="0"/>
              </a:rPr>
              <a:t> de l</a:t>
            </a:r>
            <a:r>
              <a:rPr lang="fr-FR" sz="2800" dirty="0">
                <a:solidFill>
                  <a:schemeClr val="accent6"/>
                </a:solidFill>
                <a:latin typeface="Times New Roman" panose="02020603050405020304" pitchFamily="18" charset="0"/>
                <a:ea typeface="Times New Roman" panose="02020603050405020304" pitchFamily="18" charset="0"/>
              </a:rPr>
              <a:t>’</a:t>
            </a:r>
            <a:r>
              <a:rPr lang="en-US" sz="2800" dirty="0" err="1">
                <a:solidFill>
                  <a:schemeClr val="accent6"/>
                </a:solidFill>
                <a:latin typeface="Times New Roman" panose="02020603050405020304" pitchFamily="18" charset="0"/>
                <a:ea typeface="Times New Roman" panose="02020603050405020304" pitchFamily="18" charset="0"/>
              </a:rPr>
              <a:t>apprentissage</a:t>
            </a:r>
            <a:r>
              <a:rPr lang="fr-FR" sz="2800" dirty="0">
                <a:solidFill>
                  <a:schemeClr val="accent6"/>
                </a:solidFill>
                <a:latin typeface="Times New Roman" panose="02020603050405020304" pitchFamily="18" charset="0"/>
                <a:ea typeface="Times New Roman" panose="02020603050405020304" pitchFamily="18" charset="0"/>
              </a:rPr>
              <a:t>. </a:t>
            </a:r>
          </a:p>
          <a:p>
            <a:r>
              <a:rPr lang="fr-FR" sz="1400" dirty="0">
                <a:latin typeface="Times New Roman" panose="02020603050405020304" pitchFamily="18" charset="0"/>
              </a:rPr>
              <a:t>                                                    </a:t>
            </a:r>
            <a:r>
              <a:rPr lang="fr-FR" sz="1600" dirty="0">
                <a:latin typeface="Times New Roman" panose="02020603050405020304" pitchFamily="18" charset="0"/>
              </a:rPr>
              <a:t>-Association Européene de la Dyslexie-</a:t>
            </a:r>
            <a:endParaRPr lang="fr-FR" sz="1600" dirty="0"/>
          </a:p>
        </p:txBody>
      </p:sp>
      <p:sp>
        <p:nvSpPr>
          <p:cNvPr id="16" name="ZoneTexte 15">
            <a:extLst>
              <a:ext uri="{FF2B5EF4-FFF2-40B4-BE49-F238E27FC236}">
                <a16:creationId xmlns:a16="http://schemas.microsoft.com/office/drawing/2014/main" id="{6DC5C099-760A-47E7-8E56-619A658311B8}"/>
              </a:ext>
            </a:extLst>
          </p:cNvPr>
          <p:cNvSpPr txBox="1"/>
          <p:nvPr/>
        </p:nvSpPr>
        <p:spPr>
          <a:xfrm>
            <a:off x="5812907" y="4947871"/>
            <a:ext cx="6155266" cy="1631216"/>
          </a:xfrm>
          <a:prstGeom prst="rect">
            <a:avLst/>
          </a:prstGeom>
          <a:noFill/>
        </p:spPr>
        <p:txBody>
          <a:bodyPr wrap="square">
            <a:spAutoFit/>
          </a:bodyPr>
          <a:lstStyle/>
          <a:p>
            <a:r>
              <a:rPr lang="fr-FR" sz="2800" dirty="0">
                <a:solidFill>
                  <a:schemeClr val="accent6"/>
                </a:solidFill>
                <a:latin typeface="Times New Roman" panose="02020603050405020304" pitchFamily="18" charset="0"/>
                <a:ea typeface="Times New Roman" panose="02020603050405020304" pitchFamily="18" charset="0"/>
              </a:rPr>
              <a:t>40 à 60% des enfants et adolescents dyslexiques souffrent des problèmes psychologiques .</a:t>
            </a:r>
          </a:p>
          <a:p>
            <a:r>
              <a:rPr lang="fr-FR" sz="1400" dirty="0">
                <a:latin typeface="Times New Roman" panose="02020603050405020304" pitchFamily="18" charset="0"/>
              </a:rPr>
              <a:t>                                                    </a:t>
            </a:r>
            <a:r>
              <a:rPr lang="fr-FR" sz="1600" dirty="0">
                <a:latin typeface="Times New Roman" panose="02020603050405020304" pitchFamily="18" charset="0"/>
              </a:rPr>
              <a:t>-Etude d'après ‘France </a:t>
            </a:r>
            <a:r>
              <a:rPr lang="fr-FR" sz="1600" dirty="0" err="1">
                <a:latin typeface="Times New Roman" panose="02020603050405020304" pitchFamily="18" charset="0"/>
              </a:rPr>
              <a:t>Dyslexia</a:t>
            </a:r>
            <a:r>
              <a:rPr lang="fr-FR" sz="1600" dirty="0">
                <a:latin typeface="Times New Roman" panose="02020603050405020304" pitchFamily="18" charset="0"/>
              </a:rPr>
              <a:t>’-</a:t>
            </a:r>
            <a:endParaRPr lang="fr-FR" sz="1600" dirty="0"/>
          </a:p>
        </p:txBody>
      </p:sp>
      <p:sp>
        <p:nvSpPr>
          <p:cNvPr id="17" name="Étoile : 5 branches 16">
            <a:extLst>
              <a:ext uri="{FF2B5EF4-FFF2-40B4-BE49-F238E27FC236}">
                <a16:creationId xmlns:a16="http://schemas.microsoft.com/office/drawing/2014/main" id="{21043631-475E-477C-9D26-426CC1942907}"/>
              </a:ext>
            </a:extLst>
          </p:cNvPr>
          <p:cNvSpPr/>
          <p:nvPr/>
        </p:nvSpPr>
        <p:spPr>
          <a:xfrm>
            <a:off x="5205738" y="3206171"/>
            <a:ext cx="514835" cy="523220"/>
          </a:xfrm>
          <a:prstGeom prst="star5">
            <a:avLst/>
          </a:prstGeom>
          <a:solidFill>
            <a:srgbClr val="000066"/>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18" name="Étoile : 5 branches 17">
            <a:extLst>
              <a:ext uri="{FF2B5EF4-FFF2-40B4-BE49-F238E27FC236}">
                <a16:creationId xmlns:a16="http://schemas.microsoft.com/office/drawing/2014/main" id="{3FA8F990-2770-4858-B2CB-E63BE6A99D76}"/>
              </a:ext>
            </a:extLst>
          </p:cNvPr>
          <p:cNvSpPr/>
          <p:nvPr/>
        </p:nvSpPr>
        <p:spPr>
          <a:xfrm>
            <a:off x="5217097" y="4947871"/>
            <a:ext cx="514835" cy="523220"/>
          </a:xfrm>
          <a:prstGeom prst="star5">
            <a:avLst/>
          </a:prstGeom>
          <a:solidFill>
            <a:srgbClr val="000066"/>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graphicFrame>
        <p:nvGraphicFramePr>
          <p:cNvPr id="19" name="Diagramme 18">
            <a:extLst>
              <a:ext uri="{FF2B5EF4-FFF2-40B4-BE49-F238E27FC236}">
                <a16:creationId xmlns:a16="http://schemas.microsoft.com/office/drawing/2014/main" id="{8010B415-A11C-4CC2-B95E-665412A41F88}"/>
              </a:ext>
            </a:extLst>
          </p:cNvPr>
          <p:cNvGraphicFramePr/>
          <p:nvPr>
            <p:extLst>
              <p:ext uri="{D42A27DB-BD31-4B8C-83A1-F6EECF244321}">
                <p14:modId xmlns:p14="http://schemas.microsoft.com/office/powerpoint/2010/main" val="2524876655"/>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5191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46"/>
                                        </p:tgtEl>
                                        <p:attrNameLst>
                                          <p:attrName>style.visibility</p:attrName>
                                        </p:attrNameLst>
                                      </p:cBhvr>
                                      <p:to>
                                        <p:strVal val="visible"/>
                                      </p:to>
                                    </p:set>
                                    <p:animEffect transition="in" filter="fade">
                                      <p:cBhvr>
                                        <p:cTn id="13" dur="500"/>
                                        <p:tgtEl>
                                          <p:spTgt spid="44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 calcmode="lin" valueType="num">
                                      <p:cBhvr additive="base">
                                        <p:cTn id="18" dur="500" fill="hold"/>
                                        <p:tgtEl>
                                          <p:spTgt spid="17"/>
                                        </p:tgtEl>
                                        <p:attrNameLst>
                                          <p:attrName>ppt_x</p:attrName>
                                        </p:attrNameLst>
                                      </p:cBhvr>
                                      <p:tavLst>
                                        <p:tav tm="0">
                                          <p:val>
                                            <p:strVal val="#ppt_x"/>
                                          </p:val>
                                        </p:tav>
                                        <p:tav tm="100000">
                                          <p:val>
                                            <p:strVal val="#ppt_x"/>
                                          </p:val>
                                        </p:tav>
                                      </p:tavLst>
                                    </p:anim>
                                    <p:anim calcmode="lin" valueType="num">
                                      <p:cBhvr additive="base">
                                        <p:cTn id="1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 grpId="0"/>
      <p:bldP spid="2" grpId="0" animBg="1"/>
      <p:bldP spid="15" grpId="0"/>
      <p:bldP spid="16" grpId="0"/>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66"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chemeClr val="tx1">
                    <a:lumMod val="50000"/>
                  </a:schemeClr>
                </a:solidFill>
                <a:latin typeface="Times New Roman" panose="02020603050405020304" pitchFamily="18" charset="0"/>
                <a:ea typeface="Exo 2"/>
                <a:cs typeface="Times New Roman" panose="02020603050405020304" pitchFamily="18" charset="0"/>
                <a:sym typeface="Calibri"/>
              </a:rPr>
              <a:t>4</a:t>
            </a:r>
            <a:endParaRPr lang="fr-FR" sz="1600" b="1" kern="0" dirty="0">
              <a:solidFill>
                <a:schemeClr val="tx1">
                  <a:lumMod val="50000"/>
                </a:schemeClr>
              </a:solidFill>
              <a:latin typeface="Times New Roman" panose="02020603050405020304" pitchFamily="18" charset="0"/>
              <a:ea typeface="Exo 2"/>
              <a:cs typeface="Times New Roman" panose="02020603050405020304" pitchFamily="18" charset="0"/>
              <a:sym typeface="Exo 2"/>
            </a:endParaRPr>
          </a:p>
        </p:txBody>
      </p:sp>
      <p:pic>
        <p:nvPicPr>
          <p:cNvPr id="12" name="Image 11">
            <a:extLst>
              <a:ext uri="{FF2B5EF4-FFF2-40B4-BE49-F238E27FC236}">
                <a16:creationId xmlns:a16="http://schemas.microsoft.com/office/drawing/2014/main" id="{8E552042-8DFA-4849-82C3-5B026874F6E0}"/>
              </a:ext>
            </a:extLst>
          </p:cNvPr>
          <p:cNvPicPr>
            <a:picLocks noChangeAspect="1"/>
          </p:cNvPicPr>
          <p:nvPr/>
        </p:nvPicPr>
        <p:blipFill rotWithShape="1">
          <a:blip r:embed="rId3">
            <a:extLst>
              <a:ext uri="{28A0092B-C50C-407E-A947-70E740481C1C}">
                <a14:useLocalDpi xmlns:a14="http://schemas.microsoft.com/office/drawing/2010/main" val="0"/>
              </a:ext>
            </a:extLst>
          </a:blip>
          <a:srcRect l="-1269" t="4429" r="2257"/>
          <a:stretch/>
        </p:blipFill>
        <p:spPr>
          <a:xfrm>
            <a:off x="494852" y="974726"/>
            <a:ext cx="11058861" cy="5881220"/>
          </a:xfrm>
          <a:prstGeom prst="rect">
            <a:avLst/>
          </a:prstGeom>
        </p:spPr>
      </p:pic>
      <p:graphicFrame>
        <p:nvGraphicFramePr>
          <p:cNvPr id="5" name="Diagramme 4">
            <a:extLst>
              <a:ext uri="{FF2B5EF4-FFF2-40B4-BE49-F238E27FC236}">
                <a16:creationId xmlns:a16="http://schemas.microsoft.com/office/drawing/2014/main" id="{DFE44BE0-54C9-40FA-A593-D20B067A26FC}"/>
              </a:ext>
            </a:extLst>
          </p:cNvPr>
          <p:cNvGraphicFramePr/>
          <p:nvPr>
            <p:extLst>
              <p:ext uri="{D42A27DB-BD31-4B8C-83A1-F6EECF244321}">
                <p14:modId xmlns:p14="http://schemas.microsoft.com/office/powerpoint/2010/main" val="2886321696"/>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9490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en-US" sz="1600" b="1" kern="0" dirty="0">
                <a:solidFill>
                  <a:schemeClr val="accent6"/>
                </a:solidFill>
                <a:latin typeface="Times New Roman" panose="02020603050405020304" pitchFamily="18" charset="0"/>
                <a:ea typeface="Exo 2"/>
                <a:cs typeface="Times New Roman" panose="02020603050405020304" pitchFamily="18" charset="0"/>
                <a:sym typeface="Calibri"/>
              </a:rPr>
              <a:t>5</a:t>
            </a:r>
            <a:endParaRPr lang="fr-FR" sz="1600" b="1" kern="0" dirty="0">
              <a:solidFill>
                <a:schemeClr val="accent6"/>
              </a:solidFill>
              <a:latin typeface="Times New Roman" panose="02020603050405020304" pitchFamily="18" charset="0"/>
              <a:ea typeface="Exo 2"/>
              <a:cs typeface="Times New Roman" panose="02020603050405020304" pitchFamily="18" charset="0"/>
              <a:sym typeface="Exo 2"/>
            </a:endParaRPr>
          </a:p>
        </p:txBody>
      </p:sp>
      <p:sp>
        <p:nvSpPr>
          <p:cNvPr id="7" name="Google Shape;175;p31"/>
          <p:cNvSpPr txBox="1">
            <a:spLocks/>
          </p:cNvSpPr>
          <p:nvPr/>
        </p:nvSpPr>
        <p:spPr>
          <a:xfrm flipH="1">
            <a:off x="-2" y="702127"/>
            <a:ext cx="9047182"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Problématique </a:t>
            </a:r>
          </a:p>
        </p:txBody>
      </p:sp>
      <p:cxnSp>
        <p:nvCxnSpPr>
          <p:cNvPr id="8"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pic>
        <p:nvPicPr>
          <p:cNvPr id="10" name="Image 9">
            <a:extLst>
              <a:ext uri="{FF2B5EF4-FFF2-40B4-BE49-F238E27FC236}">
                <a16:creationId xmlns:a16="http://schemas.microsoft.com/office/drawing/2014/main" id="{84AC3EE0-1336-4B5D-9384-28DD0AC98A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3038" y="3603745"/>
            <a:ext cx="5707380" cy="2376806"/>
          </a:xfrm>
          <a:prstGeom prst="rect">
            <a:avLst/>
          </a:prstGeom>
          <a:ln>
            <a:noFill/>
          </a:ln>
          <a:effectLst>
            <a:outerShdw blurRad="190500" algn="tl" rotWithShape="0">
              <a:srgbClr val="000000">
                <a:alpha val="70000"/>
              </a:srgbClr>
            </a:outerShdw>
          </a:effectLst>
        </p:spPr>
      </p:pic>
      <p:pic>
        <p:nvPicPr>
          <p:cNvPr id="11" name="Image 10">
            <a:extLst>
              <a:ext uri="{FF2B5EF4-FFF2-40B4-BE49-F238E27FC236}">
                <a16:creationId xmlns:a16="http://schemas.microsoft.com/office/drawing/2014/main" id="{AEB67882-AADD-4D9C-A4B3-A7F962ECB0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351" y="1624906"/>
            <a:ext cx="5707380" cy="2376805"/>
          </a:xfrm>
          <a:prstGeom prst="rect">
            <a:avLst/>
          </a:prstGeom>
          <a:ln>
            <a:noFill/>
          </a:ln>
          <a:effectLst>
            <a:outerShdw blurRad="190500" algn="tl" rotWithShape="0">
              <a:srgbClr val="000000">
                <a:alpha val="70000"/>
              </a:srgbClr>
            </a:outerShdw>
          </a:effectLst>
        </p:spPr>
      </p:pic>
      <p:graphicFrame>
        <p:nvGraphicFramePr>
          <p:cNvPr id="12" name="Diagramme 11">
            <a:extLst>
              <a:ext uri="{FF2B5EF4-FFF2-40B4-BE49-F238E27FC236}">
                <a16:creationId xmlns:a16="http://schemas.microsoft.com/office/drawing/2014/main" id="{1ADB3DFC-4E7D-40B1-9593-E01898F31E34}"/>
              </a:ext>
            </a:extLst>
          </p:cNvPr>
          <p:cNvGraphicFramePr/>
          <p:nvPr>
            <p:extLst>
              <p:ext uri="{D42A27DB-BD31-4B8C-83A1-F6EECF244321}">
                <p14:modId xmlns:p14="http://schemas.microsoft.com/office/powerpoint/2010/main" val="1810749954"/>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334873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chemeClr val="accent6"/>
                </a:solidFill>
                <a:latin typeface="Times New Roman" panose="02020603050405020304" pitchFamily="18" charset="0"/>
                <a:ea typeface="Exo 2"/>
                <a:cs typeface="Times New Roman" panose="02020603050405020304" pitchFamily="18" charset="0"/>
                <a:sym typeface="Calibri"/>
              </a:rPr>
              <a:t>6</a:t>
            </a:r>
            <a:endParaRPr lang="fr-FR" sz="1600" b="1" kern="0" dirty="0">
              <a:solidFill>
                <a:schemeClr val="accent6"/>
              </a:solidFill>
              <a:latin typeface="Times New Roman" panose="02020603050405020304" pitchFamily="18" charset="0"/>
              <a:ea typeface="Exo 2"/>
              <a:cs typeface="Times New Roman" panose="02020603050405020304" pitchFamily="18" charset="0"/>
              <a:sym typeface="Exo 2"/>
            </a:endParaRPr>
          </a:p>
        </p:txBody>
      </p:sp>
      <p:sp>
        <p:nvSpPr>
          <p:cNvPr id="7" name="Google Shape;175;p31"/>
          <p:cNvSpPr txBox="1">
            <a:spLocks/>
          </p:cNvSpPr>
          <p:nvPr/>
        </p:nvSpPr>
        <p:spPr>
          <a:xfrm flipH="1">
            <a:off x="-2" y="702127"/>
            <a:ext cx="9047182"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Les technologies d’assistance</a:t>
            </a:r>
          </a:p>
        </p:txBody>
      </p:sp>
      <p:cxnSp>
        <p:nvCxnSpPr>
          <p:cNvPr id="8"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pic>
        <p:nvPicPr>
          <p:cNvPr id="3" name="Image 2">
            <a:extLst>
              <a:ext uri="{FF2B5EF4-FFF2-40B4-BE49-F238E27FC236}">
                <a16:creationId xmlns:a16="http://schemas.microsoft.com/office/drawing/2014/main" id="{96C3E6E2-EA31-4D0C-A035-B3CA6172DC90}"/>
              </a:ext>
            </a:extLst>
          </p:cNvPr>
          <p:cNvPicPr>
            <a:picLocks noChangeAspect="1"/>
          </p:cNvPicPr>
          <p:nvPr/>
        </p:nvPicPr>
        <p:blipFill rotWithShape="1">
          <a:blip r:embed="rId3">
            <a:extLst>
              <a:ext uri="{28A0092B-C50C-407E-A947-70E740481C1C}">
                <a14:useLocalDpi xmlns:a14="http://schemas.microsoft.com/office/drawing/2010/main" val="0"/>
              </a:ext>
            </a:extLst>
          </a:blip>
          <a:srcRect l="13606" t="14649" r="14111" b="14574"/>
          <a:stretch/>
        </p:blipFill>
        <p:spPr>
          <a:xfrm>
            <a:off x="5906375" y="2043201"/>
            <a:ext cx="1333094" cy="1305322"/>
          </a:xfrm>
          <a:prstGeom prst="rect">
            <a:avLst/>
          </a:prstGeom>
        </p:spPr>
      </p:pic>
      <p:sp>
        <p:nvSpPr>
          <p:cNvPr id="12" name="ZoneTexte 11">
            <a:extLst>
              <a:ext uri="{FF2B5EF4-FFF2-40B4-BE49-F238E27FC236}">
                <a16:creationId xmlns:a16="http://schemas.microsoft.com/office/drawing/2014/main" id="{1D2E2DF0-A563-4EFF-A74D-0BE2935DA385}"/>
              </a:ext>
            </a:extLst>
          </p:cNvPr>
          <p:cNvSpPr txBox="1"/>
          <p:nvPr/>
        </p:nvSpPr>
        <p:spPr>
          <a:xfrm>
            <a:off x="6121956" y="1691478"/>
            <a:ext cx="502030" cy="369332"/>
          </a:xfrm>
          <a:prstGeom prst="rect">
            <a:avLst/>
          </a:prstGeom>
          <a:noFill/>
        </p:spPr>
        <p:txBody>
          <a:bodyPr wrap="square">
            <a:spAutoFit/>
          </a:bodyPr>
          <a:lstStyle/>
          <a:p>
            <a:r>
              <a:rPr lang="fr-FR" sz="1800"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rPr>
              <a:t>TA</a:t>
            </a:r>
          </a:p>
        </p:txBody>
      </p:sp>
      <p:pic>
        <p:nvPicPr>
          <p:cNvPr id="6" name="Image 5">
            <a:extLst>
              <a:ext uri="{FF2B5EF4-FFF2-40B4-BE49-F238E27FC236}">
                <a16:creationId xmlns:a16="http://schemas.microsoft.com/office/drawing/2014/main" id="{EBCD66CE-FED1-427A-B371-BA5A4ED4FD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7514" y="4499408"/>
            <a:ext cx="977240" cy="818769"/>
          </a:xfrm>
          <a:prstGeom prst="rect">
            <a:avLst/>
          </a:prstGeom>
        </p:spPr>
      </p:pic>
      <p:pic>
        <p:nvPicPr>
          <p:cNvPr id="14" name="Image 13">
            <a:extLst>
              <a:ext uri="{FF2B5EF4-FFF2-40B4-BE49-F238E27FC236}">
                <a16:creationId xmlns:a16="http://schemas.microsoft.com/office/drawing/2014/main" id="{731299C0-8ABF-4274-934C-0BB291C29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1664" y="4886832"/>
            <a:ext cx="1132893" cy="590550"/>
          </a:xfrm>
          <a:prstGeom prst="rect">
            <a:avLst/>
          </a:prstGeom>
        </p:spPr>
      </p:pic>
      <p:pic>
        <p:nvPicPr>
          <p:cNvPr id="16" name="Image 15">
            <a:extLst>
              <a:ext uri="{FF2B5EF4-FFF2-40B4-BE49-F238E27FC236}">
                <a16:creationId xmlns:a16="http://schemas.microsoft.com/office/drawing/2014/main" id="{7EF5EA16-47D7-428E-9314-6D273A6C75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18565" y="4279756"/>
            <a:ext cx="983614" cy="911642"/>
          </a:xfrm>
          <a:prstGeom prst="rect">
            <a:avLst/>
          </a:prstGeom>
        </p:spPr>
      </p:pic>
      <p:pic>
        <p:nvPicPr>
          <p:cNvPr id="18" name="Image 17">
            <a:extLst>
              <a:ext uri="{FF2B5EF4-FFF2-40B4-BE49-F238E27FC236}">
                <a16:creationId xmlns:a16="http://schemas.microsoft.com/office/drawing/2014/main" id="{1FB5B845-DD3B-47FB-96C4-5C3C62C1AFA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80240" y="2913459"/>
            <a:ext cx="725112" cy="886248"/>
          </a:xfrm>
          <a:prstGeom prst="rect">
            <a:avLst/>
          </a:prstGeom>
        </p:spPr>
      </p:pic>
      <p:pic>
        <p:nvPicPr>
          <p:cNvPr id="20" name="Image 19">
            <a:extLst>
              <a:ext uri="{FF2B5EF4-FFF2-40B4-BE49-F238E27FC236}">
                <a16:creationId xmlns:a16="http://schemas.microsoft.com/office/drawing/2014/main" id="{2931C184-B602-4995-AEC7-BDB535384AB7}"/>
              </a:ext>
            </a:extLst>
          </p:cNvPr>
          <p:cNvPicPr>
            <a:picLocks noChangeAspect="1"/>
          </p:cNvPicPr>
          <p:nvPr/>
        </p:nvPicPr>
        <p:blipFill rotWithShape="1">
          <a:blip r:embed="rId8">
            <a:extLst>
              <a:ext uri="{28A0092B-C50C-407E-A947-70E740481C1C}">
                <a14:useLocalDpi xmlns:a14="http://schemas.microsoft.com/office/drawing/2010/main" val="0"/>
              </a:ext>
            </a:extLst>
          </a:blip>
          <a:srcRect l="3760" r="1"/>
          <a:stretch/>
        </p:blipFill>
        <p:spPr>
          <a:xfrm>
            <a:off x="2587744" y="1711218"/>
            <a:ext cx="748390" cy="705847"/>
          </a:xfrm>
          <a:prstGeom prst="rect">
            <a:avLst/>
          </a:prstGeom>
        </p:spPr>
      </p:pic>
      <p:pic>
        <p:nvPicPr>
          <p:cNvPr id="22" name="Image 21">
            <a:extLst>
              <a:ext uri="{FF2B5EF4-FFF2-40B4-BE49-F238E27FC236}">
                <a16:creationId xmlns:a16="http://schemas.microsoft.com/office/drawing/2014/main" id="{A055FE62-45AF-49AD-A242-56CE350C3CF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30061" y="1728802"/>
            <a:ext cx="748389" cy="782406"/>
          </a:xfrm>
          <a:prstGeom prst="rect">
            <a:avLst/>
          </a:prstGeom>
        </p:spPr>
      </p:pic>
      <p:pic>
        <p:nvPicPr>
          <p:cNvPr id="24" name="Image 23">
            <a:extLst>
              <a:ext uri="{FF2B5EF4-FFF2-40B4-BE49-F238E27FC236}">
                <a16:creationId xmlns:a16="http://schemas.microsoft.com/office/drawing/2014/main" id="{1563F1E5-90B9-4C40-8E0E-2C7501AEA82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590330" y="3099582"/>
            <a:ext cx="1048911" cy="880336"/>
          </a:xfrm>
          <a:prstGeom prst="rect">
            <a:avLst/>
          </a:prstGeom>
        </p:spPr>
      </p:pic>
      <p:sp>
        <p:nvSpPr>
          <p:cNvPr id="28" name="ZoneTexte 27">
            <a:extLst>
              <a:ext uri="{FF2B5EF4-FFF2-40B4-BE49-F238E27FC236}">
                <a16:creationId xmlns:a16="http://schemas.microsoft.com/office/drawing/2014/main" id="{054CDDE3-0D80-491D-BEA2-9874F8F8368A}"/>
              </a:ext>
            </a:extLst>
          </p:cNvPr>
          <p:cNvSpPr txBox="1"/>
          <p:nvPr/>
        </p:nvSpPr>
        <p:spPr>
          <a:xfrm>
            <a:off x="2108069" y="2344315"/>
            <a:ext cx="1973494" cy="369332"/>
          </a:xfrm>
          <a:prstGeom prst="rect">
            <a:avLst/>
          </a:prstGeom>
          <a:noFill/>
        </p:spPr>
        <p:txBody>
          <a:bodyPr wrap="square">
            <a:spAutoFit/>
          </a:bodyPr>
          <a:lstStyle/>
          <a:p>
            <a:r>
              <a:rPr lang="fr-FR" sz="1800"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rPr>
              <a:t>Prendre des notes</a:t>
            </a:r>
          </a:p>
        </p:txBody>
      </p:sp>
      <p:sp>
        <p:nvSpPr>
          <p:cNvPr id="29" name="ZoneTexte 28">
            <a:extLst>
              <a:ext uri="{FF2B5EF4-FFF2-40B4-BE49-F238E27FC236}">
                <a16:creationId xmlns:a16="http://schemas.microsoft.com/office/drawing/2014/main" id="{605EC777-0E1C-4C58-82AF-E9EFF4FD7FAD}"/>
              </a:ext>
            </a:extLst>
          </p:cNvPr>
          <p:cNvSpPr txBox="1"/>
          <p:nvPr/>
        </p:nvSpPr>
        <p:spPr>
          <a:xfrm>
            <a:off x="1956045" y="3910424"/>
            <a:ext cx="2088402" cy="369332"/>
          </a:xfrm>
          <a:prstGeom prst="rect">
            <a:avLst/>
          </a:prstGeom>
          <a:noFill/>
        </p:spPr>
        <p:txBody>
          <a:bodyPr wrap="square">
            <a:spAutoFit/>
          </a:bodyPr>
          <a:lstStyle/>
          <a:p>
            <a:r>
              <a:rPr lang="fr-FR" sz="1800"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rPr>
              <a:t>Gestion des tâches </a:t>
            </a:r>
          </a:p>
        </p:txBody>
      </p:sp>
      <p:sp>
        <p:nvSpPr>
          <p:cNvPr id="30" name="ZoneTexte 29">
            <a:extLst>
              <a:ext uri="{FF2B5EF4-FFF2-40B4-BE49-F238E27FC236}">
                <a16:creationId xmlns:a16="http://schemas.microsoft.com/office/drawing/2014/main" id="{F8FFA25F-D746-44F2-86A7-37B6C4FBBBE0}"/>
              </a:ext>
            </a:extLst>
          </p:cNvPr>
          <p:cNvSpPr txBox="1"/>
          <p:nvPr/>
        </p:nvSpPr>
        <p:spPr>
          <a:xfrm>
            <a:off x="3025367" y="5247672"/>
            <a:ext cx="765228" cy="369332"/>
          </a:xfrm>
          <a:prstGeom prst="rect">
            <a:avLst/>
          </a:prstGeom>
          <a:noFill/>
        </p:spPr>
        <p:txBody>
          <a:bodyPr wrap="square">
            <a:spAutoFit/>
          </a:bodyPr>
          <a:lstStyle/>
          <a:p>
            <a:r>
              <a:rPr lang="fr-FR"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rPr>
              <a:t>Lire</a:t>
            </a:r>
            <a:endParaRPr lang="fr-FR" sz="1800"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endParaRPr>
          </a:p>
        </p:txBody>
      </p:sp>
      <p:sp>
        <p:nvSpPr>
          <p:cNvPr id="31" name="ZoneTexte 30">
            <a:extLst>
              <a:ext uri="{FF2B5EF4-FFF2-40B4-BE49-F238E27FC236}">
                <a16:creationId xmlns:a16="http://schemas.microsoft.com/office/drawing/2014/main" id="{AF5402FC-F2BA-4A28-8611-BE3C2B90BE5F}"/>
              </a:ext>
            </a:extLst>
          </p:cNvPr>
          <p:cNvSpPr txBox="1"/>
          <p:nvPr/>
        </p:nvSpPr>
        <p:spPr>
          <a:xfrm>
            <a:off x="4001762" y="5547921"/>
            <a:ext cx="2108509" cy="369332"/>
          </a:xfrm>
          <a:prstGeom prst="rect">
            <a:avLst/>
          </a:prstGeom>
          <a:noFill/>
        </p:spPr>
        <p:txBody>
          <a:bodyPr wrap="square">
            <a:spAutoFit/>
          </a:bodyPr>
          <a:lstStyle/>
          <a:p>
            <a:r>
              <a:rPr lang="fr-FR" sz="1800"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rPr>
              <a:t>Outils de recherche</a:t>
            </a:r>
          </a:p>
        </p:txBody>
      </p:sp>
      <p:sp>
        <p:nvSpPr>
          <p:cNvPr id="32" name="ZoneTexte 31">
            <a:extLst>
              <a:ext uri="{FF2B5EF4-FFF2-40B4-BE49-F238E27FC236}">
                <a16:creationId xmlns:a16="http://schemas.microsoft.com/office/drawing/2014/main" id="{0C4D9CDF-D514-4B86-8178-388F4D19A242}"/>
              </a:ext>
            </a:extLst>
          </p:cNvPr>
          <p:cNvSpPr txBox="1"/>
          <p:nvPr/>
        </p:nvSpPr>
        <p:spPr>
          <a:xfrm>
            <a:off x="8668904" y="5108050"/>
            <a:ext cx="846029" cy="369332"/>
          </a:xfrm>
          <a:prstGeom prst="rect">
            <a:avLst/>
          </a:prstGeom>
          <a:noFill/>
        </p:spPr>
        <p:txBody>
          <a:bodyPr wrap="square">
            <a:spAutoFit/>
          </a:bodyPr>
          <a:lstStyle/>
          <a:p>
            <a:r>
              <a:rPr lang="fr-FR" sz="1800"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rPr>
              <a:t>Ecrire</a:t>
            </a:r>
          </a:p>
        </p:txBody>
      </p:sp>
      <p:sp>
        <p:nvSpPr>
          <p:cNvPr id="33" name="ZoneTexte 32">
            <a:extLst>
              <a:ext uri="{FF2B5EF4-FFF2-40B4-BE49-F238E27FC236}">
                <a16:creationId xmlns:a16="http://schemas.microsoft.com/office/drawing/2014/main" id="{CB4B225C-61CD-42AD-8753-336F0A7A0C29}"/>
              </a:ext>
            </a:extLst>
          </p:cNvPr>
          <p:cNvSpPr txBox="1"/>
          <p:nvPr/>
        </p:nvSpPr>
        <p:spPr>
          <a:xfrm>
            <a:off x="9024528" y="3705447"/>
            <a:ext cx="1378396" cy="369332"/>
          </a:xfrm>
          <a:prstGeom prst="rect">
            <a:avLst/>
          </a:prstGeom>
          <a:noFill/>
        </p:spPr>
        <p:txBody>
          <a:bodyPr wrap="square">
            <a:spAutoFit/>
          </a:bodyPr>
          <a:lstStyle/>
          <a:p>
            <a:r>
              <a:rPr lang="fr-FR"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rPr>
              <a:t>Dicter (STT) </a:t>
            </a:r>
            <a:endParaRPr lang="fr-FR" sz="1800"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endParaRPr>
          </a:p>
        </p:txBody>
      </p:sp>
      <p:sp>
        <p:nvSpPr>
          <p:cNvPr id="34" name="ZoneTexte 33">
            <a:extLst>
              <a:ext uri="{FF2B5EF4-FFF2-40B4-BE49-F238E27FC236}">
                <a16:creationId xmlns:a16="http://schemas.microsoft.com/office/drawing/2014/main" id="{815348A3-88DB-4C64-BB2F-9221D808DA78}"/>
              </a:ext>
            </a:extLst>
          </p:cNvPr>
          <p:cNvSpPr txBox="1"/>
          <p:nvPr/>
        </p:nvSpPr>
        <p:spPr>
          <a:xfrm>
            <a:off x="8618565" y="2417065"/>
            <a:ext cx="2382289" cy="369332"/>
          </a:xfrm>
          <a:prstGeom prst="rect">
            <a:avLst/>
          </a:prstGeom>
          <a:noFill/>
        </p:spPr>
        <p:txBody>
          <a:bodyPr wrap="square">
            <a:spAutoFit/>
          </a:bodyPr>
          <a:lstStyle/>
          <a:p>
            <a:r>
              <a:rPr lang="fr-FR" sz="1800"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rPr>
              <a:t>Accessibilité intégrée</a:t>
            </a:r>
          </a:p>
        </p:txBody>
      </p:sp>
      <p:pic>
        <p:nvPicPr>
          <p:cNvPr id="36" name="Image 35">
            <a:extLst>
              <a:ext uri="{FF2B5EF4-FFF2-40B4-BE49-F238E27FC236}">
                <a16:creationId xmlns:a16="http://schemas.microsoft.com/office/drawing/2014/main" id="{12FD5689-3D31-4FBB-BDCC-90FAE3B5E83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854942" y="4825103"/>
            <a:ext cx="846029" cy="746496"/>
          </a:xfrm>
          <a:prstGeom prst="rect">
            <a:avLst/>
          </a:prstGeom>
        </p:spPr>
      </p:pic>
      <p:sp>
        <p:nvSpPr>
          <p:cNvPr id="38" name="ZoneTexte 37">
            <a:extLst>
              <a:ext uri="{FF2B5EF4-FFF2-40B4-BE49-F238E27FC236}">
                <a16:creationId xmlns:a16="http://schemas.microsoft.com/office/drawing/2014/main" id="{5F81A6B4-F285-4246-B3EF-EC5C47EFDFAC}"/>
              </a:ext>
            </a:extLst>
          </p:cNvPr>
          <p:cNvSpPr txBox="1"/>
          <p:nvPr/>
        </p:nvSpPr>
        <p:spPr>
          <a:xfrm>
            <a:off x="6510581" y="5549433"/>
            <a:ext cx="1534749" cy="646331"/>
          </a:xfrm>
          <a:prstGeom prst="rect">
            <a:avLst/>
          </a:prstGeom>
          <a:noFill/>
        </p:spPr>
        <p:txBody>
          <a:bodyPr wrap="square">
            <a:spAutoFit/>
          </a:bodyPr>
          <a:lstStyle/>
          <a:p>
            <a:r>
              <a:rPr lang="fr-FR" sz="1800"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rPr>
              <a:t>Ecouter </a:t>
            </a:r>
            <a:r>
              <a:rPr lang="fr-FR"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rPr>
              <a:t>(TTS) </a:t>
            </a:r>
            <a:endParaRPr lang="fr-FR" sz="1800"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endParaRPr>
          </a:p>
          <a:p>
            <a:r>
              <a:rPr lang="fr-FR" sz="1800" dirty="0">
                <a:solidFill>
                  <a:srgbClr val="003266"/>
                </a:solidFill>
                <a:latin typeface="Urdu Typesetting" panose="03020402040406030203" pitchFamily="66" charset="-78"/>
                <a:ea typeface="Segoe UI Black" panose="020B0A02040204020203" pitchFamily="34" charset="0"/>
                <a:cs typeface="Urdu Typesetting" panose="03020402040406030203" pitchFamily="66" charset="-78"/>
              </a:rPr>
              <a:t> </a:t>
            </a:r>
          </a:p>
        </p:txBody>
      </p:sp>
      <p:cxnSp>
        <p:nvCxnSpPr>
          <p:cNvPr id="39" name="Connecteur droit avec flèche 38">
            <a:extLst>
              <a:ext uri="{FF2B5EF4-FFF2-40B4-BE49-F238E27FC236}">
                <a16:creationId xmlns:a16="http://schemas.microsoft.com/office/drawing/2014/main" id="{E5A1A7A2-1811-41E5-BDA6-353472FA44E2}"/>
              </a:ext>
            </a:extLst>
          </p:cNvPr>
          <p:cNvCxnSpPr>
            <a:stCxn id="3" idx="1"/>
            <a:endCxn id="28" idx="3"/>
          </p:cNvCxnSpPr>
          <p:nvPr/>
        </p:nvCxnSpPr>
        <p:spPr>
          <a:xfrm flipH="1" flipV="1">
            <a:off x="4081563" y="2528981"/>
            <a:ext cx="1824812" cy="1668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Connecteur droit avec flèche 40">
            <a:extLst>
              <a:ext uri="{FF2B5EF4-FFF2-40B4-BE49-F238E27FC236}">
                <a16:creationId xmlns:a16="http://schemas.microsoft.com/office/drawing/2014/main" id="{0732865F-EBE4-41B8-A48B-E83C9839941F}"/>
              </a:ext>
            </a:extLst>
          </p:cNvPr>
          <p:cNvCxnSpPr>
            <a:stCxn id="3" idx="1"/>
            <a:endCxn id="29" idx="3"/>
          </p:cNvCxnSpPr>
          <p:nvPr/>
        </p:nvCxnSpPr>
        <p:spPr>
          <a:xfrm flipH="1">
            <a:off x="4044447" y="2695862"/>
            <a:ext cx="1861928" cy="13992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Connecteur droit avec flèche 42">
            <a:extLst>
              <a:ext uri="{FF2B5EF4-FFF2-40B4-BE49-F238E27FC236}">
                <a16:creationId xmlns:a16="http://schemas.microsoft.com/office/drawing/2014/main" id="{695E0970-9A2B-49F4-B308-D450E8226368}"/>
              </a:ext>
            </a:extLst>
          </p:cNvPr>
          <p:cNvCxnSpPr>
            <a:stCxn id="3" idx="1"/>
            <a:endCxn id="14" idx="0"/>
          </p:cNvCxnSpPr>
          <p:nvPr/>
        </p:nvCxnSpPr>
        <p:spPr>
          <a:xfrm flipH="1">
            <a:off x="5038111" y="2695862"/>
            <a:ext cx="868264" cy="2190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Connecteur droit avec flèche 46">
            <a:extLst>
              <a:ext uri="{FF2B5EF4-FFF2-40B4-BE49-F238E27FC236}">
                <a16:creationId xmlns:a16="http://schemas.microsoft.com/office/drawing/2014/main" id="{68DFFD1A-D53E-4E06-ADBE-E16796576709}"/>
              </a:ext>
            </a:extLst>
          </p:cNvPr>
          <p:cNvCxnSpPr>
            <a:stCxn id="3" idx="3"/>
            <a:endCxn id="16" idx="1"/>
          </p:cNvCxnSpPr>
          <p:nvPr/>
        </p:nvCxnSpPr>
        <p:spPr>
          <a:xfrm>
            <a:off x="7239469" y="2695862"/>
            <a:ext cx="1379096" cy="20397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Connecteur droit avec flèche 48">
            <a:extLst>
              <a:ext uri="{FF2B5EF4-FFF2-40B4-BE49-F238E27FC236}">
                <a16:creationId xmlns:a16="http://schemas.microsoft.com/office/drawing/2014/main" id="{1B2E92DA-BA67-408F-BBDC-B78B8B568082}"/>
              </a:ext>
            </a:extLst>
          </p:cNvPr>
          <p:cNvCxnSpPr>
            <a:stCxn id="3" idx="3"/>
            <a:endCxn id="18" idx="1"/>
          </p:cNvCxnSpPr>
          <p:nvPr/>
        </p:nvCxnSpPr>
        <p:spPr>
          <a:xfrm>
            <a:off x="7239469" y="2695862"/>
            <a:ext cx="2140771" cy="6607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Connecteur droit avec flèche 50">
            <a:extLst>
              <a:ext uri="{FF2B5EF4-FFF2-40B4-BE49-F238E27FC236}">
                <a16:creationId xmlns:a16="http://schemas.microsoft.com/office/drawing/2014/main" id="{4F2917ED-76B3-442F-9A29-FD81516B966C}"/>
              </a:ext>
            </a:extLst>
          </p:cNvPr>
          <p:cNvCxnSpPr>
            <a:stCxn id="3" idx="3"/>
            <a:endCxn id="22" idx="1"/>
          </p:cNvCxnSpPr>
          <p:nvPr/>
        </p:nvCxnSpPr>
        <p:spPr>
          <a:xfrm flipV="1">
            <a:off x="7239469" y="2120005"/>
            <a:ext cx="1990592" cy="5758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Connecteur droit avec flèche 52">
            <a:extLst>
              <a:ext uri="{FF2B5EF4-FFF2-40B4-BE49-F238E27FC236}">
                <a16:creationId xmlns:a16="http://schemas.microsoft.com/office/drawing/2014/main" id="{45A08A36-0C77-4B72-B964-1169EF11BEE3}"/>
              </a:ext>
            </a:extLst>
          </p:cNvPr>
          <p:cNvCxnSpPr>
            <a:stCxn id="3" idx="2"/>
            <a:endCxn id="36" idx="0"/>
          </p:cNvCxnSpPr>
          <p:nvPr/>
        </p:nvCxnSpPr>
        <p:spPr>
          <a:xfrm>
            <a:off x="6572922" y="3348523"/>
            <a:ext cx="705035" cy="14765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5" name="Diagramme 34">
            <a:extLst>
              <a:ext uri="{FF2B5EF4-FFF2-40B4-BE49-F238E27FC236}">
                <a16:creationId xmlns:a16="http://schemas.microsoft.com/office/drawing/2014/main" id="{EFD3DE81-96CA-4EAD-B3FF-C36B2872BA99}"/>
              </a:ext>
            </a:extLst>
          </p:cNvPr>
          <p:cNvGraphicFramePr/>
          <p:nvPr>
            <p:extLst>
              <p:ext uri="{D42A27DB-BD31-4B8C-83A1-F6EECF244321}">
                <p14:modId xmlns:p14="http://schemas.microsoft.com/office/powerpoint/2010/main" val="1070537245"/>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272371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Google Shape;199;p33">
            <a:extLst>
              <a:ext uri="{FF2B5EF4-FFF2-40B4-BE49-F238E27FC236}">
                <a16:creationId xmlns:a16="http://schemas.microsoft.com/office/drawing/2014/main" id="{C170671E-FE38-47FB-8161-6FF2218E7A22}"/>
              </a:ext>
            </a:extLst>
          </p:cNvPr>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chemeClr val="accent6"/>
                </a:solidFill>
                <a:latin typeface="Times New Roman" panose="02020603050405020304" pitchFamily="18" charset="0"/>
                <a:ea typeface="Exo 2"/>
                <a:cs typeface="Times New Roman" panose="02020603050405020304" pitchFamily="18" charset="0"/>
                <a:sym typeface="Calibri"/>
              </a:rPr>
              <a:t>7</a:t>
            </a:r>
            <a:endParaRPr lang="fr-FR" sz="1600" b="1" kern="0" dirty="0">
              <a:solidFill>
                <a:schemeClr val="accent6"/>
              </a:solidFill>
              <a:latin typeface="Times New Roman" panose="02020603050405020304" pitchFamily="18" charset="0"/>
              <a:ea typeface="Exo 2"/>
              <a:cs typeface="Times New Roman" panose="02020603050405020304" pitchFamily="18" charset="0"/>
              <a:sym typeface="Exo 2"/>
            </a:endParaRPr>
          </a:p>
        </p:txBody>
      </p:sp>
      <p:sp>
        <p:nvSpPr>
          <p:cNvPr id="6" name="Google Shape;175;p31"/>
          <p:cNvSpPr txBox="1">
            <a:spLocks/>
          </p:cNvSpPr>
          <p:nvPr/>
        </p:nvSpPr>
        <p:spPr>
          <a:xfrm flipH="1">
            <a:off x="-2" y="702127"/>
            <a:ext cx="119461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Solution proposée</a:t>
            </a:r>
          </a:p>
        </p:txBody>
      </p:sp>
      <p:cxnSp>
        <p:nvCxnSpPr>
          <p:cNvPr id="7"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sp>
        <p:nvSpPr>
          <p:cNvPr id="9" name="ZoneTexte 8">
            <a:extLst>
              <a:ext uri="{FF2B5EF4-FFF2-40B4-BE49-F238E27FC236}">
                <a16:creationId xmlns:a16="http://schemas.microsoft.com/office/drawing/2014/main" id="{D569E381-0C61-4975-BA76-B728B054EF17}"/>
              </a:ext>
            </a:extLst>
          </p:cNvPr>
          <p:cNvSpPr txBox="1"/>
          <p:nvPr/>
        </p:nvSpPr>
        <p:spPr>
          <a:xfrm>
            <a:off x="3288254" y="1195150"/>
            <a:ext cx="5457714" cy="769441"/>
          </a:xfrm>
          <a:prstGeom prst="rect">
            <a:avLst/>
          </a:prstGeom>
          <a:noFill/>
        </p:spPr>
        <p:txBody>
          <a:bodyPr wrap="square" rtlCol="0">
            <a:spAutoFit/>
          </a:bodyPr>
          <a:lstStyle/>
          <a:p>
            <a:r>
              <a:rPr lang="fr-FR" sz="4400" dirty="0">
                <a:solidFill>
                  <a:srgbClr val="9AA6D5"/>
                </a:solidFill>
                <a:latin typeface="Urdu Typesetting" panose="03020402040406030203" pitchFamily="66" charset="-78"/>
                <a:ea typeface="Segoe UI Black" panose="020B0A02040204020203" pitchFamily="34" charset="0"/>
                <a:cs typeface="Urdu Typesetting" panose="03020402040406030203" pitchFamily="66" charset="-78"/>
              </a:rPr>
              <a:t>Application de bureau</a:t>
            </a:r>
          </a:p>
        </p:txBody>
      </p:sp>
      <p:pic>
        <p:nvPicPr>
          <p:cNvPr id="5" name="Image 4">
            <a:extLst>
              <a:ext uri="{FF2B5EF4-FFF2-40B4-BE49-F238E27FC236}">
                <a16:creationId xmlns:a16="http://schemas.microsoft.com/office/drawing/2014/main" id="{BA938EE2-C73C-49DB-B97B-8594B2C35015}"/>
              </a:ext>
            </a:extLst>
          </p:cNvPr>
          <p:cNvPicPr>
            <a:picLocks noChangeAspect="1"/>
          </p:cNvPicPr>
          <p:nvPr/>
        </p:nvPicPr>
        <p:blipFill rotWithShape="1">
          <a:blip r:embed="rId3">
            <a:extLst>
              <a:ext uri="{28A0092B-C50C-407E-A947-70E740481C1C}">
                <a14:useLocalDpi xmlns:a14="http://schemas.microsoft.com/office/drawing/2010/main" val="0"/>
              </a:ext>
            </a:extLst>
          </a:blip>
          <a:srcRect l="29084" t="14385" r="29192" b="27174"/>
          <a:stretch/>
        </p:blipFill>
        <p:spPr>
          <a:xfrm>
            <a:off x="4438830" y="1964591"/>
            <a:ext cx="3041814" cy="2337463"/>
          </a:xfrm>
          <a:prstGeom prst="rect">
            <a:avLst/>
          </a:prstGeom>
        </p:spPr>
      </p:pic>
      <p:grpSp>
        <p:nvGrpSpPr>
          <p:cNvPr id="12" name="Groupe 11">
            <a:extLst>
              <a:ext uri="{FF2B5EF4-FFF2-40B4-BE49-F238E27FC236}">
                <a16:creationId xmlns:a16="http://schemas.microsoft.com/office/drawing/2014/main" id="{B34AEFDF-3AA1-4481-8CAA-34A99D545602}"/>
              </a:ext>
            </a:extLst>
          </p:cNvPr>
          <p:cNvGrpSpPr/>
          <p:nvPr/>
        </p:nvGrpSpPr>
        <p:grpSpPr>
          <a:xfrm>
            <a:off x="612068" y="2468686"/>
            <a:ext cx="2728002" cy="1833368"/>
            <a:chOff x="4564916" y="1652935"/>
            <a:chExt cx="1162828" cy="581414"/>
          </a:xfrm>
        </p:grpSpPr>
        <p:sp>
          <p:nvSpPr>
            <p:cNvPr id="13" name="Rectangle 12">
              <a:extLst>
                <a:ext uri="{FF2B5EF4-FFF2-40B4-BE49-F238E27FC236}">
                  <a16:creationId xmlns:a16="http://schemas.microsoft.com/office/drawing/2014/main" id="{849F667C-E8EB-47BB-984F-6C244BE65942}"/>
                </a:ext>
              </a:extLst>
            </p:cNvPr>
            <p:cNvSpPr/>
            <p:nvPr/>
          </p:nvSpPr>
          <p:spPr>
            <a:xfrm>
              <a:off x="4564916" y="1652935"/>
              <a:ext cx="1162828" cy="581414"/>
            </a:xfrm>
            <a:prstGeom prst="rect">
              <a:avLst/>
            </a:prstGeom>
            <a:solidFill>
              <a:srgbClr val="00336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4" name="ZoneTexte 13">
              <a:extLst>
                <a:ext uri="{FF2B5EF4-FFF2-40B4-BE49-F238E27FC236}">
                  <a16:creationId xmlns:a16="http://schemas.microsoft.com/office/drawing/2014/main" id="{76339235-6752-455B-A83B-838D40969FE0}"/>
                </a:ext>
              </a:extLst>
            </p:cNvPr>
            <p:cNvSpPr txBox="1"/>
            <p:nvPr/>
          </p:nvSpPr>
          <p:spPr>
            <a:xfrm>
              <a:off x="4564916" y="1652935"/>
              <a:ext cx="1162828" cy="5814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2400" kern="1200" dirty="0">
                  <a:latin typeface="OpenDyslexic" panose="00000500000000000000" pitchFamily="50" charset="0"/>
                </a:rPr>
                <a:t>Un </a:t>
              </a:r>
              <a:r>
                <a:rPr lang="en-US" sz="2400" kern="1200" dirty="0" err="1">
                  <a:latin typeface="OpenDyslexic" panose="00000500000000000000" pitchFamily="50" charset="0"/>
                </a:rPr>
                <a:t>outil</a:t>
              </a:r>
              <a:r>
                <a:rPr lang="en-US" sz="2400" kern="1200" dirty="0">
                  <a:latin typeface="OpenDyslexic" panose="00000500000000000000" pitchFamily="50" charset="0"/>
                </a:rPr>
                <a:t> d</a:t>
              </a:r>
              <a:r>
                <a:rPr lang="fr-FR" sz="2400" kern="1200" dirty="0">
                  <a:latin typeface="OpenDyslexic" panose="00000500000000000000" pitchFamily="50" charset="0"/>
                </a:rPr>
                <a:t>’aide adé</a:t>
              </a:r>
              <a:r>
                <a:rPr lang="fr-FR" sz="2400" dirty="0">
                  <a:latin typeface="OpenDyslexic" panose="00000500000000000000" pitchFamily="50" charset="0"/>
                </a:rPr>
                <a:t>quat et disponible </a:t>
              </a:r>
              <a:endParaRPr lang="fr-FR" sz="2400" kern="1200" dirty="0">
                <a:latin typeface="OpenDyslexic" panose="00000500000000000000" pitchFamily="50" charset="0"/>
              </a:endParaRPr>
            </a:p>
          </p:txBody>
        </p:sp>
      </p:grpSp>
      <p:grpSp>
        <p:nvGrpSpPr>
          <p:cNvPr id="15" name="Groupe 14">
            <a:extLst>
              <a:ext uri="{FF2B5EF4-FFF2-40B4-BE49-F238E27FC236}">
                <a16:creationId xmlns:a16="http://schemas.microsoft.com/office/drawing/2014/main" id="{CA558CD6-05DE-4F53-BE37-66F145E92AE5}"/>
              </a:ext>
            </a:extLst>
          </p:cNvPr>
          <p:cNvGrpSpPr/>
          <p:nvPr/>
        </p:nvGrpSpPr>
        <p:grpSpPr>
          <a:xfrm>
            <a:off x="4378363" y="4761580"/>
            <a:ext cx="3162748" cy="2004980"/>
            <a:chOff x="4564916" y="1652935"/>
            <a:chExt cx="1162828" cy="581414"/>
          </a:xfrm>
        </p:grpSpPr>
        <p:sp>
          <p:nvSpPr>
            <p:cNvPr id="16" name="Rectangle 15">
              <a:extLst>
                <a:ext uri="{FF2B5EF4-FFF2-40B4-BE49-F238E27FC236}">
                  <a16:creationId xmlns:a16="http://schemas.microsoft.com/office/drawing/2014/main" id="{852534BB-A173-4006-B8F7-A67AB1995B87}"/>
                </a:ext>
              </a:extLst>
            </p:cNvPr>
            <p:cNvSpPr/>
            <p:nvPr/>
          </p:nvSpPr>
          <p:spPr>
            <a:xfrm>
              <a:off x="4564916" y="1652935"/>
              <a:ext cx="1162828" cy="581414"/>
            </a:xfrm>
            <a:prstGeom prst="rect">
              <a:avLst/>
            </a:prstGeom>
            <a:solidFill>
              <a:srgbClr val="00336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7" name="ZoneTexte 16">
              <a:extLst>
                <a:ext uri="{FF2B5EF4-FFF2-40B4-BE49-F238E27FC236}">
                  <a16:creationId xmlns:a16="http://schemas.microsoft.com/office/drawing/2014/main" id="{37B28FB5-5E65-4FEE-B5EF-847166911C52}"/>
                </a:ext>
              </a:extLst>
            </p:cNvPr>
            <p:cNvSpPr txBox="1"/>
            <p:nvPr/>
          </p:nvSpPr>
          <p:spPr>
            <a:xfrm>
              <a:off x="4564916" y="1652935"/>
              <a:ext cx="1162828" cy="5814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2400" dirty="0">
                  <a:latin typeface="OpenDyslexic" panose="00000500000000000000" pitchFamily="50" charset="0"/>
                </a:rPr>
                <a:t>Lire, </a:t>
              </a:r>
              <a:r>
                <a:rPr lang="fr-FR" sz="2400" dirty="0">
                  <a:latin typeface="OpenDyslexic" panose="00000500000000000000" pitchFamily="50" charset="0"/>
                </a:rPr>
                <a:t>écrire et épeler d’une manière satisfaisante et correcte</a:t>
              </a:r>
              <a:endParaRPr lang="fr-FR" sz="2400" kern="1200" dirty="0">
                <a:latin typeface="OpenDyslexic" panose="00000500000000000000" pitchFamily="50" charset="0"/>
              </a:endParaRPr>
            </a:p>
          </p:txBody>
        </p:sp>
      </p:grpSp>
      <p:grpSp>
        <p:nvGrpSpPr>
          <p:cNvPr id="18" name="Groupe 17">
            <a:extLst>
              <a:ext uri="{FF2B5EF4-FFF2-40B4-BE49-F238E27FC236}">
                <a16:creationId xmlns:a16="http://schemas.microsoft.com/office/drawing/2014/main" id="{F07D5C58-9B77-4760-99A9-D160BAAC246D}"/>
              </a:ext>
            </a:extLst>
          </p:cNvPr>
          <p:cNvGrpSpPr/>
          <p:nvPr/>
        </p:nvGrpSpPr>
        <p:grpSpPr>
          <a:xfrm>
            <a:off x="8745967" y="2489196"/>
            <a:ext cx="2750148" cy="1792348"/>
            <a:chOff x="4564916" y="1652935"/>
            <a:chExt cx="1162828" cy="581414"/>
          </a:xfrm>
        </p:grpSpPr>
        <p:sp>
          <p:nvSpPr>
            <p:cNvPr id="19" name="Rectangle 18">
              <a:extLst>
                <a:ext uri="{FF2B5EF4-FFF2-40B4-BE49-F238E27FC236}">
                  <a16:creationId xmlns:a16="http://schemas.microsoft.com/office/drawing/2014/main" id="{18ED6B24-C770-4FB5-B682-A69EB697DA3C}"/>
                </a:ext>
              </a:extLst>
            </p:cNvPr>
            <p:cNvSpPr/>
            <p:nvPr/>
          </p:nvSpPr>
          <p:spPr>
            <a:xfrm>
              <a:off x="4564916" y="1652935"/>
              <a:ext cx="1162828" cy="581414"/>
            </a:xfrm>
            <a:prstGeom prst="rect">
              <a:avLst/>
            </a:prstGeom>
            <a:solidFill>
              <a:srgbClr val="00336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0" name="ZoneTexte 19">
              <a:extLst>
                <a:ext uri="{FF2B5EF4-FFF2-40B4-BE49-F238E27FC236}">
                  <a16:creationId xmlns:a16="http://schemas.microsoft.com/office/drawing/2014/main" id="{AA03721B-D36E-4A08-8F4C-A32B15DC24CC}"/>
                </a:ext>
              </a:extLst>
            </p:cNvPr>
            <p:cNvSpPr txBox="1"/>
            <p:nvPr/>
          </p:nvSpPr>
          <p:spPr>
            <a:xfrm>
              <a:off x="4564916" y="1652935"/>
              <a:ext cx="1162828" cy="5814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2400" dirty="0">
                  <a:latin typeface="OpenDyslexic" panose="00000500000000000000" pitchFamily="50" charset="0"/>
                </a:rPr>
                <a:t>Se </a:t>
              </a:r>
              <a:r>
                <a:rPr lang="en-US" sz="2400" dirty="0" err="1">
                  <a:latin typeface="OpenDyslexic" panose="00000500000000000000" pitchFamily="50" charset="0"/>
                </a:rPr>
                <a:t>bénéficier</a:t>
              </a:r>
              <a:r>
                <a:rPr lang="en-US" sz="2400" dirty="0">
                  <a:latin typeface="OpenDyslexic" panose="00000500000000000000" pitchFamily="50" charset="0"/>
                </a:rPr>
                <a:t> des </a:t>
              </a:r>
              <a:r>
                <a:rPr lang="en-US" sz="2400" dirty="0" err="1">
                  <a:latin typeface="OpenDyslexic" panose="00000500000000000000" pitchFamily="50" charset="0"/>
                </a:rPr>
                <a:t>outils</a:t>
              </a:r>
              <a:r>
                <a:rPr lang="en-US" sz="2400" dirty="0">
                  <a:latin typeface="OpenDyslexic" panose="00000500000000000000" pitchFamily="50" charset="0"/>
                </a:rPr>
                <a:t> </a:t>
              </a:r>
              <a:r>
                <a:rPr lang="en-US" sz="2400" dirty="0" err="1">
                  <a:latin typeface="OpenDyslexic" panose="00000500000000000000" pitchFamily="50" charset="0"/>
                </a:rPr>
                <a:t>pédagogiques</a:t>
              </a:r>
              <a:r>
                <a:rPr lang="en-US" sz="2400" dirty="0">
                  <a:latin typeface="OpenDyslexic" panose="00000500000000000000" pitchFamily="50" charset="0"/>
                </a:rPr>
                <a:t> </a:t>
              </a:r>
              <a:r>
                <a:rPr lang="en-US" sz="2400" dirty="0" err="1">
                  <a:latin typeface="OpenDyslexic" panose="00000500000000000000" pitchFamily="50" charset="0"/>
                </a:rPr>
                <a:t>supplémentaires</a:t>
              </a:r>
              <a:r>
                <a:rPr lang="en-US" sz="2400" dirty="0">
                  <a:latin typeface="OpenDyslexic" panose="00000500000000000000" pitchFamily="50" charset="0"/>
                </a:rPr>
                <a:t> </a:t>
              </a:r>
              <a:endParaRPr lang="fr-FR" sz="2400" kern="1200" dirty="0">
                <a:latin typeface="OpenDyslexic" panose="00000500000000000000" pitchFamily="50" charset="0"/>
              </a:endParaRPr>
            </a:p>
          </p:txBody>
        </p:sp>
      </p:grpSp>
      <p:cxnSp>
        <p:nvCxnSpPr>
          <p:cNvPr id="21" name="Connecteur droit avec flèche 20">
            <a:extLst>
              <a:ext uri="{FF2B5EF4-FFF2-40B4-BE49-F238E27FC236}">
                <a16:creationId xmlns:a16="http://schemas.microsoft.com/office/drawing/2014/main" id="{7D0180ED-6EA7-4A91-AFEB-063567A47706}"/>
              </a:ext>
            </a:extLst>
          </p:cNvPr>
          <p:cNvCxnSpPr>
            <a:stCxn id="5" idx="1"/>
            <a:endCxn id="14" idx="3"/>
          </p:cNvCxnSpPr>
          <p:nvPr/>
        </p:nvCxnSpPr>
        <p:spPr>
          <a:xfrm flipH="1">
            <a:off x="3340070" y="3133323"/>
            <a:ext cx="1098760" cy="252047"/>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43FA18DA-5B7D-4316-8D5A-5FD285DAB194}"/>
              </a:ext>
            </a:extLst>
          </p:cNvPr>
          <p:cNvCxnSpPr>
            <a:stCxn id="5" idx="3"/>
            <a:endCxn id="20" idx="1"/>
          </p:cNvCxnSpPr>
          <p:nvPr/>
        </p:nvCxnSpPr>
        <p:spPr>
          <a:xfrm>
            <a:off x="7480644" y="3133323"/>
            <a:ext cx="1265323" cy="2520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2E11D13A-98B3-425A-9ED0-F7AD14AFE490}"/>
              </a:ext>
            </a:extLst>
          </p:cNvPr>
          <p:cNvCxnSpPr>
            <a:stCxn id="5" idx="2"/>
            <a:endCxn id="17" idx="0"/>
          </p:cNvCxnSpPr>
          <p:nvPr/>
        </p:nvCxnSpPr>
        <p:spPr>
          <a:xfrm>
            <a:off x="5959737" y="4302054"/>
            <a:ext cx="0" cy="4595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2" name="Diagramme 21">
            <a:extLst>
              <a:ext uri="{FF2B5EF4-FFF2-40B4-BE49-F238E27FC236}">
                <a16:creationId xmlns:a16="http://schemas.microsoft.com/office/drawing/2014/main" id="{A0B56470-9140-46CE-953E-1E5843A58257}"/>
              </a:ext>
            </a:extLst>
          </p:cNvPr>
          <p:cNvGraphicFramePr/>
          <p:nvPr>
            <p:extLst>
              <p:ext uri="{D42A27DB-BD31-4B8C-83A1-F6EECF244321}">
                <p14:modId xmlns:p14="http://schemas.microsoft.com/office/powerpoint/2010/main" val="1259945266"/>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6903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175;p31"/>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Contexte du projet</a:t>
            </a:r>
          </a:p>
        </p:txBody>
      </p:sp>
      <p:cxnSp>
        <p:nvCxnSpPr>
          <p:cNvPr id="12"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sp>
        <p:nvSpPr>
          <p:cNvPr id="6" name="Google Shape;199;p33">
            <a:extLst>
              <a:ext uri="{FF2B5EF4-FFF2-40B4-BE49-F238E27FC236}">
                <a16:creationId xmlns:a16="http://schemas.microsoft.com/office/drawing/2014/main" id="{5A9D6760-6DDC-4DE4-8B99-27D920E4BA30}"/>
              </a:ext>
            </a:extLst>
          </p:cNvPr>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en-US" sz="1600" b="1" kern="0" dirty="0">
                <a:solidFill>
                  <a:schemeClr val="accent6"/>
                </a:solidFill>
                <a:latin typeface="Times New Roman" panose="02020603050405020304" pitchFamily="18" charset="0"/>
                <a:ea typeface="Exo 2"/>
                <a:cs typeface="Times New Roman" panose="02020603050405020304" pitchFamily="18" charset="0"/>
                <a:sym typeface="Calibri"/>
              </a:rPr>
              <a:t>8</a:t>
            </a:r>
            <a:endParaRPr lang="fr-FR" sz="1600" b="1" kern="0" dirty="0">
              <a:solidFill>
                <a:schemeClr val="accent6"/>
              </a:solidFill>
              <a:latin typeface="Times New Roman" panose="02020603050405020304" pitchFamily="18" charset="0"/>
              <a:ea typeface="Exo 2"/>
              <a:cs typeface="Times New Roman" panose="02020603050405020304" pitchFamily="18" charset="0"/>
              <a:sym typeface="Exo 2"/>
            </a:endParaRPr>
          </a:p>
        </p:txBody>
      </p:sp>
      <p:pic>
        <p:nvPicPr>
          <p:cNvPr id="3" name="Image 2">
            <a:extLst>
              <a:ext uri="{FF2B5EF4-FFF2-40B4-BE49-F238E27FC236}">
                <a16:creationId xmlns:a16="http://schemas.microsoft.com/office/drawing/2014/main" id="{D74DE108-74A0-45F4-A959-CBAD5CC133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732" y="1812473"/>
            <a:ext cx="10772775" cy="4343400"/>
          </a:xfrm>
          <a:prstGeom prst="rect">
            <a:avLst/>
          </a:prstGeom>
        </p:spPr>
      </p:pic>
      <p:sp>
        <p:nvSpPr>
          <p:cNvPr id="9" name="ZoneTexte 8">
            <a:extLst>
              <a:ext uri="{FF2B5EF4-FFF2-40B4-BE49-F238E27FC236}">
                <a16:creationId xmlns:a16="http://schemas.microsoft.com/office/drawing/2014/main" id="{11C73141-B744-472F-928B-7B59582201E2}"/>
              </a:ext>
            </a:extLst>
          </p:cNvPr>
          <p:cNvSpPr txBox="1"/>
          <p:nvPr/>
        </p:nvSpPr>
        <p:spPr>
          <a:xfrm>
            <a:off x="7796732" y="2564235"/>
            <a:ext cx="6155266" cy="830997"/>
          </a:xfrm>
          <a:prstGeom prst="rect">
            <a:avLst/>
          </a:prstGeom>
          <a:noFill/>
        </p:spPr>
        <p:txBody>
          <a:bodyPr wrap="square">
            <a:spAutoFit/>
          </a:bodyPr>
          <a:lstStyle/>
          <a:p>
            <a:r>
              <a:rPr lang="fr-FR" sz="1600" dirty="0">
                <a:latin typeface="Times New Roman" panose="02020603050405020304" pitchFamily="18" charset="0"/>
                <a:cs typeface="Times New Roman" panose="02020603050405020304" pitchFamily="18" charset="0"/>
              </a:rPr>
              <a:t>Capacités d'apprentissage lentes</a:t>
            </a:r>
          </a:p>
          <a:p>
            <a:r>
              <a:rPr lang="fr-FR" sz="1600" dirty="0">
                <a:latin typeface="Times New Roman" panose="02020603050405020304" pitchFamily="18" charset="0"/>
                <a:cs typeface="Times New Roman" panose="02020603050405020304" pitchFamily="18" charset="0"/>
              </a:rPr>
              <a:t> et insuffisantes</a:t>
            </a:r>
            <a:r>
              <a:rPr lang="fr-FR" sz="1600" dirty="0"/>
              <a:t>.</a:t>
            </a:r>
          </a:p>
          <a:p>
            <a:endParaRPr lang="fr-FR" sz="1600" dirty="0"/>
          </a:p>
        </p:txBody>
      </p:sp>
      <p:sp>
        <p:nvSpPr>
          <p:cNvPr id="14" name="ZoneTexte 13">
            <a:extLst>
              <a:ext uri="{FF2B5EF4-FFF2-40B4-BE49-F238E27FC236}">
                <a16:creationId xmlns:a16="http://schemas.microsoft.com/office/drawing/2014/main" id="{E6FC8ABE-B647-43EF-8A80-6C099AE16D89}"/>
              </a:ext>
            </a:extLst>
          </p:cNvPr>
          <p:cNvSpPr txBox="1"/>
          <p:nvPr/>
        </p:nvSpPr>
        <p:spPr>
          <a:xfrm>
            <a:off x="1064238" y="3946238"/>
            <a:ext cx="6155266" cy="584775"/>
          </a:xfrm>
          <a:prstGeom prst="rect">
            <a:avLst/>
          </a:prstGeom>
          <a:noFill/>
        </p:spPr>
        <p:txBody>
          <a:bodyPr wrap="square">
            <a:spAutoFit/>
          </a:bodyPr>
          <a:lstStyle/>
          <a:p>
            <a:r>
              <a:rPr lang="fr-FR" sz="1600" dirty="0">
                <a:latin typeface="Times New Roman" panose="02020603050405020304" pitchFamily="18" charset="0"/>
              </a:rPr>
              <a:t>Développer une application de</a:t>
            </a:r>
          </a:p>
          <a:p>
            <a:r>
              <a:rPr lang="fr-FR" sz="1600" dirty="0">
                <a:latin typeface="Times New Roman" panose="02020603050405020304" pitchFamily="18" charset="0"/>
              </a:rPr>
              <a:t> bureau.</a:t>
            </a:r>
            <a:endParaRPr lang="fr-FR" sz="1600" dirty="0"/>
          </a:p>
        </p:txBody>
      </p:sp>
      <p:sp>
        <p:nvSpPr>
          <p:cNvPr id="15" name="ZoneTexte 14">
            <a:extLst>
              <a:ext uri="{FF2B5EF4-FFF2-40B4-BE49-F238E27FC236}">
                <a16:creationId xmlns:a16="http://schemas.microsoft.com/office/drawing/2014/main" id="{0D64B884-7DCF-4471-B88B-3F54A2D97C48}"/>
              </a:ext>
            </a:extLst>
          </p:cNvPr>
          <p:cNvSpPr txBox="1"/>
          <p:nvPr/>
        </p:nvSpPr>
        <p:spPr>
          <a:xfrm>
            <a:off x="1317636" y="5406695"/>
            <a:ext cx="6155266" cy="338554"/>
          </a:xfrm>
          <a:prstGeom prst="rect">
            <a:avLst/>
          </a:prstGeom>
          <a:noFill/>
        </p:spPr>
        <p:txBody>
          <a:bodyPr wrap="square">
            <a:spAutoFit/>
          </a:bodyPr>
          <a:lstStyle/>
          <a:p>
            <a:r>
              <a:rPr lang="fr-FR" sz="1600" dirty="0">
                <a:latin typeface="Times New Roman" panose="02020603050405020304" pitchFamily="18" charset="0"/>
              </a:rPr>
              <a:t>2ème semestre de l’année 2022.</a:t>
            </a:r>
            <a:endParaRPr lang="fr-FR" sz="1600" dirty="0"/>
          </a:p>
        </p:txBody>
      </p:sp>
      <p:sp>
        <p:nvSpPr>
          <p:cNvPr id="16" name="ZoneTexte 15">
            <a:extLst>
              <a:ext uri="{FF2B5EF4-FFF2-40B4-BE49-F238E27FC236}">
                <a16:creationId xmlns:a16="http://schemas.microsoft.com/office/drawing/2014/main" id="{11C8E29E-865B-49ED-A4BA-E2537A596C7A}"/>
              </a:ext>
            </a:extLst>
          </p:cNvPr>
          <p:cNvSpPr txBox="1"/>
          <p:nvPr/>
        </p:nvSpPr>
        <p:spPr>
          <a:xfrm>
            <a:off x="1419240" y="2558152"/>
            <a:ext cx="6155266" cy="584775"/>
          </a:xfrm>
          <a:prstGeom prst="rect">
            <a:avLst/>
          </a:prstGeom>
          <a:noFill/>
        </p:spPr>
        <p:txBody>
          <a:bodyPr wrap="square">
            <a:spAutoFit/>
          </a:bodyPr>
          <a:lstStyle/>
          <a:p>
            <a:r>
              <a:rPr lang="fr-FR" sz="1600" dirty="0">
                <a:latin typeface="Times New Roman" panose="02020603050405020304" pitchFamily="18" charset="0"/>
              </a:rPr>
              <a:t>Aider les dyslexiques a réussir</a:t>
            </a:r>
          </a:p>
          <a:p>
            <a:r>
              <a:rPr lang="fr-FR" sz="1600" dirty="0">
                <a:latin typeface="Times New Roman" panose="02020603050405020304" pitchFamily="18" charset="0"/>
              </a:rPr>
              <a:t> leurs vies scolaires et académiques.</a:t>
            </a:r>
            <a:endParaRPr lang="fr-FR" sz="1600" dirty="0"/>
          </a:p>
        </p:txBody>
      </p:sp>
      <p:sp>
        <p:nvSpPr>
          <p:cNvPr id="17" name="ZoneTexte 16">
            <a:extLst>
              <a:ext uri="{FF2B5EF4-FFF2-40B4-BE49-F238E27FC236}">
                <a16:creationId xmlns:a16="http://schemas.microsoft.com/office/drawing/2014/main" id="{4E671958-C9DF-4CF4-B143-9AB08B1DD6F2}"/>
              </a:ext>
            </a:extLst>
          </p:cNvPr>
          <p:cNvSpPr txBox="1"/>
          <p:nvPr/>
        </p:nvSpPr>
        <p:spPr>
          <a:xfrm>
            <a:off x="8130219" y="3984173"/>
            <a:ext cx="6155266" cy="338554"/>
          </a:xfrm>
          <a:prstGeom prst="rect">
            <a:avLst/>
          </a:prstGeom>
          <a:noFill/>
        </p:spPr>
        <p:txBody>
          <a:bodyPr wrap="square">
            <a:spAutoFit/>
          </a:bodyPr>
          <a:lstStyle/>
          <a:p>
            <a:r>
              <a:rPr lang="fr-FR" sz="1600" dirty="0">
                <a:latin typeface="Times New Roman" panose="02020603050405020304" pitchFamily="18" charset="0"/>
              </a:rPr>
              <a:t>Les élevés et les étudiants dyslexiques.</a:t>
            </a:r>
            <a:endParaRPr lang="fr-FR" sz="1600" dirty="0"/>
          </a:p>
        </p:txBody>
      </p:sp>
      <p:sp>
        <p:nvSpPr>
          <p:cNvPr id="18" name="ZoneTexte 17">
            <a:extLst>
              <a:ext uri="{FF2B5EF4-FFF2-40B4-BE49-F238E27FC236}">
                <a16:creationId xmlns:a16="http://schemas.microsoft.com/office/drawing/2014/main" id="{09D0CE11-A886-421F-A475-A90499AFFAE5}"/>
              </a:ext>
            </a:extLst>
          </p:cNvPr>
          <p:cNvSpPr txBox="1"/>
          <p:nvPr/>
        </p:nvSpPr>
        <p:spPr>
          <a:xfrm>
            <a:off x="7796732" y="5406695"/>
            <a:ext cx="6155266" cy="584775"/>
          </a:xfrm>
          <a:prstGeom prst="rect">
            <a:avLst/>
          </a:prstGeom>
          <a:noFill/>
        </p:spPr>
        <p:txBody>
          <a:bodyPr wrap="square">
            <a:spAutoFit/>
          </a:bodyPr>
          <a:lstStyle/>
          <a:p>
            <a:r>
              <a:rPr lang="fr-FR" sz="1600" dirty="0">
                <a:latin typeface="Times New Roman" panose="02020603050405020304" pitchFamily="18" charset="0"/>
              </a:rPr>
              <a:t>Institut Supérieur des Technologies</a:t>
            </a:r>
          </a:p>
          <a:p>
            <a:r>
              <a:rPr lang="fr-FR" sz="1600" dirty="0">
                <a:latin typeface="Times New Roman" panose="02020603050405020304" pitchFamily="18" charset="0"/>
              </a:rPr>
              <a:t> Médicales de Tunis.</a:t>
            </a:r>
            <a:endParaRPr lang="fr-FR" sz="1600" dirty="0"/>
          </a:p>
        </p:txBody>
      </p:sp>
      <p:graphicFrame>
        <p:nvGraphicFramePr>
          <p:cNvPr id="19" name="Diagramme 18">
            <a:extLst>
              <a:ext uri="{FF2B5EF4-FFF2-40B4-BE49-F238E27FC236}">
                <a16:creationId xmlns:a16="http://schemas.microsoft.com/office/drawing/2014/main" id="{C589E5AC-AE39-453C-A966-B529CAE72AF9}"/>
              </a:ext>
            </a:extLst>
          </p:cNvPr>
          <p:cNvGraphicFramePr/>
          <p:nvPr>
            <p:extLst>
              <p:ext uri="{D42A27DB-BD31-4B8C-83A1-F6EECF244321}">
                <p14:modId xmlns:p14="http://schemas.microsoft.com/office/powerpoint/2010/main" val="3082710179"/>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7842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heel(1)">
                                      <p:cBhvr>
                                        <p:cTn id="7" dur="2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heel(1)">
                                      <p:cBhvr>
                                        <p:cTn id="17" dur="20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heel(1)">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heel(1)">
                                      <p:cBhvr>
                                        <p:cTn id="27" dur="20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heel(1)">
                                      <p:cBhvr>
                                        <p:cTn id="32"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5" grpId="0"/>
      <p:bldP spid="16" grpId="0"/>
      <p:bldP spid="17"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3000"/>
            <a:lum/>
          </a:blip>
          <a:srcRect/>
          <a:stretch>
            <a:fillRect l="-1000" r="-1000"/>
          </a:stretch>
        </a:blipFill>
        <a:effectLst/>
      </p:bgPr>
    </p:bg>
    <p:spTree>
      <p:nvGrpSpPr>
        <p:cNvPr id="1" name="Shape 250"/>
        <p:cNvGrpSpPr/>
        <p:nvPr/>
      </p:nvGrpSpPr>
      <p:grpSpPr>
        <a:xfrm>
          <a:off x="0" y="0"/>
          <a:ext cx="0" cy="0"/>
          <a:chOff x="0" y="0"/>
          <a:chExt cx="0" cy="0"/>
        </a:xfrm>
      </p:grpSpPr>
      <p:sp>
        <p:nvSpPr>
          <p:cNvPr id="74"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Exo 2"/>
              </a:rPr>
              <a:t>9</a:t>
            </a:r>
          </a:p>
        </p:txBody>
      </p:sp>
      <p:sp>
        <p:nvSpPr>
          <p:cNvPr id="7" name="Google Shape;124;p24"/>
          <p:cNvSpPr/>
          <p:nvPr/>
        </p:nvSpPr>
        <p:spPr>
          <a:xfrm rot="5400000" flipH="1">
            <a:off x="2515414" y="399079"/>
            <a:ext cx="2078644" cy="7126479"/>
          </a:xfrm>
          <a:custGeom>
            <a:avLst/>
            <a:gdLst>
              <a:gd name="connsiteX0" fmla="*/ 0 w 2849068"/>
              <a:gd name="connsiteY0" fmla="*/ 0 h 5825450"/>
              <a:gd name="connsiteX1" fmla="*/ 2849068 w 2849068"/>
              <a:gd name="connsiteY1" fmla="*/ 0 h 5825450"/>
              <a:gd name="connsiteX2" fmla="*/ 2849068 w 2849068"/>
              <a:gd name="connsiteY2" fmla="*/ 5825450 h 5825450"/>
              <a:gd name="connsiteX3" fmla="*/ 0 w 2849068"/>
              <a:gd name="connsiteY3" fmla="*/ 5825450 h 5825450"/>
              <a:gd name="connsiteX4" fmla="*/ 0 w 2849068"/>
              <a:gd name="connsiteY4" fmla="*/ 0 h 5825450"/>
              <a:gd name="connsiteX0" fmla="*/ 0 w 2925268"/>
              <a:gd name="connsiteY0" fmla="*/ 0 h 5825450"/>
              <a:gd name="connsiteX1" fmla="*/ 2925268 w 2925268"/>
              <a:gd name="connsiteY1" fmla="*/ 1153886 h 5825450"/>
              <a:gd name="connsiteX2" fmla="*/ 2849068 w 2925268"/>
              <a:gd name="connsiteY2" fmla="*/ 5825450 h 5825450"/>
              <a:gd name="connsiteX3" fmla="*/ 0 w 2925268"/>
              <a:gd name="connsiteY3" fmla="*/ 5825450 h 5825450"/>
              <a:gd name="connsiteX4" fmla="*/ 0 w 2925268"/>
              <a:gd name="connsiteY4" fmla="*/ 0 h 5825450"/>
              <a:gd name="connsiteX0" fmla="*/ 0 w 5156839"/>
              <a:gd name="connsiteY0" fmla="*/ 0 h 5825450"/>
              <a:gd name="connsiteX1" fmla="*/ 2925268 w 5156839"/>
              <a:gd name="connsiteY1" fmla="*/ 1153886 h 5825450"/>
              <a:gd name="connsiteX2" fmla="*/ 5156839 w 5156839"/>
              <a:gd name="connsiteY2" fmla="*/ 5825450 h 5825450"/>
              <a:gd name="connsiteX3" fmla="*/ 0 w 5156839"/>
              <a:gd name="connsiteY3" fmla="*/ 5825450 h 5825450"/>
              <a:gd name="connsiteX4" fmla="*/ 0 w 5156839"/>
              <a:gd name="connsiteY4" fmla="*/ 0 h 5825450"/>
              <a:gd name="connsiteX0" fmla="*/ 0 w 5156839"/>
              <a:gd name="connsiteY0" fmla="*/ 0 h 5825450"/>
              <a:gd name="connsiteX1" fmla="*/ 5145957 w 5156839"/>
              <a:gd name="connsiteY1" fmla="*/ 1034143 h 5825450"/>
              <a:gd name="connsiteX2" fmla="*/ 5156839 w 5156839"/>
              <a:gd name="connsiteY2" fmla="*/ 5825450 h 5825450"/>
              <a:gd name="connsiteX3" fmla="*/ 0 w 5156839"/>
              <a:gd name="connsiteY3" fmla="*/ 5825450 h 5825450"/>
              <a:gd name="connsiteX4" fmla="*/ 0 w 5156839"/>
              <a:gd name="connsiteY4" fmla="*/ 0 h 5825450"/>
              <a:gd name="connsiteX0" fmla="*/ 0 w 5185868"/>
              <a:gd name="connsiteY0" fmla="*/ 0 h 6347967"/>
              <a:gd name="connsiteX1" fmla="*/ 5174986 w 5185868"/>
              <a:gd name="connsiteY1" fmla="*/ 1556660 h 6347967"/>
              <a:gd name="connsiteX2" fmla="*/ 5185868 w 5185868"/>
              <a:gd name="connsiteY2" fmla="*/ 6347967 h 6347967"/>
              <a:gd name="connsiteX3" fmla="*/ 29029 w 5185868"/>
              <a:gd name="connsiteY3" fmla="*/ 6347967 h 6347967"/>
              <a:gd name="connsiteX4" fmla="*/ 0 w 5185868"/>
              <a:gd name="connsiteY4" fmla="*/ 0 h 6347967"/>
              <a:gd name="connsiteX0" fmla="*/ 0 w 5185868"/>
              <a:gd name="connsiteY0" fmla="*/ 0 h 6347967"/>
              <a:gd name="connsiteX1" fmla="*/ 5078346 w 5185868"/>
              <a:gd name="connsiteY1" fmla="*/ 1565356 h 6347967"/>
              <a:gd name="connsiteX2" fmla="*/ 5185868 w 5185868"/>
              <a:gd name="connsiteY2" fmla="*/ 6347967 h 6347967"/>
              <a:gd name="connsiteX3" fmla="*/ 29029 w 5185868"/>
              <a:gd name="connsiteY3" fmla="*/ 6347967 h 6347967"/>
              <a:gd name="connsiteX4" fmla="*/ 0 w 5185868"/>
              <a:gd name="connsiteY4" fmla="*/ 0 h 6347967"/>
              <a:gd name="connsiteX0" fmla="*/ 0 w 5464942"/>
              <a:gd name="connsiteY0" fmla="*/ 0 h 6347967"/>
              <a:gd name="connsiteX1" fmla="*/ 5464910 w 5464942"/>
              <a:gd name="connsiteY1" fmla="*/ 495767 h 6347967"/>
              <a:gd name="connsiteX2" fmla="*/ 5185868 w 5464942"/>
              <a:gd name="connsiteY2" fmla="*/ 6347967 h 6347967"/>
              <a:gd name="connsiteX3" fmla="*/ 29029 w 5464942"/>
              <a:gd name="connsiteY3" fmla="*/ 6347967 h 6347967"/>
              <a:gd name="connsiteX4" fmla="*/ 0 w 5464942"/>
              <a:gd name="connsiteY4" fmla="*/ 0 h 6347967"/>
              <a:gd name="connsiteX0" fmla="*/ 0 w 5368316"/>
              <a:gd name="connsiteY0" fmla="*/ 0 h 6347967"/>
              <a:gd name="connsiteX1" fmla="*/ 5368267 w 5368316"/>
              <a:gd name="connsiteY1" fmla="*/ 538617 h 6347967"/>
              <a:gd name="connsiteX2" fmla="*/ 5185868 w 5368316"/>
              <a:gd name="connsiteY2" fmla="*/ 6347967 h 6347967"/>
              <a:gd name="connsiteX3" fmla="*/ 29029 w 5368316"/>
              <a:gd name="connsiteY3" fmla="*/ 6347967 h 6347967"/>
              <a:gd name="connsiteX4" fmla="*/ 0 w 5368316"/>
              <a:gd name="connsiteY4" fmla="*/ 0 h 6347967"/>
              <a:gd name="connsiteX0" fmla="*/ -3 w 5368316"/>
              <a:gd name="connsiteY0" fmla="*/ 0 h 6369392"/>
              <a:gd name="connsiteX1" fmla="*/ 5368267 w 5368316"/>
              <a:gd name="connsiteY1" fmla="*/ 560042 h 6369392"/>
              <a:gd name="connsiteX2" fmla="*/ 5185868 w 5368316"/>
              <a:gd name="connsiteY2" fmla="*/ 6369392 h 6369392"/>
              <a:gd name="connsiteX3" fmla="*/ 29029 w 5368316"/>
              <a:gd name="connsiteY3" fmla="*/ 6369392 h 6369392"/>
              <a:gd name="connsiteX4" fmla="*/ -3 w 5368316"/>
              <a:gd name="connsiteY4" fmla="*/ 0 h 6369392"/>
              <a:gd name="connsiteX0" fmla="*/ 0 w 5368536"/>
              <a:gd name="connsiteY0" fmla="*/ 0 h 6394392"/>
              <a:gd name="connsiteX1" fmla="*/ 5368270 w 5368536"/>
              <a:gd name="connsiteY1" fmla="*/ 560042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035027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685006 h 6394392"/>
              <a:gd name="connsiteX2" fmla="*/ 5340733 w 5368536"/>
              <a:gd name="connsiteY2" fmla="*/ 6394392 h 6394392"/>
              <a:gd name="connsiteX3" fmla="*/ 29032 w 5368536"/>
              <a:gd name="connsiteY3" fmla="*/ 6369392 h 6394392"/>
              <a:gd name="connsiteX4" fmla="*/ 0 w 5368536"/>
              <a:gd name="connsiteY4" fmla="*/ 0 h 639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536" h="6394392">
                <a:moveTo>
                  <a:pt x="0" y="0"/>
                </a:moveTo>
                <a:lnTo>
                  <a:pt x="5368270" y="1685006"/>
                </a:lnTo>
                <a:cubicBezTo>
                  <a:pt x="5371897" y="3282108"/>
                  <a:pt x="5337106" y="4797290"/>
                  <a:pt x="5340733" y="6394392"/>
                </a:cubicBezTo>
                <a:lnTo>
                  <a:pt x="29032" y="6369392"/>
                </a:lnTo>
                <a:lnTo>
                  <a:pt x="0" y="0"/>
                </a:lnTo>
                <a:close/>
              </a:path>
            </a:pathLst>
          </a:custGeom>
          <a:solidFill>
            <a:srgbClr val="002060">
              <a:alpha val="80000"/>
            </a:srgbClr>
          </a:solidFill>
          <a:ln>
            <a:noFill/>
          </a:ln>
          <a:effectLst>
            <a:outerShdw blurRad="50800" dist="50800" dir="5400000" algn="ctr" rotWithShape="0">
              <a:srgbClr val="0070C0">
                <a:alpha val="51000"/>
              </a:srgbClr>
            </a:outerShdw>
          </a:effectLst>
        </p:spPr>
        <p:txBody>
          <a:bodyPr spcFirstLastPara="1" wrap="square" lIns="121900" tIns="121900" rIns="121900" bIns="121900" anchor="ctr" anchorCtr="0">
            <a:noAutofit/>
          </a:bodyPr>
          <a:lstStyle/>
          <a:p>
            <a:pPr latinLnBrk="1"/>
            <a:endParaRPr sz="2400">
              <a:solidFill>
                <a:prstClr val="black"/>
              </a:solidFill>
              <a:latin typeface="맑은 고딕"/>
            </a:endParaRPr>
          </a:p>
        </p:txBody>
      </p:sp>
      <p:sp>
        <p:nvSpPr>
          <p:cNvPr id="79" name="Google Shape;215;p34"/>
          <p:cNvSpPr txBox="1">
            <a:spLocks noGrp="1"/>
          </p:cNvSpPr>
          <p:nvPr>
            <p:ph type="ctrTitle"/>
          </p:nvPr>
        </p:nvSpPr>
        <p:spPr>
          <a:xfrm flipH="1">
            <a:off x="449704" y="2922996"/>
            <a:ext cx="5171605" cy="2078645"/>
          </a:xfrm>
          <a:prstGeom prst="rect">
            <a:avLst/>
          </a:prstGeom>
        </p:spPr>
        <p:txBody>
          <a:bodyPr spcFirstLastPara="1" wrap="square" lIns="121900" tIns="121900" rIns="121900" bIns="121900" anchor="ctr" anchorCtr="0">
            <a:noAutofit/>
          </a:bodyPr>
          <a:lstStyle/>
          <a:p>
            <a:pPr algn="l"/>
            <a:r>
              <a:rPr lang="en" sz="4000" dirty="0">
                <a:solidFill>
                  <a:schemeClr val="bg1"/>
                </a:solidFill>
                <a:latin typeface="Times New Roman" panose="02020603050405020304" pitchFamily="18" charset="0"/>
                <a:cs typeface="Times New Roman" panose="02020603050405020304" pitchFamily="18" charset="0"/>
              </a:rPr>
              <a:t>M</a:t>
            </a:r>
            <a:r>
              <a:rPr lang="fr-FR" sz="4000" dirty="0">
                <a:solidFill>
                  <a:schemeClr val="bg1"/>
                </a:solidFill>
                <a:latin typeface="Times New Roman" panose="02020603050405020304" pitchFamily="18" charset="0"/>
                <a:cs typeface="Times New Roman" panose="02020603050405020304" pitchFamily="18" charset="0"/>
              </a:rPr>
              <a:t>é</a:t>
            </a:r>
            <a:r>
              <a:rPr lang="en" sz="4000" dirty="0">
                <a:solidFill>
                  <a:schemeClr val="bg1"/>
                </a:solidFill>
                <a:latin typeface="Times New Roman" panose="02020603050405020304" pitchFamily="18" charset="0"/>
                <a:cs typeface="Times New Roman" panose="02020603050405020304" pitchFamily="18" charset="0"/>
              </a:rPr>
              <a:t>thodologie </a:t>
            </a:r>
            <a:endParaRPr sz="2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5510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en-US" sz="1600" b="1" kern="0" dirty="0">
                <a:solidFill>
                  <a:schemeClr val="accent6"/>
                </a:solidFill>
                <a:latin typeface="Times New Roman" panose="02020603050405020304" pitchFamily="18" charset="0"/>
                <a:ea typeface="Exo 2"/>
                <a:cs typeface="Times New Roman" panose="02020603050405020304" pitchFamily="18" charset="0"/>
                <a:sym typeface="Calibri"/>
              </a:rPr>
              <a:t>10</a:t>
            </a:r>
            <a:endParaRPr lang="fr-FR" sz="1600" b="1" kern="0" dirty="0">
              <a:solidFill>
                <a:schemeClr val="accent6"/>
              </a:solidFill>
              <a:latin typeface="Times New Roman" panose="02020603050405020304" pitchFamily="18" charset="0"/>
              <a:ea typeface="Exo 2"/>
              <a:cs typeface="Times New Roman" panose="02020603050405020304" pitchFamily="18" charset="0"/>
              <a:sym typeface="Exo 2"/>
            </a:endParaRPr>
          </a:p>
        </p:txBody>
      </p:sp>
      <p:sp>
        <p:nvSpPr>
          <p:cNvPr id="7" name="Google Shape;175;p31"/>
          <p:cNvSpPr txBox="1">
            <a:spLocks/>
          </p:cNvSpPr>
          <p:nvPr/>
        </p:nvSpPr>
        <p:spPr>
          <a:xfrm flipH="1">
            <a:off x="-2" y="702127"/>
            <a:ext cx="2878669"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en-US" kern="0" dirty="0">
                <a:solidFill>
                  <a:srgbClr val="003366"/>
                </a:solidFill>
                <a:latin typeface="Times New Roman" panose="02020603050405020304" pitchFamily="18" charset="0"/>
                <a:cs typeface="Times New Roman" panose="02020603050405020304" pitchFamily="18" charset="0"/>
              </a:rPr>
              <a:t>M</a:t>
            </a:r>
            <a:r>
              <a:rPr lang="fr-FR" kern="0" dirty="0">
                <a:solidFill>
                  <a:srgbClr val="003366"/>
                </a:solidFill>
                <a:latin typeface="Times New Roman" panose="02020603050405020304" pitchFamily="18" charset="0"/>
                <a:cs typeface="Times New Roman" panose="02020603050405020304" pitchFamily="18" charset="0"/>
              </a:rPr>
              <a:t>é</a:t>
            </a:r>
            <a:r>
              <a:rPr lang="en-US" kern="0" dirty="0" err="1">
                <a:solidFill>
                  <a:srgbClr val="003366"/>
                </a:solidFill>
                <a:latin typeface="Times New Roman" panose="02020603050405020304" pitchFamily="18" charset="0"/>
                <a:cs typeface="Times New Roman" panose="02020603050405020304" pitchFamily="18" charset="0"/>
              </a:rPr>
              <a:t>thode</a:t>
            </a:r>
            <a:r>
              <a:rPr lang="en-US" kern="0" dirty="0">
                <a:solidFill>
                  <a:srgbClr val="003366"/>
                </a:solidFill>
                <a:latin typeface="Times New Roman" panose="02020603050405020304" pitchFamily="18" charset="0"/>
                <a:cs typeface="Times New Roman" panose="02020603050405020304" pitchFamily="18" charset="0"/>
              </a:rPr>
              <a:t> Agile</a:t>
            </a:r>
            <a:endParaRPr lang="fr-FR" kern="0" dirty="0">
              <a:solidFill>
                <a:srgbClr val="003366"/>
              </a:solidFill>
              <a:latin typeface="Times New Roman" panose="02020603050405020304" pitchFamily="18" charset="0"/>
              <a:cs typeface="Times New Roman" panose="02020603050405020304" pitchFamily="18" charset="0"/>
            </a:endParaRPr>
          </a:p>
        </p:txBody>
      </p:sp>
      <p:cxnSp>
        <p:nvCxnSpPr>
          <p:cNvPr id="8"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pic>
        <p:nvPicPr>
          <p:cNvPr id="3" name="Image 2">
            <a:extLst>
              <a:ext uri="{FF2B5EF4-FFF2-40B4-BE49-F238E27FC236}">
                <a16:creationId xmlns:a16="http://schemas.microsoft.com/office/drawing/2014/main" id="{E7565B7E-41DB-430C-9F4D-E4E84535D2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8767" y="1537644"/>
            <a:ext cx="9834465" cy="4901411"/>
          </a:xfrm>
          <a:prstGeom prst="rect">
            <a:avLst/>
          </a:prstGeom>
          <a:ln>
            <a:noFill/>
          </a:ln>
          <a:effectLst>
            <a:outerShdw blurRad="292100" dist="139700" dir="2700000" algn="tl" rotWithShape="0">
              <a:srgbClr val="333333">
                <a:alpha val="65000"/>
              </a:srgbClr>
            </a:outerShdw>
          </a:effectLst>
        </p:spPr>
      </p:pic>
      <p:graphicFrame>
        <p:nvGraphicFramePr>
          <p:cNvPr id="10" name="Diagramme 9">
            <a:extLst>
              <a:ext uri="{FF2B5EF4-FFF2-40B4-BE49-F238E27FC236}">
                <a16:creationId xmlns:a16="http://schemas.microsoft.com/office/drawing/2014/main" id="{6F075744-F5DE-4D8F-BBAD-4D1ED377BD03}"/>
              </a:ext>
            </a:extLst>
          </p:cNvPr>
          <p:cNvGraphicFramePr/>
          <p:nvPr>
            <p:extLst>
              <p:ext uri="{D42A27DB-BD31-4B8C-83A1-F6EECF244321}">
                <p14:modId xmlns:p14="http://schemas.microsoft.com/office/powerpoint/2010/main" val="1161458650"/>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42934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en-US" sz="1600" b="1" kern="0" dirty="0">
                <a:solidFill>
                  <a:schemeClr val="accent6"/>
                </a:solidFill>
                <a:latin typeface="Times New Roman" panose="02020603050405020304" pitchFamily="18" charset="0"/>
                <a:ea typeface="Exo 2"/>
                <a:cs typeface="Times New Roman" panose="02020603050405020304" pitchFamily="18" charset="0"/>
                <a:sym typeface="Calibri"/>
              </a:rPr>
              <a:t>10</a:t>
            </a:r>
            <a:endParaRPr lang="fr-FR" sz="1600" b="1" kern="0" dirty="0">
              <a:solidFill>
                <a:schemeClr val="accent6"/>
              </a:solidFill>
              <a:latin typeface="Times New Roman" panose="02020603050405020304" pitchFamily="18" charset="0"/>
              <a:ea typeface="Exo 2"/>
              <a:cs typeface="Times New Roman" panose="02020603050405020304" pitchFamily="18" charset="0"/>
              <a:sym typeface="Exo 2"/>
            </a:endParaRPr>
          </a:p>
        </p:txBody>
      </p:sp>
      <p:sp>
        <p:nvSpPr>
          <p:cNvPr id="7" name="Google Shape;175;p31"/>
          <p:cNvSpPr txBox="1">
            <a:spLocks/>
          </p:cNvSpPr>
          <p:nvPr/>
        </p:nvSpPr>
        <p:spPr>
          <a:xfrm flipH="1">
            <a:off x="-2" y="702127"/>
            <a:ext cx="2878669"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en-US" kern="0" dirty="0">
                <a:solidFill>
                  <a:srgbClr val="003366"/>
                </a:solidFill>
                <a:latin typeface="Times New Roman" panose="02020603050405020304" pitchFamily="18" charset="0"/>
                <a:cs typeface="Times New Roman" panose="02020603050405020304" pitchFamily="18" charset="0"/>
              </a:rPr>
              <a:t>M</a:t>
            </a:r>
            <a:r>
              <a:rPr lang="fr-FR" kern="0" dirty="0">
                <a:solidFill>
                  <a:srgbClr val="003366"/>
                </a:solidFill>
                <a:latin typeface="Times New Roman" panose="02020603050405020304" pitchFamily="18" charset="0"/>
                <a:cs typeface="Times New Roman" panose="02020603050405020304" pitchFamily="18" charset="0"/>
              </a:rPr>
              <a:t>é</a:t>
            </a:r>
            <a:r>
              <a:rPr lang="en-US" kern="0" dirty="0" err="1">
                <a:solidFill>
                  <a:srgbClr val="003366"/>
                </a:solidFill>
                <a:latin typeface="Times New Roman" panose="02020603050405020304" pitchFamily="18" charset="0"/>
                <a:cs typeface="Times New Roman" panose="02020603050405020304" pitchFamily="18" charset="0"/>
              </a:rPr>
              <a:t>thode</a:t>
            </a:r>
            <a:r>
              <a:rPr lang="en-US" kern="0" dirty="0">
                <a:solidFill>
                  <a:srgbClr val="003366"/>
                </a:solidFill>
                <a:latin typeface="Times New Roman" panose="02020603050405020304" pitchFamily="18" charset="0"/>
                <a:cs typeface="Times New Roman" panose="02020603050405020304" pitchFamily="18" charset="0"/>
              </a:rPr>
              <a:t> Agile</a:t>
            </a:r>
            <a:endParaRPr lang="fr-FR" kern="0" dirty="0">
              <a:solidFill>
                <a:srgbClr val="003366"/>
              </a:solidFill>
              <a:latin typeface="Times New Roman" panose="02020603050405020304" pitchFamily="18" charset="0"/>
              <a:cs typeface="Times New Roman" panose="02020603050405020304" pitchFamily="18" charset="0"/>
            </a:endParaRPr>
          </a:p>
        </p:txBody>
      </p:sp>
      <p:cxnSp>
        <p:nvCxnSpPr>
          <p:cNvPr id="8"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graphicFrame>
        <p:nvGraphicFramePr>
          <p:cNvPr id="10" name="Diagramme 9">
            <a:extLst>
              <a:ext uri="{FF2B5EF4-FFF2-40B4-BE49-F238E27FC236}">
                <a16:creationId xmlns:a16="http://schemas.microsoft.com/office/drawing/2014/main" id="{6F075744-F5DE-4D8F-BBAD-4D1ED377BD03}"/>
              </a:ext>
            </a:extLst>
          </p:cNvPr>
          <p:cNvGraphicFramePr/>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5AB63B2C-4046-441F-86C1-6C107BAA37E8}"/>
              </a:ext>
            </a:extLst>
          </p:cNvPr>
          <p:cNvSpPr txBox="1"/>
          <p:nvPr/>
        </p:nvSpPr>
        <p:spPr>
          <a:xfrm>
            <a:off x="1075293" y="1586852"/>
            <a:ext cx="10336046" cy="4832092"/>
          </a:xfrm>
          <a:prstGeom prst="rect">
            <a:avLst/>
          </a:prstGeom>
          <a:noFill/>
        </p:spPr>
        <p:txBody>
          <a:bodyPr wrap="square" rtlCol="0">
            <a:spAutoFit/>
          </a:bodyPr>
          <a:lstStyle/>
          <a:p>
            <a:r>
              <a:rPr lang="fr-FR" sz="4400" dirty="0"/>
              <a:t>           Une approche itérative, capable de prendre en compte les besoins initiaux du client et ceux liés aux évolutions. </a:t>
            </a:r>
          </a:p>
          <a:p>
            <a:r>
              <a:rPr lang="fr-FR" sz="4400" dirty="0"/>
              <a:t>Elle se base sur la découverte des besoins et l’amélioration des solutions au fil de l’évolution du projet.</a:t>
            </a:r>
          </a:p>
        </p:txBody>
      </p:sp>
      <p:sp>
        <p:nvSpPr>
          <p:cNvPr id="2" name="Flèche : droite 1">
            <a:extLst>
              <a:ext uri="{FF2B5EF4-FFF2-40B4-BE49-F238E27FC236}">
                <a16:creationId xmlns:a16="http://schemas.microsoft.com/office/drawing/2014/main" id="{2900547F-5D4A-4175-BA7B-CE830BA41D53}"/>
              </a:ext>
            </a:extLst>
          </p:cNvPr>
          <p:cNvSpPr/>
          <p:nvPr/>
        </p:nvSpPr>
        <p:spPr>
          <a:xfrm>
            <a:off x="1240971" y="1768218"/>
            <a:ext cx="1539551" cy="513333"/>
          </a:xfrm>
          <a:prstGeom prst="rightArrow">
            <a:avLst/>
          </a:prstGeom>
          <a:solidFill>
            <a:srgbClr val="053971"/>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Tree>
    <p:extLst>
      <p:ext uri="{BB962C8B-B14F-4D97-AF65-F5344CB8AC3E}">
        <p14:creationId xmlns:p14="http://schemas.microsoft.com/office/powerpoint/2010/main" val="1774478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en-US" sz="1600" b="1" kern="0" dirty="0">
                <a:solidFill>
                  <a:schemeClr val="accent6"/>
                </a:solidFill>
                <a:latin typeface="Times New Roman" panose="02020603050405020304" pitchFamily="18" charset="0"/>
                <a:ea typeface="Exo 2"/>
                <a:cs typeface="Times New Roman" panose="02020603050405020304" pitchFamily="18" charset="0"/>
                <a:sym typeface="Calibri"/>
              </a:rPr>
              <a:t>11</a:t>
            </a:r>
            <a:endParaRPr lang="fr-FR" sz="1600" b="1" kern="0" dirty="0">
              <a:solidFill>
                <a:schemeClr val="accent6"/>
              </a:solidFill>
              <a:latin typeface="Times New Roman" panose="02020603050405020304" pitchFamily="18" charset="0"/>
              <a:ea typeface="Exo 2"/>
              <a:cs typeface="Times New Roman" panose="02020603050405020304" pitchFamily="18" charset="0"/>
              <a:sym typeface="Exo 2"/>
            </a:endParaRPr>
          </a:p>
        </p:txBody>
      </p:sp>
      <p:sp>
        <p:nvSpPr>
          <p:cNvPr id="7" name="Google Shape;175;p31"/>
          <p:cNvSpPr txBox="1">
            <a:spLocks/>
          </p:cNvSpPr>
          <p:nvPr/>
        </p:nvSpPr>
        <p:spPr>
          <a:xfrm flipH="1">
            <a:off x="-2" y="702127"/>
            <a:ext cx="9047182"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endParaRPr lang="fr-FR" kern="0" dirty="0">
              <a:solidFill>
                <a:srgbClr val="003366"/>
              </a:solidFill>
              <a:latin typeface="Times New Roman" panose="02020603050405020304" pitchFamily="18" charset="0"/>
              <a:cs typeface="Times New Roman" panose="02020603050405020304" pitchFamily="18" charset="0"/>
            </a:endParaRPr>
          </a:p>
        </p:txBody>
      </p:sp>
      <p:cxnSp>
        <p:nvCxnSpPr>
          <p:cNvPr id="8"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pic>
        <p:nvPicPr>
          <p:cNvPr id="1026" name="Picture 2" descr="Méthode agile vs classique, quelle méthode utiliser selon votre projet ?">
            <a:extLst>
              <a:ext uri="{FF2B5EF4-FFF2-40B4-BE49-F238E27FC236}">
                <a16:creationId xmlns:a16="http://schemas.microsoft.com/office/drawing/2014/main" id="{A92C04F5-26AF-4A68-8EC0-39A984FC5EA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4277"/>
          <a:stretch/>
        </p:blipFill>
        <p:spPr bwMode="auto">
          <a:xfrm>
            <a:off x="4991878" y="1243306"/>
            <a:ext cx="7079683" cy="508093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 name="Google Shape;175;p31">
            <a:extLst>
              <a:ext uri="{FF2B5EF4-FFF2-40B4-BE49-F238E27FC236}">
                <a16:creationId xmlns:a16="http://schemas.microsoft.com/office/drawing/2014/main" id="{984E4954-A66C-440A-84B1-450BD8267CDC}"/>
              </a:ext>
            </a:extLst>
          </p:cNvPr>
          <p:cNvSpPr txBox="1">
            <a:spLocks/>
          </p:cNvSpPr>
          <p:nvPr/>
        </p:nvSpPr>
        <p:spPr>
          <a:xfrm flipH="1">
            <a:off x="-2" y="702127"/>
            <a:ext cx="2878669"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en-US" kern="0" dirty="0">
                <a:solidFill>
                  <a:srgbClr val="003366"/>
                </a:solidFill>
                <a:latin typeface="Times New Roman" panose="02020603050405020304" pitchFamily="18" charset="0"/>
                <a:cs typeface="Times New Roman" panose="02020603050405020304" pitchFamily="18" charset="0"/>
              </a:rPr>
              <a:t>M</a:t>
            </a:r>
            <a:r>
              <a:rPr lang="fr-FR" kern="0" dirty="0">
                <a:solidFill>
                  <a:srgbClr val="003366"/>
                </a:solidFill>
                <a:latin typeface="Times New Roman" panose="02020603050405020304" pitchFamily="18" charset="0"/>
                <a:cs typeface="Times New Roman" panose="02020603050405020304" pitchFamily="18" charset="0"/>
              </a:rPr>
              <a:t>é</a:t>
            </a:r>
            <a:r>
              <a:rPr lang="en-US" kern="0" dirty="0" err="1">
                <a:solidFill>
                  <a:srgbClr val="003366"/>
                </a:solidFill>
                <a:latin typeface="Times New Roman" panose="02020603050405020304" pitchFamily="18" charset="0"/>
                <a:cs typeface="Times New Roman" panose="02020603050405020304" pitchFamily="18" charset="0"/>
              </a:rPr>
              <a:t>thode</a:t>
            </a:r>
            <a:r>
              <a:rPr lang="en-US" kern="0" dirty="0">
                <a:solidFill>
                  <a:srgbClr val="003366"/>
                </a:solidFill>
                <a:latin typeface="Times New Roman" panose="02020603050405020304" pitchFamily="18" charset="0"/>
                <a:cs typeface="Times New Roman" panose="02020603050405020304" pitchFamily="18" charset="0"/>
              </a:rPr>
              <a:t> Agile</a:t>
            </a:r>
            <a:endParaRPr lang="fr-FR" kern="0" dirty="0">
              <a:solidFill>
                <a:srgbClr val="003366"/>
              </a:solidFill>
              <a:latin typeface="Times New Roman" panose="02020603050405020304" pitchFamily="18" charset="0"/>
              <a:cs typeface="Times New Roman" panose="02020603050405020304" pitchFamily="18" charset="0"/>
            </a:endParaRPr>
          </a:p>
        </p:txBody>
      </p:sp>
      <p:graphicFrame>
        <p:nvGraphicFramePr>
          <p:cNvPr id="11" name="Diagramme 10">
            <a:extLst>
              <a:ext uri="{FF2B5EF4-FFF2-40B4-BE49-F238E27FC236}">
                <a16:creationId xmlns:a16="http://schemas.microsoft.com/office/drawing/2014/main" id="{0EE7EA79-DCB8-4A19-B1DA-BBF10B3B9B47}"/>
              </a:ext>
            </a:extLst>
          </p:cNvPr>
          <p:cNvGraphicFramePr/>
          <p:nvPr>
            <p:extLst>
              <p:ext uri="{D42A27DB-BD31-4B8C-83A1-F6EECF244321}">
                <p14:modId xmlns:p14="http://schemas.microsoft.com/office/powerpoint/2010/main" val="879277679"/>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ZoneTexte 8">
            <a:extLst>
              <a:ext uri="{FF2B5EF4-FFF2-40B4-BE49-F238E27FC236}">
                <a16:creationId xmlns:a16="http://schemas.microsoft.com/office/drawing/2014/main" id="{F180E131-A3B1-4215-8AE8-8DDA1D413AA3}"/>
              </a:ext>
            </a:extLst>
          </p:cNvPr>
          <p:cNvSpPr txBox="1"/>
          <p:nvPr/>
        </p:nvSpPr>
        <p:spPr>
          <a:xfrm>
            <a:off x="63556" y="1487397"/>
            <a:ext cx="5058950" cy="4862870"/>
          </a:xfrm>
          <a:prstGeom prst="rect">
            <a:avLst/>
          </a:prstGeom>
          <a:noFill/>
        </p:spPr>
        <p:txBody>
          <a:bodyPr wrap="square" rtlCol="0">
            <a:spAutoFit/>
          </a:bodyPr>
          <a:lstStyle/>
          <a:p>
            <a:r>
              <a:rPr lang="fr-FR" sz="3100" dirty="0">
                <a:solidFill>
                  <a:srgbClr val="D10A10"/>
                </a:solidFill>
                <a:effectLst>
                  <a:outerShdw blurRad="38100" dist="38100" dir="2700000" algn="tl">
                    <a:srgbClr val="000000">
                      <a:alpha val="43137"/>
                    </a:srgbClr>
                  </a:outerShdw>
                </a:effectLst>
              </a:rPr>
              <a:t>Le manifeste agile </a:t>
            </a:r>
            <a:r>
              <a:rPr lang="fr-FR" sz="3100" dirty="0"/>
              <a:t>prévoit le fractionnement des étapes de développement logiciel et préconise la fixation d’objectifs à court terme.</a:t>
            </a:r>
          </a:p>
          <a:p>
            <a:r>
              <a:rPr lang="fr-FR" sz="3100" dirty="0">
                <a:solidFill>
                  <a:srgbClr val="D10A10"/>
                </a:solidFill>
                <a:effectLst>
                  <a:outerShdw blurRad="38100" dist="38100" dir="2700000" algn="tl">
                    <a:srgbClr val="000000">
                      <a:alpha val="43137"/>
                    </a:srgbClr>
                  </a:outerShdw>
                </a:effectLst>
              </a:rPr>
              <a:t>La méthode traditionnelle </a:t>
            </a:r>
            <a:r>
              <a:rPr lang="fr-FR" sz="3100" dirty="0"/>
              <a:t>prévoit la planification totale du projet avant même son développement.</a:t>
            </a:r>
          </a:p>
        </p:txBody>
      </p:sp>
    </p:spTree>
    <p:extLst>
      <p:ext uri="{BB962C8B-B14F-4D97-AF65-F5344CB8AC3E}">
        <p14:creationId xmlns:p14="http://schemas.microsoft.com/office/powerpoint/2010/main" val="305454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 calcmode="lin" valueType="num">
                                      <p:cBhvr>
                                        <p:cTn id="12" dur="1000" fill="hold"/>
                                        <p:tgtEl>
                                          <p:spTgt spid="1026"/>
                                        </p:tgtEl>
                                        <p:attrNameLst>
                                          <p:attrName>ppt_w</p:attrName>
                                        </p:attrNameLst>
                                      </p:cBhvr>
                                      <p:tavLst>
                                        <p:tav tm="0">
                                          <p:val>
                                            <p:fltVal val="0"/>
                                          </p:val>
                                        </p:tav>
                                        <p:tav tm="100000">
                                          <p:val>
                                            <p:strVal val="#ppt_w"/>
                                          </p:val>
                                        </p:tav>
                                      </p:tavLst>
                                    </p:anim>
                                    <p:anim calcmode="lin" valueType="num">
                                      <p:cBhvr>
                                        <p:cTn id="13" dur="1000" fill="hold"/>
                                        <p:tgtEl>
                                          <p:spTgt spid="1026"/>
                                        </p:tgtEl>
                                        <p:attrNameLst>
                                          <p:attrName>ppt_h</p:attrName>
                                        </p:attrNameLst>
                                      </p:cBhvr>
                                      <p:tavLst>
                                        <p:tav tm="0">
                                          <p:val>
                                            <p:fltVal val="0"/>
                                          </p:val>
                                        </p:tav>
                                        <p:tav tm="100000">
                                          <p:val>
                                            <p:strVal val="#ppt_h"/>
                                          </p:val>
                                        </p:tav>
                                      </p:tavLst>
                                    </p:anim>
                                    <p:anim calcmode="lin" valueType="num">
                                      <p:cBhvr>
                                        <p:cTn id="14" dur="1000" fill="hold"/>
                                        <p:tgtEl>
                                          <p:spTgt spid="1026"/>
                                        </p:tgtEl>
                                        <p:attrNameLst>
                                          <p:attrName>style.rotation</p:attrName>
                                        </p:attrNameLst>
                                      </p:cBhvr>
                                      <p:tavLst>
                                        <p:tav tm="0">
                                          <p:val>
                                            <p:fltVal val="90"/>
                                          </p:val>
                                        </p:tav>
                                        <p:tav tm="100000">
                                          <p:val>
                                            <p:fltVal val="0"/>
                                          </p:val>
                                        </p:tav>
                                      </p:tavLst>
                                    </p:anim>
                                    <p:animEffect transition="in" filter="fade">
                                      <p:cBhvr>
                                        <p:cTn id="15"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en-US" sz="1600" b="1" kern="0" dirty="0">
                <a:solidFill>
                  <a:schemeClr val="accent6"/>
                </a:solidFill>
                <a:latin typeface="Times New Roman" panose="02020603050405020304" pitchFamily="18" charset="0"/>
                <a:ea typeface="Exo 2"/>
                <a:cs typeface="Times New Roman" panose="02020603050405020304" pitchFamily="18" charset="0"/>
                <a:sym typeface="Calibri"/>
              </a:rPr>
              <a:t>12</a:t>
            </a:r>
            <a:endParaRPr lang="fr-FR" sz="1600" b="1" kern="0" dirty="0">
              <a:solidFill>
                <a:schemeClr val="accent6"/>
              </a:solidFill>
              <a:latin typeface="Times New Roman" panose="02020603050405020304" pitchFamily="18" charset="0"/>
              <a:ea typeface="Exo 2"/>
              <a:cs typeface="Times New Roman" panose="02020603050405020304" pitchFamily="18" charset="0"/>
              <a:sym typeface="Exo 2"/>
            </a:endParaRPr>
          </a:p>
        </p:txBody>
      </p:sp>
      <p:sp>
        <p:nvSpPr>
          <p:cNvPr id="7" name="Google Shape;175;p31"/>
          <p:cNvSpPr txBox="1">
            <a:spLocks/>
          </p:cNvSpPr>
          <p:nvPr/>
        </p:nvSpPr>
        <p:spPr>
          <a:xfrm flipH="1">
            <a:off x="-2" y="702127"/>
            <a:ext cx="9047182"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err="1">
                <a:solidFill>
                  <a:srgbClr val="003366"/>
                </a:solidFill>
                <a:latin typeface="Times New Roman" panose="02020603050405020304" pitchFamily="18" charset="0"/>
                <a:cs typeface="Times New Roman" panose="02020603050405020304" pitchFamily="18" charset="0"/>
              </a:rPr>
              <a:t>Extreme</a:t>
            </a:r>
            <a:r>
              <a:rPr lang="fr-FR" kern="0" dirty="0">
                <a:solidFill>
                  <a:srgbClr val="003366"/>
                </a:solidFill>
                <a:latin typeface="Times New Roman" panose="02020603050405020304" pitchFamily="18" charset="0"/>
                <a:cs typeface="Times New Roman" panose="02020603050405020304" pitchFamily="18" charset="0"/>
              </a:rPr>
              <a:t> </a:t>
            </a:r>
            <a:r>
              <a:rPr lang="fr-FR" kern="0" dirty="0" err="1">
                <a:solidFill>
                  <a:srgbClr val="003366"/>
                </a:solidFill>
                <a:latin typeface="Times New Roman" panose="02020603050405020304" pitchFamily="18" charset="0"/>
                <a:cs typeface="Times New Roman" panose="02020603050405020304" pitchFamily="18" charset="0"/>
              </a:rPr>
              <a:t>Programming</a:t>
            </a:r>
            <a:r>
              <a:rPr lang="fr-FR" kern="0" dirty="0">
                <a:solidFill>
                  <a:srgbClr val="003366"/>
                </a:solidFill>
                <a:latin typeface="Times New Roman" panose="02020603050405020304" pitchFamily="18" charset="0"/>
                <a:cs typeface="Times New Roman" panose="02020603050405020304" pitchFamily="18" charset="0"/>
              </a:rPr>
              <a:t> (XP)</a:t>
            </a:r>
          </a:p>
        </p:txBody>
      </p:sp>
      <p:cxnSp>
        <p:nvCxnSpPr>
          <p:cNvPr id="8"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sp>
        <p:nvSpPr>
          <p:cNvPr id="3" name="AutoShape 4" descr="What Is Extreme Programming (XP)? - Values, Principles, And Practices">
            <a:extLst>
              <a:ext uri="{FF2B5EF4-FFF2-40B4-BE49-F238E27FC236}">
                <a16:creationId xmlns:a16="http://schemas.microsoft.com/office/drawing/2014/main" id="{16C3AA04-36DF-46E6-9FC1-52DAD379717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10" name="Diagramme 9">
            <a:extLst>
              <a:ext uri="{FF2B5EF4-FFF2-40B4-BE49-F238E27FC236}">
                <a16:creationId xmlns:a16="http://schemas.microsoft.com/office/drawing/2014/main" id="{2132A922-DD38-4947-B0AD-3761250C26E2}"/>
              </a:ext>
            </a:extLst>
          </p:cNvPr>
          <p:cNvGraphicFramePr/>
          <p:nvPr>
            <p:extLst>
              <p:ext uri="{D42A27DB-BD31-4B8C-83A1-F6EECF244321}">
                <p14:modId xmlns:p14="http://schemas.microsoft.com/office/powerpoint/2010/main" val="1308681276"/>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Image 4">
            <a:extLst>
              <a:ext uri="{FF2B5EF4-FFF2-40B4-BE49-F238E27FC236}">
                <a16:creationId xmlns:a16="http://schemas.microsoft.com/office/drawing/2014/main" id="{009C6337-51CB-4984-A307-5906CAE30625}"/>
              </a:ext>
            </a:extLst>
          </p:cNvPr>
          <p:cNvPicPr>
            <a:picLocks noChangeAspect="1"/>
          </p:cNvPicPr>
          <p:nvPr/>
        </p:nvPicPr>
        <p:blipFill rotWithShape="1">
          <a:blip r:embed="rId8">
            <a:extLst>
              <a:ext uri="{28A0092B-C50C-407E-A947-70E740481C1C}">
                <a14:useLocalDpi xmlns:a14="http://schemas.microsoft.com/office/drawing/2010/main" val="0"/>
              </a:ext>
            </a:extLst>
          </a:blip>
          <a:srcRect b="13768"/>
          <a:stretch/>
        </p:blipFill>
        <p:spPr>
          <a:xfrm>
            <a:off x="1275293" y="1407974"/>
            <a:ext cx="9641414" cy="5030145"/>
          </a:xfrm>
          <a:prstGeom prst="rect">
            <a:avLst/>
          </a:prstGeom>
        </p:spPr>
        <p:style>
          <a:lnRef idx="0">
            <a:schemeClr val="accent6"/>
          </a:lnRef>
          <a:fillRef idx="3">
            <a:schemeClr val="accent6"/>
          </a:fillRef>
          <a:effectRef idx="3">
            <a:schemeClr val="accent6"/>
          </a:effectRef>
          <a:fontRef idx="minor">
            <a:schemeClr val="lt1"/>
          </a:fontRef>
        </p:style>
      </p:pic>
      <p:sp>
        <p:nvSpPr>
          <p:cNvPr id="11" name="ZoneTexte 10">
            <a:extLst>
              <a:ext uri="{FF2B5EF4-FFF2-40B4-BE49-F238E27FC236}">
                <a16:creationId xmlns:a16="http://schemas.microsoft.com/office/drawing/2014/main" id="{6E207E6B-A547-44BF-A41C-C5EF152C27D7}"/>
              </a:ext>
            </a:extLst>
          </p:cNvPr>
          <p:cNvSpPr txBox="1"/>
          <p:nvPr/>
        </p:nvSpPr>
        <p:spPr>
          <a:xfrm>
            <a:off x="1331386" y="4362455"/>
            <a:ext cx="1667846" cy="307777"/>
          </a:xfrm>
          <a:prstGeom prst="rect">
            <a:avLst/>
          </a:prstGeom>
          <a:noFill/>
        </p:spPr>
        <p:txBody>
          <a:bodyPr wrap="square">
            <a:spAutoFit/>
          </a:bodyPr>
          <a:lstStyle/>
          <a:p>
            <a:r>
              <a:rPr lang="fr-FR" sz="1400" dirty="0">
                <a:solidFill>
                  <a:schemeClr val="accent6"/>
                </a:solidFill>
                <a:latin typeface="Arial Black" panose="020B0A04020102020204" pitchFamily="34" charset="0"/>
              </a:rPr>
              <a:t>(User Stories)</a:t>
            </a:r>
            <a:endParaRPr lang="fr-FR" sz="1400" dirty="0">
              <a:latin typeface="Arial Black" panose="020B0A04020102020204" pitchFamily="34" charset="0"/>
            </a:endParaRPr>
          </a:p>
        </p:txBody>
      </p:sp>
    </p:spTree>
    <p:extLst>
      <p:ext uri="{BB962C8B-B14F-4D97-AF65-F5344CB8AC3E}">
        <p14:creationId xmlns:p14="http://schemas.microsoft.com/office/powerpoint/2010/main" val="3176530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3000"/>
            <a:lum/>
          </a:blip>
          <a:srcRect/>
          <a:stretch>
            <a:fillRect l="-1000" r="-1000"/>
          </a:stretch>
        </a:blipFill>
        <a:effectLst/>
      </p:bgPr>
    </p:bg>
    <p:spTree>
      <p:nvGrpSpPr>
        <p:cNvPr id="1" name="Shape 250"/>
        <p:cNvGrpSpPr/>
        <p:nvPr/>
      </p:nvGrpSpPr>
      <p:grpSpPr>
        <a:xfrm>
          <a:off x="0" y="0"/>
          <a:ext cx="0" cy="0"/>
          <a:chOff x="0" y="0"/>
          <a:chExt cx="0" cy="0"/>
        </a:xfrm>
      </p:grpSpPr>
      <p:sp>
        <p:nvSpPr>
          <p:cNvPr id="74"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Exo 2"/>
              </a:rPr>
              <a:t>13</a:t>
            </a:r>
          </a:p>
        </p:txBody>
      </p:sp>
      <p:sp>
        <p:nvSpPr>
          <p:cNvPr id="7" name="Google Shape;124;p24"/>
          <p:cNvSpPr/>
          <p:nvPr/>
        </p:nvSpPr>
        <p:spPr>
          <a:xfrm rot="5400000" flipH="1">
            <a:off x="2515414" y="399079"/>
            <a:ext cx="2078644" cy="7126479"/>
          </a:xfrm>
          <a:custGeom>
            <a:avLst/>
            <a:gdLst>
              <a:gd name="connsiteX0" fmla="*/ 0 w 2849068"/>
              <a:gd name="connsiteY0" fmla="*/ 0 h 5825450"/>
              <a:gd name="connsiteX1" fmla="*/ 2849068 w 2849068"/>
              <a:gd name="connsiteY1" fmla="*/ 0 h 5825450"/>
              <a:gd name="connsiteX2" fmla="*/ 2849068 w 2849068"/>
              <a:gd name="connsiteY2" fmla="*/ 5825450 h 5825450"/>
              <a:gd name="connsiteX3" fmla="*/ 0 w 2849068"/>
              <a:gd name="connsiteY3" fmla="*/ 5825450 h 5825450"/>
              <a:gd name="connsiteX4" fmla="*/ 0 w 2849068"/>
              <a:gd name="connsiteY4" fmla="*/ 0 h 5825450"/>
              <a:gd name="connsiteX0" fmla="*/ 0 w 2925268"/>
              <a:gd name="connsiteY0" fmla="*/ 0 h 5825450"/>
              <a:gd name="connsiteX1" fmla="*/ 2925268 w 2925268"/>
              <a:gd name="connsiteY1" fmla="*/ 1153886 h 5825450"/>
              <a:gd name="connsiteX2" fmla="*/ 2849068 w 2925268"/>
              <a:gd name="connsiteY2" fmla="*/ 5825450 h 5825450"/>
              <a:gd name="connsiteX3" fmla="*/ 0 w 2925268"/>
              <a:gd name="connsiteY3" fmla="*/ 5825450 h 5825450"/>
              <a:gd name="connsiteX4" fmla="*/ 0 w 2925268"/>
              <a:gd name="connsiteY4" fmla="*/ 0 h 5825450"/>
              <a:gd name="connsiteX0" fmla="*/ 0 w 5156839"/>
              <a:gd name="connsiteY0" fmla="*/ 0 h 5825450"/>
              <a:gd name="connsiteX1" fmla="*/ 2925268 w 5156839"/>
              <a:gd name="connsiteY1" fmla="*/ 1153886 h 5825450"/>
              <a:gd name="connsiteX2" fmla="*/ 5156839 w 5156839"/>
              <a:gd name="connsiteY2" fmla="*/ 5825450 h 5825450"/>
              <a:gd name="connsiteX3" fmla="*/ 0 w 5156839"/>
              <a:gd name="connsiteY3" fmla="*/ 5825450 h 5825450"/>
              <a:gd name="connsiteX4" fmla="*/ 0 w 5156839"/>
              <a:gd name="connsiteY4" fmla="*/ 0 h 5825450"/>
              <a:gd name="connsiteX0" fmla="*/ 0 w 5156839"/>
              <a:gd name="connsiteY0" fmla="*/ 0 h 5825450"/>
              <a:gd name="connsiteX1" fmla="*/ 5145957 w 5156839"/>
              <a:gd name="connsiteY1" fmla="*/ 1034143 h 5825450"/>
              <a:gd name="connsiteX2" fmla="*/ 5156839 w 5156839"/>
              <a:gd name="connsiteY2" fmla="*/ 5825450 h 5825450"/>
              <a:gd name="connsiteX3" fmla="*/ 0 w 5156839"/>
              <a:gd name="connsiteY3" fmla="*/ 5825450 h 5825450"/>
              <a:gd name="connsiteX4" fmla="*/ 0 w 5156839"/>
              <a:gd name="connsiteY4" fmla="*/ 0 h 5825450"/>
              <a:gd name="connsiteX0" fmla="*/ 0 w 5185868"/>
              <a:gd name="connsiteY0" fmla="*/ 0 h 6347967"/>
              <a:gd name="connsiteX1" fmla="*/ 5174986 w 5185868"/>
              <a:gd name="connsiteY1" fmla="*/ 1556660 h 6347967"/>
              <a:gd name="connsiteX2" fmla="*/ 5185868 w 5185868"/>
              <a:gd name="connsiteY2" fmla="*/ 6347967 h 6347967"/>
              <a:gd name="connsiteX3" fmla="*/ 29029 w 5185868"/>
              <a:gd name="connsiteY3" fmla="*/ 6347967 h 6347967"/>
              <a:gd name="connsiteX4" fmla="*/ 0 w 5185868"/>
              <a:gd name="connsiteY4" fmla="*/ 0 h 6347967"/>
              <a:gd name="connsiteX0" fmla="*/ 0 w 5185868"/>
              <a:gd name="connsiteY0" fmla="*/ 0 h 6347967"/>
              <a:gd name="connsiteX1" fmla="*/ 5078346 w 5185868"/>
              <a:gd name="connsiteY1" fmla="*/ 1565356 h 6347967"/>
              <a:gd name="connsiteX2" fmla="*/ 5185868 w 5185868"/>
              <a:gd name="connsiteY2" fmla="*/ 6347967 h 6347967"/>
              <a:gd name="connsiteX3" fmla="*/ 29029 w 5185868"/>
              <a:gd name="connsiteY3" fmla="*/ 6347967 h 6347967"/>
              <a:gd name="connsiteX4" fmla="*/ 0 w 5185868"/>
              <a:gd name="connsiteY4" fmla="*/ 0 h 6347967"/>
              <a:gd name="connsiteX0" fmla="*/ 0 w 5464942"/>
              <a:gd name="connsiteY0" fmla="*/ 0 h 6347967"/>
              <a:gd name="connsiteX1" fmla="*/ 5464910 w 5464942"/>
              <a:gd name="connsiteY1" fmla="*/ 495767 h 6347967"/>
              <a:gd name="connsiteX2" fmla="*/ 5185868 w 5464942"/>
              <a:gd name="connsiteY2" fmla="*/ 6347967 h 6347967"/>
              <a:gd name="connsiteX3" fmla="*/ 29029 w 5464942"/>
              <a:gd name="connsiteY3" fmla="*/ 6347967 h 6347967"/>
              <a:gd name="connsiteX4" fmla="*/ 0 w 5464942"/>
              <a:gd name="connsiteY4" fmla="*/ 0 h 6347967"/>
              <a:gd name="connsiteX0" fmla="*/ 0 w 5368316"/>
              <a:gd name="connsiteY0" fmla="*/ 0 h 6347967"/>
              <a:gd name="connsiteX1" fmla="*/ 5368267 w 5368316"/>
              <a:gd name="connsiteY1" fmla="*/ 538617 h 6347967"/>
              <a:gd name="connsiteX2" fmla="*/ 5185868 w 5368316"/>
              <a:gd name="connsiteY2" fmla="*/ 6347967 h 6347967"/>
              <a:gd name="connsiteX3" fmla="*/ 29029 w 5368316"/>
              <a:gd name="connsiteY3" fmla="*/ 6347967 h 6347967"/>
              <a:gd name="connsiteX4" fmla="*/ 0 w 5368316"/>
              <a:gd name="connsiteY4" fmla="*/ 0 h 6347967"/>
              <a:gd name="connsiteX0" fmla="*/ -3 w 5368316"/>
              <a:gd name="connsiteY0" fmla="*/ 0 h 6369392"/>
              <a:gd name="connsiteX1" fmla="*/ 5368267 w 5368316"/>
              <a:gd name="connsiteY1" fmla="*/ 560042 h 6369392"/>
              <a:gd name="connsiteX2" fmla="*/ 5185868 w 5368316"/>
              <a:gd name="connsiteY2" fmla="*/ 6369392 h 6369392"/>
              <a:gd name="connsiteX3" fmla="*/ 29029 w 5368316"/>
              <a:gd name="connsiteY3" fmla="*/ 6369392 h 6369392"/>
              <a:gd name="connsiteX4" fmla="*/ -3 w 5368316"/>
              <a:gd name="connsiteY4" fmla="*/ 0 h 6369392"/>
              <a:gd name="connsiteX0" fmla="*/ 0 w 5368536"/>
              <a:gd name="connsiteY0" fmla="*/ 0 h 6394392"/>
              <a:gd name="connsiteX1" fmla="*/ 5368270 w 5368536"/>
              <a:gd name="connsiteY1" fmla="*/ 560042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035027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685006 h 6394392"/>
              <a:gd name="connsiteX2" fmla="*/ 5340733 w 5368536"/>
              <a:gd name="connsiteY2" fmla="*/ 6394392 h 6394392"/>
              <a:gd name="connsiteX3" fmla="*/ 29032 w 5368536"/>
              <a:gd name="connsiteY3" fmla="*/ 6369392 h 6394392"/>
              <a:gd name="connsiteX4" fmla="*/ 0 w 5368536"/>
              <a:gd name="connsiteY4" fmla="*/ 0 h 639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536" h="6394392">
                <a:moveTo>
                  <a:pt x="0" y="0"/>
                </a:moveTo>
                <a:lnTo>
                  <a:pt x="5368270" y="1685006"/>
                </a:lnTo>
                <a:cubicBezTo>
                  <a:pt x="5371897" y="3282108"/>
                  <a:pt x="5337106" y="4797290"/>
                  <a:pt x="5340733" y="6394392"/>
                </a:cubicBezTo>
                <a:lnTo>
                  <a:pt x="29032" y="6369392"/>
                </a:lnTo>
                <a:lnTo>
                  <a:pt x="0" y="0"/>
                </a:lnTo>
                <a:close/>
              </a:path>
            </a:pathLst>
          </a:custGeom>
          <a:solidFill>
            <a:srgbClr val="002060">
              <a:alpha val="80000"/>
            </a:srgbClr>
          </a:solidFill>
          <a:ln>
            <a:noFill/>
          </a:ln>
          <a:effectLst>
            <a:outerShdw blurRad="50800" dist="50800" dir="5400000" algn="ctr" rotWithShape="0">
              <a:srgbClr val="0070C0">
                <a:alpha val="51000"/>
              </a:srgbClr>
            </a:outerShdw>
          </a:effectLst>
        </p:spPr>
        <p:txBody>
          <a:bodyPr spcFirstLastPara="1" wrap="square" lIns="121900" tIns="121900" rIns="121900" bIns="121900" anchor="ctr" anchorCtr="0">
            <a:noAutofit/>
          </a:bodyPr>
          <a:lstStyle/>
          <a:p>
            <a:pPr latinLnBrk="1"/>
            <a:endParaRPr sz="2400">
              <a:solidFill>
                <a:prstClr val="black"/>
              </a:solidFill>
              <a:latin typeface="맑은 고딕"/>
            </a:endParaRPr>
          </a:p>
        </p:txBody>
      </p:sp>
      <p:sp>
        <p:nvSpPr>
          <p:cNvPr id="79" name="Google Shape;215;p34"/>
          <p:cNvSpPr txBox="1">
            <a:spLocks noGrp="1"/>
          </p:cNvSpPr>
          <p:nvPr>
            <p:ph type="ctrTitle"/>
          </p:nvPr>
        </p:nvSpPr>
        <p:spPr>
          <a:xfrm flipH="1">
            <a:off x="449704" y="2922996"/>
            <a:ext cx="5171605" cy="2078645"/>
          </a:xfrm>
          <a:prstGeom prst="rect">
            <a:avLst/>
          </a:prstGeom>
        </p:spPr>
        <p:txBody>
          <a:bodyPr spcFirstLastPara="1" wrap="square" lIns="121900" tIns="121900" rIns="121900" bIns="121900" anchor="ctr" anchorCtr="0">
            <a:noAutofit/>
          </a:bodyPr>
          <a:lstStyle/>
          <a:p>
            <a:pPr algn="l"/>
            <a:r>
              <a:rPr lang="en" sz="4000" dirty="0">
                <a:solidFill>
                  <a:schemeClr val="bg1"/>
                </a:solidFill>
                <a:latin typeface="Times New Roman" panose="02020603050405020304" pitchFamily="18" charset="0"/>
                <a:cs typeface="Times New Roman" panose="02020603050405020304" pitchFamily="18" charset="0"/>
              </a:rPr>
              <a:t>Etude Conceptuelle</a:t>
            </a:r>
            <a:endParaRPr sz="2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673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latin typeface="Times New Roman" panose="02020603050405020304" pitchFamily="18" charset="0"/>
                <a:ea typeface="Exo 2"/>
                <a:cs typeface="Times New Roman" panose="02020603050405020304" pitchFamily="18" charset="0"/>
                <a:sym typeface="Calibri"/>
              </a:rPr>
              <a:t>14</a:t>
            </a:r>
            <a:endParaRPr lang="fr-FR" sz="1600" b="1" kern="0" dirty="0">
              <a:latin typeface="Times New Roman" panose="02020603050405020304" pitchFamily="18" charset="0"/>
              <a:ea typeface="Exo 2"/>
              <a:cs typeface="Times New Roman" panose="02020603050405020304" pitchFamily="18" charset="0"/>
              <a:sym typeface="Exo 2"/>
            </a:endParaRPr>
          </a:p>
        </p:txBody>
      </p:sp>
      <p:sp>
        <p:nvSpPr>
          <p:cNvPr id="6" name="Google Shape;175;p31"/>
          <p:cNvSpPr txBox="1">
            <a:spLocks/>
          </p:cNvSpPr>
          <p:nvPr/>
        </p:nvSpPr>
        <p:spPr>
          <a:xfrm flipH="1">
            <a:off x="-1" y="702127"/>
            <a:ext cx="5235677"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en-US" kern="0" dirty="0">
                <a:solidFill>
                  <a:srgbClr val="003366"/>
                </a:solidFill>
                <a:latin typeface="Times New Roman" panose="02020603050405020304" pitchFamily="18" charset="0"/>
                <a:cs typeface="Times New Roman" panose="02020603050405020304" pitchFamily="18" charset="0"/>
              </a:rPr>
              <a:t>U</a:t>
            </a:r>
            <a:r>
              <a:rPr lang="fr-FR" kern="0" dirty="0" err="1">
                <a:solidFill>
                  <a:srgbClr val="003366"/>
                </a:solidFill>
                <a:latin typeface="Times New Roman" panose="02020603050405020304" pitchFamily="18" charset="0"/>
                <a:cs typeface="Times New Roman" panose="02020603050405020304" pitchFamily="18" charset="0"/>
              </a:rPr>
              <a:t>ser</a:t>
            </a:r>
            <a:r>
              <a:rPr lang="fr-FR" kern="0" dirty="0">
                <a:solidFill>
                  <a:srgbClr val="003366"/>
                </a:solidFill>
                <a:latin typeface="Times New Roman" panose="02020603050405020304" pitchFamily="18" charset="0"/>
                <a:cs typeface="Times New Roman" panose="02020603050405020304" pitchFamily="18" charset="0"/>
              </a:rPr>
              <a:t> Story </a:t>
            </a:r>
          </a:p>
        </p:txBody>
      </p:sp>
      <p:cxnSp>
        <p:nvCxnSpPr>
          <p:cNvPr id="7"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pic>
        <p:nvPicPr>
          <p:cNvPr id="10" name="Image 9">
            <a:extLst>
              <a:ext uri="{FF2B5EF4-FFF2-40B4-BE49-F238E27FC236}">
                <a16:creationId xmlns:a16="http://schemas.microsoft.com/office/drawing/2014/main" id="{B523FD8A-64A4-48B2-9A69-A7C030C0B1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31272" y="1500137"/>
            <a:ext cx="4529455" cy="3021965"/>
          </a:xfrm>
          <a:prstGeom prst="rect">
            <a:avLst/>
          </a:prstGeom>
          <a:ln>
            <a:noFill/>
          </a:ln>
          <a:effectLst>
            <a:outerShdw blurRad="190500" algn="tl" rotWithShape="0">
              <a:srgbClr val="000000">
                <a:alpha val="70000"/>
              </a:srgbClr>
            </a:outerShdw>
          </a:effectLst>
        </p:spPr>
      </p:pic>
      <p:pic>
        <p:nvPicPr>
          <p:cNvPr id="11" name="Image 10">
            <a:extLst>
              <a:ext uri="{FF2B5EF4-FFF2-40B4-BE49-F238E27FC236}">
                <a16:creationId xmlns:a16="http://schemas.microsoft.com/office/drawing/2014/main" id="{A34DE763-C985-405B-8AA4-6D4BCF2367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7745" y="4674694"/>
            <a:ext cx="387350" cy="434340"/>
          </a:xfrm>
          <a:prstGeom prst="rect">
            <a:avLst/>
          </a:prstGeom>
        </p:spPr>
      </p:pic>
      <p:pic>
        <p:nvPicPr>
          <p:cNvPr id="12" name="Image 11">
            <a:extLst>
              <a:ext uri="{FF2B5EF4-FFF2-40B4-BE49-F238E27FC236}">
                <a16:creationId xmlns:a16="http://schemas.microsoft.com/office/drawing/2014/main" id="{7A655AEB-FF32-4308-B2FB-60E11EAAAA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2982" y="4715431"/>
            <a:ext cx="464820" cy="464820"/>
          </a:xfrm>
          <a:prstGeom prst="rect">
            <a:avLst/>
          </a:prstGeom>
        </p:spPr>
      </p:pic>
      <p:pic>
        <p:nvPicPr>
          <p:cNvPr id="13" name="Image 12">
            <a:extLst>
              <a:ext uri="{FF2B5EF4-FFF2-40B4-BE49-F238E27FC236}">
                <a16:creationId xmlns:a16="http://schemas.microsoft.com/office/drawing/2014/main" id="{89C10037-D803-4DA3-AFC6-8D3063DD3F56}"/>
              </a:ext>
            </a:extLst>
          </p:cNvPr>
          <p:cNvPicPr>
            <a:picLocks noChangeAspect="1"/>
          </p:cNvPicPr>
          <p:nvPr/>
        </p:nvPicPr>
        <p:blipFill rotWithShape="1">
          <a:blip r:embed="rId6">
            <a:extLst>
              <a:ext uri="{28A0092B-C50C-407E-A947-70E740481C1C}">
                <a14:useLocalDpi xmlns:a14="http://schemas.microsoft.com/office/drawing/2010/main" val="0"/>
              </a:ext>
            </a:extLst>
          </a:blip>
          <a:srcRect t="10389" r="5970"/>
          <a:stretch/>
        </p:blipFill>
        <p:spPr bwMode="auto">
          <a:xfrm>
            <a:off x="8075441" y="4685433"/>
            <a:ext cx="419100" cy="458470"/>
          </a:xfrm>
          <a:prstGeom prst="rect">
            <a:avLst/>
          </a:prstGeom>
          <a:ln>
            <a:noFill/>
          </a:ln>
          <a:extLst>
            <a:ext uri="{53640926-AAD7-44D8-BBD7-CCE9431645EC}">
              <a14:shadowObscured xmlns:a14="http://schemas.microsoft.com/office/drawing/2010/main"/>
            </a:ext>
          </a:extLst>
        </p:spPr>
      </p:pic>
      <p:sp>
        <p:nvSpPr>
          <p:cNvPr id="14" name="ZoneTexte 13">
            <a:extLst>
              <a:ext uri="{FF2B5EF4-FFF2-40B4-BE49-F238E27FC236}">
                <a16:creationId xmlns:a16="http://schemas.microsoft.com/office/drawing/2014/main" id="{603D5751-74BA-4F78-923C-60D964185EE7}"/>
              </a:ext>
            </a:extLst>
          </p:cNvPr>
          <p:cNvSpPr txBox="1"/>
          <p:nvPr/>
        </p:nvSpPr>
        <p:spPr>
          <a:xfrm>
            <a:off x="3407802" y="4715431"/>
            <a:ext cx="4504926" cy="1477328"/>
          </a:xfrm>
          <a:prstGeom prst="rect">
            <a:avLst/>
          </a:prstGeom>
          <a:noFill/>
        </p:spPr>
        <p:txBody>
          <a:bodyPr wrap="square" rtlCol="0">
            <a:spAutoFit/>
          </a:bodyPr>
          <a:lstStyle/>
          <a:p>
            <a:r>
              <a:rPr lang="fr-FR" dirty="0"/>
              <a:t>Détails :</a:t>
            </a:r>
          </a:p>
          <a:p>
            <a:pPr marL="285750" indent="-285750">
              <a:buFontTx/>
              <a:buChar char="-"/>
            </a:pPr>
            <a:r>
              <a:rPr lang="fr-FR" dirty="0">
                <a:solidFill>
                  <a:schemeClr val="accent6"/>
                </a:solidFill>
              </a:rPr>
              <a:t>Etudiante en 1ère année en licence fondamentale en langue, littérature et civilisation anglaise</a:t>
            </a:r>
            <a:r>
              <a:rPr lang="fr-FR" dirty="0"/>
              <a:t>.</a:t>
            </a:r>
          </a:p>
          <a:p>
            <a:pPr marL="285750" indent="-285750">
              <a:buFontTx/>
              <a:buChar char="-"/>
            </a:pPr>
            <a:r>
              <a:rPr lang="fr-FR" dirty="0">
                <a:solidFill>
                  <a:schemeClr val="accent6"/>
                </a:solidFill>
              </a:rPr>
              <a:t>Dyslexique.</a:t>
            </a:r>
          </a:p>
        </p:txBody>
      </p:sp>
      <p:sp>
        <p:nvSpPr>
          <p:cNvPr id="15" name="ZoneTexte 14">
            <a:extLst>
              <a:ext uri="{FF2B5EF4-FFF2-40B4-BE49-F238E27FC236}">
                <a16:creationId xmlns:a16="http://schemas.microsoft.com/office/drawing/2014/main" id="{9AC2AB4E-9419-497E-9BB1-95C2DA73D357}"/>
              </a:ext>
            </a:extLst>
          </p:cNvPr>
          <p:cNvSpPr txBox="1"/>
          <p:nvPr/>
        </p:nvSpPr>
        <p:spPr>
          <a:xfrm>
            <a:off x="727209" y="4691813"/>
            <a:ext cx="1705233" cy="646331"/>
          </a:xfrm>
          <a:prstGeom prst="rect">
            <a:avLst/>
          </a:prstGeom>
          <a:noFill/>
        </p:spPr>
        <p:txBody>
          <a:bodyPr wrap="square" rtlCol="0">
            <a:spAutoFit/>
          </a:bodyPr>
          <a:lstStyle/>
          <a:p>
            <a:r>
              <a:rPr lang="fr-FR" dirty="0"/>
              <a:t>Nom et âge :</a:t>
            </a:r>
          </a:p>
          <a:p>
            <a:r>
              <a:rPr lang="fr-FR" dirty="0">
                <a:solidFill>
                  <a:schemeClr val="accent6"/>
                </a:solidFill>
              </a:rPr>
              <a:t>Sarra, 19 ans </a:t>
            </a:r>
          </a:p>
        </p:txBody>
      </p:sp>
      <p:sp>
        <p:nvSpPr>
          <p:cNvPr id="16" name="ZoneTexte 15">
            <a:extLst>
              <a:ext uri="{FF2B5EF4-FFF2-40B4-BE49-F238E27FC236}">
                <a16:creationId xmlns:a16="http://schemas.microsoft.com/office/drawing/2014/main" id="{D8E4AEE2-1DA9-4649-BB45-D0E854A630A4}"/>
              </a:ext>
            </a:extLst>
          </p:cNvPr>
          <p:cNvSpPr txBox="1"/>
          <p:nvPr/>
        </p:nvSpPr>
        <p:spPr>
          <a:xfrm>
            <a:off x="8552950" y="4674694"/>
            <a:ext cx="3518611" cy="1754326"/>
          </a:xfrm>
          <a:prstGeom prst="rect">
            <a:avLst/>
          </a:prstGeom>
          <a:noFill/>
        </p:spPr>
        <p:txBody>
          <a:bodyPr wrap="square" rtlCol="0">
            <a:spAutoFit/>
          </a:bodyPr>
          <a:lstStyle/>
          <a:p>
            <a:r>
              <a:rPr lang="fr-FR" dirty="0"/>
              <a:t>Objectif : </a:t>
            </a:r>
          </a:p>
          <a:p>
            <a:r>
              <a:rPr lang="fr-FR" dirty="0">
                <a:solidFill>
                  <a:schemeClr val="accent6"/>
                </a:solidFill>
              </a:rPr>
              <a:t>Aider Sarra à se retenir au niveau de ces collègues et à lire et écrire suffisamment dans une interface d’utilisateur appropriée.  . </a:t>
            </a:r>
          </a:p>
        </p:txBody>
      </p:sp>
      <p:graphicFrame>
        <p:nvGraphicFramePr>
          <p:cNvPr id="17" name="Diagramme 16">
            <a:extLst>
              <a:ext uri="{FF2B5EF4-FFF2-40B4-BE49-F238E27FC236}">
                <a16:creationId xmlns:a16="http://schemas.microsoft.com/office/drawing/2014/main" id="{FE7C6965-380D-4F32-863B-266A3EA1C1E7}"/>
              </a:ext>
            </a:extLst>
          </p:cNvPr>
          <p:cNvGraphicFramePr/>
          <p:nvPr>
            <p:extLst>
              <p:ext uri="{D42A27DB-BD31-4B8C-83A1-F6EECF244321}">
                <p14:modId xmlns:p14="http://schemas.microsoft.com/office/powerpoint/2010/main" val="1243742038"/>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20330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latin typeface="Times New Roman" panose="02020603050405020304" pitchFamily="18" charset="0"/>
                <a:ea typeface="Exo 2"/>
                <a:cs typeface="Times New Roman" panose="02020603050405020304" pitchFamily="18" charset="0"/>
                <a:sym typeface="Calibri"/>
              </a:rPr>
              <a:t>15</a:t>
            </a:r>
            <a:endParaRPr lang="fr-FR" sz="1600" b="1" kern="0" dirty="0">
              <a:latin typeface="Times New Roman" panose="02020603050405020304" pitchFamily="18" charset="0"/>
              <a:ea typeface="Exo 2"/>
              <a:cs typeface="Times New Roman" panose="02020603050405020304" pitchFamily="18" charset="0"/>
              <a:sym typeface="Exo 2"/>
            </a:endParaRPr>
          </a:p>
        </p:txBody>
      </p:sp>
      <p:sp>
        <p:nvSpPr>
          <p:cNvPr id="6" name="Google Shape;175;p31"/>
          <p:cNvSpPr txBox="1">
            <a:spLocks/>
          </p:cNvSpPr>
          <p:nvPr/>
        </p:nvSpPr>
        <p:spPr>
          <a:xfrm flipH="1">
            <a:off x="-3" y="702127"/>
            <a:ext cx="7613782"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en-US" kern="0" dirty="0" err="1">
                <a:solidFill>
                  <a:srgbClr val="003366"/>
                </a:solidFill>
                <a:latin typeface="Times New Roman" panose="02020603050405020304" pitchFamily="18" charset="0"/>
                <a:cs typeface="Times New Roman" panose="02020603050405020304" pitchFamily="18" charset="0"/>
              </a:rPr>
              <a:t>Diagramme</a:t>
            </a:r>
            <a:r>
              <a:rPr lang="en-US" kern="0" dirty="0">
                <a:solidFill>
                  <a:srgbClr val="003366"/>
                </a:solidFill>
                <a:latin typeface="Times New Roman" panose="02020603050405020304" pitchFamily="18" charset="0"/>
                <a:cs typeface="Times New Roman" panose="02020603050405020304" pitchFamily="18" charset="0"/>
              </a:rPr>
              <a:t> de </a:t>
            </a:r>
            <a:r>
              <a:rPr lang="en-US" kern="0" dirty="0" err="1">
                <a:solidFill>
                  <a:srgbClr val="003366"/>
                </a:solidFill>
                <a:latin typeface="Times New Roman" panose="02020603050405020304" pitchFamily="18" charset="0"/>
                <a:cs typeface="Times New Roman" panose="02020603050405020304" pitchFamily="18" charset="0"/>
              </a:rPr>
              <a:t>cas</a:t>
            </a:r>
            <a:r>
              <a:rPr lang="en-US" kern="0" dirty="0">
                <a:solidFill>
                  <a:srgbClr val="003366"/>
                </a:solidFill>
                <a:latin typeface="Times New Roman" panose="02020603050405020304" pitchFamily="18" charset="0"/>
                <a:cs typeface="Times New Roman" panose="02020603050405020304" pitchFamily="18" charset="0"/>
              </a:rPr>
              <a:t> </a:t>
            </a:r>
            <a:r>
              <a:rPr lang="en-US" kern="0" dirty="0" err="1">
                <a:solidFill>
                  <a:srgbClr val="003366"/>
                </a:solidFill>
                <a:latin typeface="Times New Roman" panose="02020603050405020304" pitchFamily="18" charset="0"/>
                <a:cs typeface="Times New Roman" panose="02020603050405020304" pitchFamily="18" charset="0"/>
              </a:rPr>
              <a:t>d’utilisation</a:t>
            </a:r>
            <a:r>
              <a:rPr lang="en-US" kern="0" dirty="0">
                <a:solidFill>
                  <a:srgbClr val="003366"/>
                </a:solidFill>
                <a:latin typeface="Times New Roman" panose="02020603050405020304" pitchFamily="18" charset="0"/>
                <a:cs typeface="Times New Roman" panose="02020603050405020304" pitchFamily="18" charset="0"/>
              </a:rPr>
              <a:t> </a:t>
            </a:r>
            <a:r>
              <a:rPr lang="en-US" kern="0" dirty="0" err="1">
                <a:solidFill>
                  <a:srgbClr val="003366"/>
                </a:solidFill>
                <a:latin typeface="Times New Roman" panose="02020603050405020304" pitchFamily="18" charset="0"/>
                <a:cs typeface="Times New Roman" panose="02020603050405020304" pitchFamily="18" charset="0"/>
              </a:rPr>
              <a:t>général</a:t>
            </a:r>
            <a:r>
              <a:rPr lang="en-US" kern="0" dirty="0">
                <a:solidFill>
                  <a:srgbClr val="003366"/>
                </a:solidFill>
                <a:latin typeface="Times New Roman" panose="02020603050405020304" pitchFamily="18" charset="0"/>
                <a:cs typeface="Times New Roman" panose="02020603050405020304" pitchFamily="18" charset="0"/>
              </a:rPr>
              <a:t>  </a:t>
            </a:r>
          </a:p>
        </p:txBody>
      </p:sp>
      <p:cxnSp>
        <p:nvCxnSpPr>
          <p:cNvPr id="7"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pic>
        <p:nvPicPr>
          <p:cNvPr id="8" name="Image 7">
            <a:extLst>
              <a:ext uri="{FF2B5EF4-FFF2-40B4-BE49-F238E27FC236}">
                <a16:creationId xmlns:a16="http://schemas.microsoft.com/office/drawing/2014/main" id="{A6534A7D-FEA1-4737-A000-77827E055A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5497" y="1428070"/>
            <a:ext cx="5933014" cy="4811047"/>
          </a:xfrm>
          <a:prstGeom prst="rect">
            <a:avLst/>
          </a:prstGeom>
        </p:spPr>
      </p:pic>
      <p:graphicFrame>
        <p:nvGraphicFramePr>
          <p:cNvPr id="10" name="Diagramme 9">
            <a:extLst>
              <a:ext uri="{FF2B5EF4-FFF2-40B4-BE49-F238E27FC236}">
                <a16:creationId xmlns:a16="http://schemas.microsoft.com/office/drawing/2014/main" id="{5C5FFD5D-AFDA-4E69-8BF4-5E88A460657D}"/>
              </a:ext>
            </a:extLst>
          </p:cNvPr>
          <p:cNvGraphicFramePr/>
          <p:nvPr>
            <p:extLst>
              <p:ext uri="{D42A27DB-BD31-4B8C-83A1-F6EECF244321}">
                <p14:modId xmlns:p14="http://schemas.microsoft.com/office/powerpoint/2010/main" val="4275798826"/>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747711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latin typeface="Times New Roman" panose="02020603050405020304" pitchFamily="18" charset="0"/>
                <a:ea typeface="Exo 2"/>
                <a:cs typeface="Times New Roman" panose="02020603050405020304" pitchFamily="18" charset="0"/>
                <a:sym typeface="Calibri"/>
              </a:rPr>
              <a:t>16</a:t>
            </a:r>
            <a:endParaRPr lang="fr-FR" sz="1600" b="1" kern="0" dirty="0">
              <a:latin typeface="Times New Roman" panose="02020603050405020304" pitchFamily="18" charset="0"/>
              <a:ea typeface="Exo 2"/>
              <a:cs typeface="Times New Roman" panose="02020603050405020304" pitchFamily="18" charset="0"/>
              <a:sym typeface="Exo 2"/>
            </a:endParaRPr>
          </a:p>
        </p:txBody>
      </p:sp>
      <p:sp>
        <p:nvSpPr>
          <p:cNvPr id="6" name="Google Shape;175;p31"/>
          <p:cNvSpPr txBox="1">
            <a:spLocks/>
          </p:cNvSpPr>
          <p:nvPr/>
        </p:nvSpPr>
        <p:spPr>
          <a:xfrm flipH="1">
            <a:off x="-3" y="702127"/>
            <a:ext cx="8361682"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en-US" kern="0" dirty="0" err="1">
                <a:solidFill>
                  <a:srgbClr val="003366"/>
                </a:solidFill>
                <a:latin typeface="Times New Roman" panose="02020603050405020304" pitchFamily="18" charset="0"/>
                <a:cs typeface="Times New Roman" panose="02020603050405020304" pitchFamily="18" charset="0"/>
              </a:rPr>
              <a:t>Diagramme</a:t>
            </a:r>
            <a:r>
              <a:rPr lang="en-US" kern="0" dirty="0">
                <a:solidFill>
                  <a:srgbClr val="003366"/>
                </a:solidFill>
                <a:latin typeface="Times New Roman" panose="02020603050405020304" pitchFamily="18" charset="0"/>
                <a:cs typeface="Times New Roman" panose="02020603050405020304" pitchFamily="18" charset="0"/>
              </a:rPr>
              <a:t> de </a:t>
            </a:r>
            <a:r>
              <a:rPr lang="en-US" kern="0" dirty="0" err="1">
                <a:solidFill>
                  <a:srgbClr val="003366"/>
                </a:solidFill>
                <a:latin typeface="Times New Roman" panose="02020603050405020304" pitchFamily="18" charset="0"/>
                <a:cs typeface="Times New Roman" panose="02020603050405020304" pitchFamily="18" charset="0"/>
              </a:rPr>
              <a:t>cas</a:t>
            </a:r>
            <a:r>
              <a:rPr lang="en-US" kern="0" dirty="0">
                <a:solidFill>
                  <a:srgbClr val="003366"/>
                </a:solidFill>
                <a:latin typeface="Times New Roman" panose="02020603050405020304" pitchFamily="18" charset="0"/>
                <a:cs typeface="Times New Roman" panose="02020603050405020304" pitchFamily="18" charset="0"/>
              </a:rPr>
              <a:t> </a:t>
            </a:r>
            <a:r>
              <a:rPr lang="en-US" kern="0" dirty="0" err="1">
                <a:solidFill>
                  <a:srgbClr val="003366"/>
                </a:solidFill>
                <a:latin typeface="Times New Roman" panose="02020603050405020304" pitchFamily="18" charset="0"/>
                <a:cs typeface="Times New Roman" panose="02020603050405020304" pitchFamily="18" charset="0"/>
              </a:rPr>
              <a:t>d’utilisation</a:t>
            </a:r>
            <a:r>
              <a:rPr lang="en-US" kern="0" dirty="0">
                <a:solidFill>
                  <a:srgbClr val="003366"/>
                </a:solidFill>
                <a:latin typeface="Times New Roman" panose="02020603050405020304" pitchFamily="18" charset="0"/>
                <a:cs typeface="Times New Roman" panose="02020603050405020304" pitchFamily="18" charset="0"/>
              </a:rPr>
              <a:t> du Bloc-Note </a:t>
            </a:r>
          </a:p>
        </p:txBody>
      </p:sp>
      <p:cxnSp>
        <p:nvCxnSpPr>
          <p:cNvPr id="7"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pic>
        <p:nvPicPr>
          <p:cNvPr id="10" name="Image 9">
            <a:extLst>
              <a:ext uri="{FF2B5EF4-FFF2-40B4-BE49-F238E27FC236}">
                <a16:creationId xmlns:a16="http://schemas.microsoft.com/office/drawing/2014/main" id="{14383F92-43FF-40B0-A63D-05DBC00ECA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201" y="1458878"/>
            <a:ext cx="8652559" cy="5119342"/>
          </a:xfrm>
          <a:prstGeom prst="rect">
            <a:avLst/>
          </a:prstGeom>
        </p:spPr>
      </p:pic>
      <p:graphicFrame>
        <p:nvGraphicFramePr>
          <p:cNvPr id="8" name="Diagramme 7">
            <a:extLst>
              <a:ext uri="{FF2B5EF4-FFF2-40B4-BE49-F238E27FC236}">
                <a16:creationId xmlns:a16="http://schemas.microsoft.com/office/drawing/2014/main" id="{9C94E711-2B9A-41BF-B062-D5EFCDD2E6B2}"/>
              </a:ext>
            </a:extLst>
          </p:cNvPr>
          <p:cNvGraphicFramePr/>
          <p:nvPr>
            <p:extLst>
              <p:ext uri="{D42A27DB-BD31-4B8C-83A1-F6EECF244321}">
                <p14:modId xmlns:p14="http://schemas.microsoft.com/office/powerpoint/2010/main" val="1201547636"/>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070072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latin typeface="Times New Roman" panose="02020603050405020304" pitchFamily="18" charset="0"/>
                <a:ea typeface="Exo 2"/>
                <a:cs typeface="Times New Roman" panose="02020603050405020304" pitchFamily="18" charset="0"/>
                <a:sym typeface="Calibri"/>
              </a:rPr>
              <a:t>17</a:t>
            </a:r>
            <a:endParaRPr lang="fr-FR" sz="1600" b="1" kern="0" dirty="0">
              <a:latin typeface="Times New Roman" panose="02020603050405020304" pitchFamily="18" charset="0"/>
              <a:ea typeface="Exo 2"/>
              <a:cs typeface="Times New Roman" panose="02020603050405020304" pitchFamily="18" charset="0"/>
              <a:sym typeface="Exo 2"/>
            </a:endParaRPr>
          </a:p>
        </p:txBody>
      </p:sp>
      <p:sp>
        <p:nvSpPr>
          <p:cNvPr id="6" name="Google Shape;175;p31"/>
          <p:cNvSpPr txBox="1">
            <a:spLocks/>
          </p:cNvSpPr>
          <p:nvPr/>
        </p:nvSpPr>
        <p:spPr>
          <a:xfrm flipH="1">
            <a:off x="-1" y="702127"/>
            <a:ext cx="5235677"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en-US" kern="0" dirty="0" err="1">
                <a:solidFill>
                  <a:srgbClr val="003366"/>
                </a:solidFill>
                <a:latin typeface="Times New Roman" panose="02020603050405020304" pitchFamily="18" charset="0"/>
                <a:cs typeface="Times New Roman" panose="02020603050405020304" pitchFamily="18" charset="0"/>
              </a:rPr>
              <a:t>Spécification</a:t>
            </a:r>
            <a:r>
              <a:rPr lang="en-US" kern="0" dirty="0">
                <a:solidFill>
                  <a:srgbClr val="003366"/>
                </a:solidFill>
                <a:latin typeface="Times New Roman" panose="02020603050405020304" pitchFamily="18" charset="0"/>
                <a:cs typeface="Times New Roman" panose="02020603050405020304" pitchFamily="18" charset="0"/>
              </a:rPr>
              <a:t> des </a:t>
            </a:r>
            <a:r>
              <a:rPr lang="en-US" kern="0" dirty="0" err="1">
                <a:solidFill>
                  <a:srgbClr val="003366"/>
                </a:solidFill>
                <a:latin typeface="Times New Roman" panose="02020603050405020304" pitchFamily="18" charset="0"/>
                <a:cs typeface="Times New Roman" panose="02020603050405020304" pitchFamily="18" charset="0"/>
              </a:rPr>
              <a:t>besoins</a:t>
            </a:r>
            <a:r>
              <a:rPr lang="en-US" kern="0" dirty="0">
                <a:solidFill>
                  <a:srgbClr val="003366"/>
                </a:solidFill>
                <a:latin typeface="Times New Roman" panose="02020603050405020304" pitchFamily="18" charset="0"/>
                <a:cs typeface="Times New Roman" panose="02020603050405020304" pitchFamily="18" charset="0"/>
              </a:rPr>
              <a:t> </a:t>
            </a:r>
          </a:p>
        </p:txBody>
      </p:sp>
      <p:cxnSp>
        <p:nvCxnSpPr>
          <p:cNvPr id="7"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graphicFrame>
        <p:nvGraphicFramePr>
          <p:cNvPr id="23" name="Diagramme 22">
            <a:extLst>
              <a:ext uri="{FF2B5EF4-FFF2-40B4-BE49-F238E27FC236}">
                <a16:creationId xmlns:a16="http://schemas.microsoft.com/office/drawing/2014/main" id="{BE1A6770-7C7D-45A7-86D0-409310EB132C}"/>
              </a:ext>
            </a:extLst>
          </p:cNvPr>
          <p:cNvGraphicFramePr/>
          <p:nvPr>
            <p:extLst>
              <p:ext uri="{D42A27DB-BD31-4B8C-83A1-F6EECF244321}">
                <p14:modId xmlns:p14="http://schemas.microsoft.com/office/powerpoint/2010/main" val="1010086854"/>
              </p:ext>
            </p:extLst>
          </p:nvPr>
        </p:nvGraphicFramePr>
        <p:xfrm>
          <a:off x="3912818" y="1407974"/>
          <a:ext cx="4740800" cy="50268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me 7">
            <a:extLst>
              <a:ext uri="{FF2B5EF4-FFF2-40B4-BE49-F238E27FC236}">
                <a16:creationId xmlns:a16="http://schemas.microsoft.com/office/drawing/2014/main" id="{5E1F5DA9-DDED-4059-B62A-0FDF6245B778}"/>
              </a:ext>
            </a:extLst>
          </p:cNvPr>
          <p:cNvGraphicFramePr/>
          <p:nvPr>
            <p:extLst>
              <p:ext uri="{D42A27DB-BD31-4B8C-83A1-F6EECF244321}">
                <p14:modId xmlns:p14="http://schemas.microsoft.com/office/powerpoint/2010/main" val="1450502364"/>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4959202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graphicEl>
                                              <a:dgm id="{F2A44F11-4EC2-4DD7-8431-C17015E2D646}"/>
                                            </p:graphicEl>
                                          </p:spTgt>
                                        </p:tgtEl>
                                        <p:attrNameLst>
                                          <p:attrName>style.visibility</p:attrName>
                                        </p:attrNameLst>
                                      </p:cBhvr>
                                      <p:to>
                                        <p:strVal val="visible"/>
                                      </p:to>
                                    </p:set>
                                    <p:anim calcmode="lin" valueType="num">
                                      <p:cBhvr additive="base">
                                        <p:cTn id="7" dur="500" fill="hold"/>
                                        <p:tgtEl>
                                          <p:spTgt spid="23">
                                            <p:graphicEl>
                                              <a:dgm id="{F2A44F11-4EC2-4DD7-8431-C17015E2D64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3">
                                            <p:graphicEl>
                                              <a:dgm id="{F2A44F11-4EC2-4DD7-8431-C17015E2D646}"/>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graphicEl>
                                              <a:dgm id="{424A856E-CFAC-4D89-B3C1-25988AA4A2F3}"/>
                                            </p:graphicEl>
                                          </p:spTgt>
                                        </p:tgtEl>
                                        <p:attrNameLst>
                                          <p:attrName>style.visibility</p:attrName>
                                        </p:attrNameLst>
                                      </p:cBhvr>
                                      <p:to>
                                        <p:strVal val="visible"/>
                                      </p:to>
                                    </p:set>
                                    <p:anim calcmode="lin" valueType="num">
                                      <p:cBhvr additive="base">
                                        <p:cTn id="11" dur="500" fill="hold"/>
                                        <p:tgtEl>
                                          <p:spTgt spid="23">
                                            <p:graphicEl>
                                              <a:dgm id="{424A856E-CFAC-4D89-B3C1-25988AA4A2F3}"/>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
                                            <p:graphicEl>
                                              <a:dgm id="{424A856E-CFAC-4D89-B3C1-25988AA4A2F3}"/>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3">
                                            <p:graphicEl>
                                              <a:dgm id="{39A58962-245D-4E9A-8BE4-2AFF9EE2AF9C}"/>
                                            </p:graphicEl>
                                          </p:spTgt>
                                        </p:tgtEl>
                                        <p:attrNameLst>
                                          <p:attrName>style.visibility</p:attrName>
                                        </p:attrNameLst>
                                      </p:cBhvr>
                                      <p:to>
                                        <p:strVal val="visible"/>
                                      </p:to>
                                    </p:set>
                                    <p:anim calcmode="lin" valueType="num">
                                      <p:cBhvr additive="base">
                                        <p:cTn id="15" dur="500" fill="hold"/>
                                        <p:tgtEl>
                                          <p:spTgt spid="23">
                                            <p:graphicEl>
                                              <a:dgm id="{39A58962-245D-4E9A-8BE4-2AFF9EE2AF9C}"/>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23">
                                            <p:graphicEl>
                                              <a:dgm id="{39A58962-245D-4E9A-8BE4-2AFF9EE2AF9C}"/>
                                            </p:graphic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3">
                                            <p:graphicEl>
                                              <a:dgm id="{4F92F5F2-C688-4937-9073-585A4EC9D3C6}"/>
                                            </p:graphicEl>
                                          </p:spTgt>
                                        </p:tgtEl>
                                        <p:attrNameLst>
                                          <p:attrName>style.visibility</p:attrName>
                                        </p:attrNameLst>
                                      </p:cBhvr>
                                      <p:to>
                                        <p:strVal val="visible"/>
                                      </p:to>
                                    </p:set>
                                    <p:anim calcmode="lin" valueType="num">
                                      <p:cBhvr additive="base">
                                        <p:cTn id="19" dur="500" fill="hold"/>
                                        <p:tgtEl>
                                          <p:spTgt spid="23">
                                            <p:graphicEl>
                                              <a:dgm id="{4F92F5F2-C688-4937-9073-585A4EC9D3C6}"/>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
                                            <p:graphicEl>
                                              <a:dgm id="{4F92F5F2-C688-4937-9073-585A4EC9D3C6}"/>
                                            </p:graphic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3">
                                            <p:graphicEl>
                                              <a:dgm id="{782D0DE2-1166-4B4C-AE19-511318D42BB8}"/>
                                            </p:graphicEl>
                                          </p:spTgt>
                                        </p:tgtEl>
                                        <p:attrNameLst>
                                          <p:attrName>style.visibility</p:attrName>
                                        </p:attrNameLst>
                                      </p:cBhvr>
                                      <p:to>
                                        <p:strVal val="visible"/>
                                      </p:to>
                                    </p:set>
                                    <p:anim calcmode="lin" valueType="num">
                                      <p:cBhvr additive="base">
                                        <p:cTn id="23" dur="500" fill="hold"/>
                                        <p:tgtEl>
                                          <p:spTgt spid="23">
                                            <p:graphicEl>
                                              <a:dgm id="{782D0DE2-1166-4B4C-AE19-511318D42BB8}"/>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23">
                                            <p:graphicEl>
                                              <a:dgm id="{782D0DE2-1166-4B4C-AE19-511318D42BB8}"/>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3">
                                            <p:graphicEl>
                                              <a:dgm id="{E5D35D15-A7E2-48C4-A950-D3D7F8492452}"/>
                                            </p:graphicEl>
                                          </p:spTgt>
                                        </p:tgtEl>
                                        <p:attrNameLst>
                                          <p:attrName>style.visibility</p:attrName>
                                        </p:attrNameLst>
                                      </p:cBhvr>
                                      <p:to>
                                        <p:strVal val="visible"/>
                                      </p:to>
                                    </p:set>
                                    <p:anim calcmode="lin" valueType="num">
                                      <p:cBhvr additive="base">
                                        <p:cTn id="27" dur="500" fill="hold"/>
                                        <p:tgtEl>
                                          <p:spTgt spid="23">
                                            <p:graphicEl>
                                              <a:dgm id="{E5D35D15-A7E2-48C4-A950-D3D7F8492452}"/>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23">
                                            <p:graphicEl>
                                              <a:dgm id="{E5D35D15-A7E2-48C4-A950-D3D7F8492452}"/>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3">
                                            <p:graphicEl>
                                              <a:dgm id="{1BF59D44-1438-4134-9420-094C93D3DBF4}"/>
                                            </p:graphicEl>
                                          </p:spTgt>
                                        </p:tgtEl>
                                        <p:attrNameLst>
                                          <p:attrName>style.visibility</p:attrName>
                                        </p:attrNameLst>
                                      </p:cBhvr>
                                      <p:to>
                                        <p:strVal val="visible"/>
                                      </p:to>
                                    </p:set>
                                    <p:anim calcmode="lin" valueType="num">
                                      <p:cBhvr additive="base">
                                        <p:cTn id="31" dur="500" fill="hold"/>
                                        <p:tgtEl>
                                          <p:spTgt spid="23">
                                            <p:graphicEl>
                                              <a:dgm id="{1BF59D44-1438-4134-9420-094C93D3DBF4}"/>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
                                            <p:graphicEl>
                                              <a:dgm id="{1BF59D44-1438-4134-9420-094C93D3DBF4}"/>
                                            </p:graphic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3">
                                            <p:graphicEl>
                                              <a:dgm id="{4E1ADB14-061F-4B5B-A67C-FD1B8B9F1B8C}"/>
                                            </p:graphicEl>
                                          </p:spTgt>
                                        </p:tgtEl>
                                        <p:attrNameLst>
                                          <p:attrName>style.visibility</p:attrName>
                                        </p:attrNameLst>
                                      </p:cBhvr>
                                      <p:to>
                                        <p:strVal val="visible"/>
                                      </p:to>
                                    </p:set>
                                    <p:anim calcmode="lin" valueType="num">
                                      <p:cBhvr additive="base">
                                        <p:cTn id="35" dur="500" fill="hold"/>
                                        <p:tgtEl>
                                          <p:spTgt spid="23">
                                            <p:graphicEl>
                                              <a:dgm id="{4E1ADB14-061F-4B5B-A67C-FD1B8B9F1B8C}"/>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23">
                                            <p:graphicEl>
                                              <a:dgm id="{4E1ADB14-061F-4B5B-A67C-FD1B8B9F1B8C}"/>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3">
                                            <p:graphicEl>
                                              <a:dgm id="{F7DFCA04-DA03-4EE6-851B-BEB28D615FB2}"/>
                                            </p:graphicEl>
                                          </p:spTgt>
                                        </p:tgtEl>
                                        <p:attrNameLst>
                                          <p:attrName>style.visibility</p:attrName>
                                        </p:attrNameLst>
                                      </p:cBhvr>
                                      <p:to>
                                        <p:strVal val="visible"/>
                                      </p:to>
                                    </p:set>
                                    <p:anim calcmode="lin" valueType="num">
                                      <p:cBhvr additive="base">
                                        <p:cTn id="39" dur="500" fill="hold"/>
                                        <p:tgtEl>
                                          <p:spTgt spid="23">
                                            <p:graphicEl>
                                              <a:dgm id="{F7DFCA04-DA03-4EE6-851B-BEB28D615FB2}"/>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23">
                                            <p:graphicEl>
                                              <a:dgm id="{F7DFCA04-DA03-4EE6-851B-BEB28D615FB2}"/>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3">
                                            <p:graphicEl>
                                              <a:dgm id="{C2F8D387-A866-4CCC-9741-A2CF58B9FEFC}"/>
                                            </p:graphicEl>
                                          </p:spTgt>
                                        </p:tgtEl>
                                        <p:attrNameLst>
                                          <p:attrName>style.visibility</p:attrName>
                                        </p:attrNameLst>
                                      </p:cBhvr>
                                      <p:to>
                                        <p:strVal val="visible"/>
                                      </p:to>
                                    </p:set>
                                    <p:anim calcmode="lin" valueType="num">
                                      <p:cBhvr additive="base">
                                        <p:cTn id="43" dur="500" fill="hold"/>
                                        <p:tgtEl>
                                          <p:spTgt spid="23">
                                            <p:graphicEl>
                                              <a:dgm id="{C2F8D387-A866-4CCC-9741-A2CF58B9FEFC}"/>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23">
                                            <p:graphicEl>
                                              <a:dgm id="{C2F8D387-A866-4CCC-9741-A2CF58B9FEFC}"/>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3">
                                            <p:graphicEl>
                                              <a:dgm id="{F51950A8-67C4-49C8-9DF5-665033A705B4}"/>
                                            </p:graphicEl>
                                          </p:spTgt>
                                        </p:tgtEl>
                                        <p:attrNameLst>
                                          <p:attrName>style.visibility</p:attrName>
                                        </p:attrNameLst>
                                      </p:cBhvr>
                                      <p:to>
                                        <p:strVal val="visible"/>
                                      </p:to>
                                    </p:set>
                                    <p:anim calcmode="lin" valueType="num">
                                      <p:cBhvr additive="base">
                                        <p:cTn id="47" dur="500" fill="hold"/>
                                        <p:tgtEl>
                                          <p:spTgt spid="23">
                                            <p:graphicEl>
                                              <a:dgm id="{F51950A8-67C4-49C8-9DF5-665033A705B4}"/>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23">
                                            <p:graphicEl>
                                              <a:dgm id="{F51950A8-67C4-49C8-9DF5-665033A705B4}"/>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3">
                                            <p:graphicEl>
                                              <a:dgm id="{14397C2D-A571-4348-B3A5-3E7D1106CC3E}"/>
                                            </p:graphicEl>
                                          </p:spTgt>
                                        </p:tgtEl>
                                        <p:attrNameLst>
                                          <p:attrName>style.visibility</p:attrName>
                                        </p:attrNameLst>
                                      </p:cBhvr>
                                      <p:to>
                                        <p:strVal val="visible"/>
                                      </p:to>
                                    </p:set>
                                    <p:anim calcmode="lin" valueType="num">
                                      <p:cBhvr additive="base">
                                        <p:cTn id="51" dur="500" fill="hold"/>
                                        <p:tgtEl>
                                          <p:spTgt spid="23">
                                            <p:graphicEl>
                                              <a:dgm id="{14397C2D-A571-4348-B3A5-3E7D1106CC3E}"/>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23">
                                            <p:graphicEl>
                                              <a:dgm id="{14397C2D-A571-4348-B3A5-3E7D1106CC3E}"/>
                                            </p:graphic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3">
                                            <p:graphicEl>
                                              <a:dgm id="{AF2A26E7-3ECE-4AD6-84E0-E78C0B470180}"/>
                                            </p:graphicEl>
                                          </p:spTgt>
                                        </p:tgtEl>
                                        <p:attrNameLst>
                                          <p:attrName>style.visibility</p:attrName>
                                        </p:attrNameLst>
                                      </p:cBhvr>
                                      <p:to>
                                        <p:strVal val="visible"/>
                                      </p:to>
                                    </p:set>
                                    <p:anim calcmode="lin" valueType="num">
                                      <p:cBhvr additive="base">
                                        <p:cTn id="55" dur="500" fill="hold"/>
                                        <p:tgtEl>
                                          <p:spTgt spid="23">
                                            <p:graphicEl>
                                              <a:dgm id="{AF2A26E7-3ECE-4AD6-84E0-E78C0B470180}"/>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23">
                                            <p:graphicEl>
                                              <a:dgm id="{AF2A26E7-3ECE-4AD6-84E0-E78C0B470180}"/>
                                            </p:graphic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3">
                                            <p:graphicEl>
                                              <a:dgm id="{90B0C7D8-C906-4022-8924-BEA423C3EFFB}"/>
                                            </p:graphicEl>
                                          </p:spTgt>
                                        </p:tgtEl>
                                        <p:attrNameLst>
                                          <p:attrName>style.visibility</p:attrName>
                                        </p:attrNameLst>
                                      </p:cBhvr>
                                      <p:to>
                                        <p:strVal val="visible"/>
                                      </p:to>
                                    </p:set>
                                    <p:anim calcmode="lin" valueType="num">
                                      <p:cBhvr additive="base">
                                        <p:cTn id="59" dur="500" fill="hold"/>
                                        <p:tgtEl>
                                          <p:spTgt spid="23">
                                            <p:graphicEl>
                                              <a:dgm id="{90B0C7D8-C906-4022-8924-BEA423C3EFFB}"/>
                                            </p:graphicEl>
                                          </p:spTgt>
                                        </p:tgtEl>
                                        <p:attrNameLst>
                                          <p:attrName>ppt_x</p:attrName>
                                        </p:attrNameLst>
                                      </p:cBhvr>
                                      <p:tavLst>
                                        <p:tav tm="0">
                                          <p:val>
                                            <p:strVal val="#ppt_x"/>
                                          </p:val>
                                        </p:tav>
                                        <p:tav tm="100000">
                                          <p:val>
                                            <p:strVal val="#ppt_x"/>
                                          </p:val>
                                        </p:tav>
                                      </p:tavLst>
                                    </p:anim>
                                    <p:anim calcmode="lin" valueType="num">
                                      <p:cBhvr additive="base">
                                        <p:cTn id="60" dur="500" fill="hold"/>
                                        <p:tgtEl>
                                          <p:spTgt spid="23">
                                            <p:graphicEl>
                                              <a:dgm id="{90B0C7D8-C906-4022-8924-BEA423C3EFFB}"/>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uiExpand="1">
        <p:bldSub>
          <a:bldDgm bld="lvlAtOnce"/>
        </p:bldSub>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latin typeface="Times New Roman" panose="02020603050405020304" pitchFamily="18" charset="0"/>
                <a:ea typeface="Exo 2"/>
                <a:cs typeface="Times New Roman" panose="02020603050405020304" pitchFamily="18" charset="0"/>
                <a:sym typeface="Calibri"/>
              </a:rPr>
              <a:t>18</a:t>
            </a:r>
            <a:endParaRPr lang="fr-FR" sz="1600" b="1" kern="0" dirty="0">
              <a:latin typeface="Times New Roman" panose="02020603050405020304" pitchFamily="18" charset="0"/>
              <a:ea typeface="Exo 2"/>
              <a:cs typeface="Times New Roman" panose="02020603050405020304" pitchFamily="18" charset="0"/>
              <a:sym typeface="Exo 2"/>
            </a:endParaRPr>
          </a:p>
        </p:txBody>
      </p:sp>
      <p:sp>
        <p:nvSpPr>
          <p:cNvPr id="6" name="Google Shape;175;p31"/>
          <p:cNvSpPr txBox="1">
            <a:spLocks/>
          </p:cNvSpPr>
          <p:nvPr/>
        </p:nvSpPr>
        <p:spPr>
          <a:xfrm flipH="1">
            <a:off x="-1" y="702127"/>
            <a:ext cx="5235677"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en-US" kern="0" dirty="0" err="1">
                <a:solidFill>
                  <a:srgbClr val="003366"/>
                </a:solidFill>
                <a:latin typeface="Times New Roman" panose="02020603050405020304" pitchFamily="18" charset="0"/>
                <a:cs typeface="Times New Roman" panose="02020603050405020304" pitchFamily="18" charset="0"/>
              </a:rPr>
              <a:t>Spécification</a:t>
            </a:r>
            <a:r>
              <a:rPr lang="en-US" kern="0" dirty="0">
                <a:solidFill>
                  <a:srgbClr val="003366"/>
                </a:solidFill>
                <a:latin typeface="Times New Roman" panose="02020603050405020304" pitchFamily="18" charset="0"/>
                <a:cs typeface="Times New Roman" panose="02020603050405020304" pitchFamily="18" charset="0"/>
              </a:rPr>
              <a:t> des </a:t>
            </a:r>
            <a:r>
              <a:rPr lang="en-US" kern="0" dirty="0" err="1">
                <a:solidFill>
                  <a:srgbClr val="003366"/>
                </a:solidFill>
                <a:latin typeface="Times New Roman" panose="02020603050405020304" pitchFamily="18" charset="0"/>
                <a:cs typeface="Times New Roman" panose="02020603050405020304" pitchFamily="18" charset="0"/>
              </a:rPr>
              <a:t>besoins</a:t>
            </a:r>
            <a:r>
              <a:rPr lang="en-US" kern="0" dirty="0">
                <a:solidFill>
                  <a:srgbClr val="003366"/>
                </a:solidFill>
                <a:latin typeface="Times New Roman" panose="02020603050405020304" pitchFamily="18" charset="0"/>
                <a:cs typeface="Times New Roman" panose="02020603050405020304" pitchFamily="18" charset="0"/>
              </a:rPr>
              <a:t> </a:t>
            </a:r>
          </a:p>
        </p:txBody>
      </p:sp>
      <p:cxnSp>
        <p:nvCxnSpPr>
          <p:cNvPr id="7"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graphicFrame>
        <p:nvGraphicFramePr>
          <p:cNvPr id="8" name="Diagramme 7">
            <a:extLst>
              <a:ext uri="{FF2B5EF4-FFF2-40B4-BE49-F238E27FC236}">
                <a16:creationId xmlns:a16="http://schemas.microsoft.com/office/drawing/2014/main" id="{72EEA68D-96AD-49A9-BE1E-5B9B94548375}"/>
              </a:ext>
            </a:extLst>
          </p:cNvPr>
          <p:cNvGraphicFramePr/>
          <p:nvPr>
            <p:extLst>
              <p:ext uri="{D42A27DB-BD31-4B8C-83A1-F6EECF244321}">
                <p14:modId xmlns:p14="http://schemas.microsoft.com/office/powerpoint/2010/main" val="1915187021"/>
              </p:ext>
            </p:extLst>
          </p:nvPr>
        </p:nvGraphicFramePr>
        <p:xfrm>
          <a:off x="3945092" y="1407974"/>
          <a:ext cx="4522880" cy="50268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me 9">
            <a:extLst>
              <a:ext uri="{FF2B5EF4-FFF2-40B4-BE49-F238E27FC236}">
                <a16:creationId xmlns:a16="http://schemas.microsoft.com/office/drawing/2014/main" id="{5DD6DB04-DAE3-4B55-BED4-9E19FF80FFB5}"/>
              </a:ext>
            </a:extLst>
          </p:cNvPr>
          <p:cNvGraphicFramePr/>
          <p:nvPr>
            <p:extLst>
              <p:ext uri="{D42A27DB-BD31-4B8C-83A1-F6EECF244321}">
                <p14:modId xmlns:p14="http://schemas.microsoft.com/office/powerpoint/2010/main" val="1999431937"/>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880001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graphicEl>
                                              <a:dgm id="{F2A44F11-4EC2-4DD7-8431-C17015E2D646}"/>
                                            </p:graphicEl>
                                          </p:spTgt>
                                        </p:tgtEl>
                                        <p:attrNameLst>
                                          <p:attrName>style.visibility</p:attrName>
                                        </p:attrNameLst>
                                      </p:cBhvr>
                                      <p:to>
                                        <p:strVal val="visible"/>
                                      </p:to>
                                    </p:set>
                                    <p:anim calcmode="lin" valueType="num">
                                      <p:cBhvr additive="base">
                                        <p:cTn id="7" dur="500" fill="hold"/>
                                        <p:tgtEl>
                                          <p:spTgt spid="8">
                                            <p:graphicEl>
                                              <a:dgm id="{F2A44F11-4EC2-4DD7-8431-C17015E2D64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graphicEl>
                                              <a:dgm id="{F2A44F11-4EC2-4DD7-8431-C17015E2D646}"/>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graphicEl>
                                              <a:dgm id="{424A856E-CFAC-4D89-B3C1-25988AA4A2F3}"/>
                                            </p:graphicEl>
                                          </p:spTgt>
                                        </p:tgtEl>
                                        <p:attrNameLst>
                                          <p:attrName>style.visibility</p:attrName>
                                        </p:attrNameLst>
                                      </p:cBhvr>
                                      <p:to>
                                        <p:strVal val="visible"/>
                                      </p:to>
                                    </p:set>
                                    <p:anim calcmode="lin" valueType="num">
                                      <p:cBhvr additive="base">
                                        <p:cTn id="11" dur="500" fill="hold"/>
                                        <p:tgtEl>
                                          <p:spTgt spid="8">
                                            <p:graphicEl>
                                              <a:dgm id="{424A856E-CFAC-4D89-B3C1-25988AA4A2F3}"/>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graphicEl>
                                              <a:dgm id="{424A856E-CFAC-4D89-B3C1-25988AA4A2F3}"/>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graphicEl>
                                              <a:dgm id="{39A58962-245D-4E9A-8BE4-2AFF9EE2AF9C}"/>
                                            </p:graphicEl>
                                          </p:spTgt>
                                        </p:tgtEl>
                                        <p:attrNameLst>
                                          <p:attrName>style.visibility</p:attrName>
                                        </p:attrNameLst>
                                      </p:cBhvr>
                                      <p:to>
                                        <p:strVal val="visible"/>
                                      </p:to>
                                    </p:set>
                                    <p:anim calcmode="lin" valueType="num">
                                      <p:cBhvr additive="base">
                                        <p:cTn id="15" dur="500" fill="hold"/>
                                        <p:tgtEl>
                                          <p:spTgt spid="8">
                                            <p:graphicEl>
                                              <a:dgm id="{39A58962-245D-4E9A-8BE4-2AFF9EE2AF9C}"/>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graphicEl>
                                              <a:dgm id="{39A58962-245D-4E9A-8BE4-2AFF9EE2AF9C}"/>
                                            </p:graphic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graphicEl>
                                              <a:dgm id="{4F92F5F2-C688-4937-9073-585A4EC9D3C6}"/>
                                            </p:graphicEl>
                                          </p:spTgt>
                                        </p:tgtEl>
                                        <p:attrNameLst>
                                          <p:attrName>style.visibility</p:attrName>
                                        </p:attrNameLst>
                                      </p:cBhvr>
                                      <p:to>
                                        <p:strVal val="visible"/>
                                      </p:to>
                                    </p:set>
                                    <p:anim calcmode="lin" valueType="num">
                                      <p:cBhvr additive="base">
                                        <p:cTn id="19" dur="500" fill="hold"/>
                                        <p:tgtEl>
                                          <p:spTgt spid="8">
                                            <p:graphicEl>
                                              <a:dgm id="{4F92F5F2-C688-4937-9073-585A4EC9D3C6}"/>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graphicEl>
                                              <a:dgm id="{4F92F5F2-C688-4937-9073-585A4EC9D3C6}"/>
                                            </p:graphic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graphicEl>
                                              <a:dgm id="{782D0DE2-1166-4B4C-AE19-511318D42BB8}"/>
                                            </p:graphicEl>
                                          </p:spTgt>
                                        </p:tgtEl>
                                        <p:attrNameLst>
                                          <p:attrName>style.visibility</p:attrName>
                                        </p:attrNameLst>
                                      </p:cBhvr>
                                      <p:to>
                                        <p:strVal val="visible"/>
                                      </p:to>
                                    </p:set>
                                    <p:anim calcmode="lin" valueType="num">
                                      <p:cBhvr additive="base">
                                        <p:cTn id="23" dur="500" fill="hold"/>
                                        <p:tgtEl>
                                          <p:spTgt spid="8">
                                            <p:graphicEl>
                                              <a:dgm id="{782D0DE2-1166-4B4C-AE19-511318D42BB8}"/>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graphicEl>
                                              <a:dgm id="{782D0DE2-1166-4B4C-AE19-511318D42BB8}"/>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graphicEl>
                                              <a:dgm id="{E5D35D15-A7E2-48C4-A950-D3D7F8492452}"/>
                                            </p:graphicEl>
                                          </p:spTgt>
                                        </p:tgtEl>
                                        <p:attrNameLst>
                                          <p:attrName>style.visibility</p:attrName>
                                        </p:attrNameLst>
                                      </p:cBhvr>
                                      <p:to>
                                        <p:strVal val="visible"/>
                                      </p:to>
                                    </p:set>
                                    <p:anim calcmode="lin" valueType="num">
                                      <p:cBhvr additive="base">
                                        <p:cTn id="27" dur="500" fill="hold"/>
                                        <p:tgtEl>
                                          <p:spTgt spid="8">
                                            <p:graphicEl>
                                              <a:dgm id="{E5D35D15-A7E2-48C4-A950-D3D7F8492452}"/>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graphicEl>
                                              <a:dgm id="{E5D35D15-A7E2-48C4-A950-D3D7F8492452}"/>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graphicEl>
                                              <a:dgm id="{1BF59D44-1438-4134-9420-094C93D3DBF4}"/>
                                            </p:graphicEl>
                                          </p:spTgt>
                                        </p:tgtEl>
                                        <p:attrNameLst>
                                          <p:attrName>style.visibility</p:attrName>
                                        </p:attrNameLst>
                                      </p:cBhvr>
                                      <p:to>
                                        <p:strVal val="visible"/>
                                      </p:to>
                                    </p:set>
                                    <p:anim calcmode="lin" valueType="num">
                                      <p:cBhvr additive="base">
                                        <p:cTn id="31" dur="500" fill="hold"/>
                                        <p:tgtEl>
                                          <p:spTgt spid="8">
                                            <p:graphicEl>
                                              <a:dgm id="{1BF59D44-1438-4134-9420-094C93D3DBF4}"/>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graphicEl>
                                              <a:dgm id="{1BF59D44-1438-4134-9420-094C93D3DBF4}"/>
                                            </p:graphic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
                                            <p:graphicEl>
                                              <a:dgm id="{4E1ADB14-061F-4B5B-A67C-FD1B8B9F1B8C}"/>
                                            </p:graphicEl>
                                          </p:spTgt>
                                        </p:tgtEl>
                                        <p:attrNameLst>
                                          <p:attrName>style.visibility</p:attrName>
                                        </p:attrNameLst>
                                      </p:cBhvr>
                                      <p:to>
                                        <p:strVal val="visible"/>
                                      </p:to>
                                    </p:set>
                                    <p:anim calcmode="lin" valueType="num">
                                      <p:cBhvr additive="base">
                                        <p:cTn id="35" dur="500" fill="hold"/>
                                        <p:tgtEl>
                                          <p:spTgt spid="8">
                                            <p:graphicEl>
                                              <a:dgm id="{4E1ADB14-061F-4B5B-A67C-FD1B8B9F1B8C}"/>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graphicEl>
                                              <a:dgm id="{4E1ADB14-061F-4B5B-A67C-FD1B8B9F1B8C}"/>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8">
                                            <p:graphicEl>
                                              <a:dgm id="{F7DFCA04-DA03-4EE6-851B-BEB28D615FB2}"/>
                                            </p:graphicEl>
                                          </p:spTgt>
                                        </p:tgtEl>
                                        <p:attrNameLst>
                                          <p:attrName>style.visibility</p:attrName>
                                        </p:attrNameLst>
                                      </p:cBhvr>
                                      <p:to>
                                        <p:strVal val="visible"/>
                                      </p:to>
                                    </p:set>
                                    <p:anim calcmode="lin" valueType="num">
                                      <p:cBhvr additive="base">
                                        <p:cTn id="39" dur="500" fill="hold"/>
                                        <p:tgtEl>
                                          <p:spTgt spid="8">
                                            <p:graphicEl>
                                              <a:dgm id="{F7DFCA04-DA03-4EE6-851B-BEB28D615FB2}"/>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graphicEl>
                                              <a:dgm id="{F7DFCA04-DA03-4EE6-851B-BEB28D615FB2}"/>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8">
                                            <p:graphicEl>
                                              <a:dgm id="{C2F8D387-A866-4CCC-9741-A2CF58B9FEFC}"/>
                                            </p:graphicEl>
                                          </p:spTgt>
                                        </p:tgtEl>
                                        <p:attrNameLst>
                                          <p:attrName>style.visibility</p:attrName>
                                        </p:attrNameLst>
                                      </p:cBhvr>
                                      <p:to>
                                        <p:strVal val="visible"/>
                                      </p:to>
                                    </p:set>
                                    <p:anim calcmode="lin" valueType="num">
                                      <p:cBhvr additive="base">
                                        <p:cTn id="43" dur="500" fill="hold"/>
                                        <p:tgtEl>
                                          <p:spTgt spid="8">
                                            <p:graphicEl>
                                              <a:dgm id="{C2F8D387-A866-4CCC-9741-A2CF58B9FEFC}"/>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graphicEl>
                                              <a:dgm id="{C2F8D387-A866-4CCC-9741-A2CF58B9FEFC}"/>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8">
                                            <p:graphicEl>
                                              <a:dgm id="{F51950A8-67C4-49C8-9DF5-665033A705B4}"/>
                                            </p:graphicEl>
                                          </p:spTgt>
                                        </p:tgtEl>
                                        <p:attrNameLst>
                                          <p:attrName>style.visibility</p:attrName>
                                        </p:attrNameLst>
                                      </p:cBhvr>
                                      <p:to>
                                        <p:strVal val="visible"/>
                                      </p:to>
                                    </p:set>
                                    <p:anim calcmode="lin" valueType="num">
                                      <p:cBhvr additive="base">
                                        <p:cTn id="47" dur="500" fill="hold"/>
                                        <p:tgtEl>
                                          <p:spTgt spid="8">
                                            <p:graphicEl>
                                              <a:dgm id="{F51950A8-67C4-49C8-9DF5-665033A705B4}"/>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8">
                                            <p:graphicEl>
                                              <a:dgm id="{F51950A8-67C4-49C8-9DF5-665033A705B4}"/>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8">
                                            <p:graphicEl>
                                              <a:dgm id="{14397C2D-A571-4348-B3A5-3E7D1106CC3E}"/>
                                            </p:graphicEl>
                                          </p:spTgt>
                                        </p:tgtEl>
                                        <p:attrNameLst>
                                          <p:attrName>style.visibility</p:attrName>
                                        </p:attrNameLst>
                                      </p:cBhvr>
                                      <p:to>
                                        <p:strVal val="visible"/>
                                      </p:to>
                                    </p:set>
                                    <p:anim calcmode="lin" valueType="num">
                                      <p:cBhvr additive="base">
                                        <p:cTn id="51" dur="500" fill="hold"/>
                                        <p:tgtEl>
                                          <p:spTgt spid="8">
                                            <p:graphicEl>
                                              <a:dgm id="{14397C2D-A571-4348-B3A5-3E7D1106CC3E}"/>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8">
                                            <p:graphicEl>
                                              <a:dgm id="{14397C2D-A571-4348-B3A5-3E7D1106CC3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lvlAtOnce"/>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latin typeface="Times New Roman" panose="02020603050405020304" pitchFamily="18" charset="0"/>
                <a:ea typeface="Exo 2"/>
                <a:cs typeface="Times New Roman" panose="02020603050405020304" pitchFamily="18" charset="0"/>
                <a:sym typeface="Calibri"/>
              </a:rPr>
              <a:t>19</a:t>
            </a:r>
            <a:endParaRPr lang="fr-FR" sz="1600" b="1" kern="0" dirty="0">
              <a:latin typeface="Times New Roman" panose="02020603050405020304" pitchFamily="18" charset="0"/>
              <a:ea typeface="Exo 2"/>
              <a:cs typeface="Times New Roman" panose="02020603050405020304" pitchFamily="18" charset="0"/>
              <a:sym typeface="Exo 2"/>
            </a:endParaRPr>
          </a:p>
        </p:txBody>
      </p:sp>
      <p:sp>
        <p:nvSpPr>
          <p:cNvPr id="6" name="Google Shape;175;p31"/>
          <p:cNvSpPr txBox="1">
            <a:spLocks/>
          </p:cNvSpPr>
          <p:nvPr/>
        </p:nvSpPr>
        <p:spPr>
          <a:xfrm flipH="1">
            <a:off x="-1" y="702127"/>
            <a:ext cx="5235677"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en-US" kern="0" dirty="0" err="1">
                <a:solidFill>
                  <a:srgbClr val="003366"/>
                </a:solidFill>
                <a:latin typeface="Times New Roman" panose="02020603050405020304" pitchFamily="18" charset="0"/>
                <a:cs typeface="Times New Roman" panose="02020603050405020304" pitchFamily="18" charset="0"/>
              </a:rPr>
              <a:t>Spécification</a:t>
            </a:r>
            <a:r>
              <a:rPr lang="en-US" kern="0" dirty="0">
                <a:solidFill>
                  <a:srgbClr val="003366"/>
                </a:solidFill>
                <a:latin typeface="Times New Roman" panose="02020603050405020304" pitchFamily="18" charset="0"/>
                <a:cs typeface="Times New Roman" panose="02020603050405020304" pitchFamily="18" charset="0"/>
              </a:rPr>
              <a:t> des </a:t>
            </a:r>
            <a:r>
              <a:rPr lang="en-US" kern="0" dirty="0" err="1">
                <a:solidFill>
                  <a:srgbClr val="003366"/>
                </a:solidFill>
                <a:latin typeface="Times New Roman" panose="02020603050405020304" pitchFamily="18" charset="0"/>
                <a:cs typeface="Times New Roman" panose="02020603050405020304" pitchFamily="18" charset="0"/>
              </a:rPr>
              <a:t>besoins</a:t>
            </a:r>
            <a:r>
              <a:rPr lang="en-US" kern="0" dirty="0">
                <a:solidFill>
                  <a:srgbClr val="003366"/>
                </a:solidFill>
                <a:latin typeface="Times New Roman" panose="02020603050405020304" pitchFamily="18" charset="0"/>
                <a:cs typeface="Times New Roman" panose="02020603050405020304" pitchFamily="18" charset="0"/>
              </a:rPr>
              <a:t> </a:t>
            </a:r>
          </a:p>
        </p:txBody>
      </p:sp>
      <p:cxnSp>
        <p:nvCxnSpPr>
          <p:cNvPr id="7"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graphicFrame>
        <p:nvGraphicFramePr>
          <p:cNvPr id="10" name="Diagramme 9">
            <a:extLst>
              <a:ext uri="{FF2B5EF4-FFF2-40B4-BE49-F238E27FC236}">
                <a16:creationId xmlns:a16="http://schemas.microsoft.com/office/drawing/2014/main" id="{5DD6DB04-DAE3-4B55-BED4-9E19FF80FFB5}"/>
              </a:ext>
            </a:extLst>
          </p:cNvPr>
          <p:cNvGraphicFramePr/>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9" name="Groupe 8">
            <a:extLst>
              <a:ext uri="{FF2B5EF4-FFF2-40B4-BE49-F238E27FC236}">
                <a16:creationId xmlns:a16="http://schemas.microsoft.com/office/drawing/2014/main" id="{5699C717-0714-4F9B-9860-B65BEC656B19}"/>
              </a:ext>
            </a:extLst>
          </p:cNvPr>
          <p:cNvGrpSpPr/>
          <p:nvPr/>
        </p:nvGrpSpPr>
        <p:grpSpPr>
          <a:xfrm>
            <a:off x="4245632" y="1407974"/>
            <a:ext cx="3336963" cy="552147"/>
            <a:chOff x="268511" y="0"/>
            <a:chExt cx="3336963" cy="552147"/>
          </a:xfrm>
          <a:scene3d>
            <a:camera prst="orthographicFront"/>
            <a:lightRig rig="flat" dir="t"/>
          </a:scene3d>
        </p:grpSpPr>
        <p:sp>
          <p:nvSpPr>
            <p:cNvPr id="11" name="Rectangle : coins arrondis 10">
              <a:extLst>
                <a:ext uri="{FF2B5EF4-FFF2-40B4-BE49-F238E27FC236}">
                  <a16:creationId xmlns:a16="http://schemas.microsoft.com/office/drawing/2014/main" id="{CA414617-FECB-49F0-9B71-6AEED40362A8}"/>
                </a:ext>
              </a:extLst>
            </p:cNvPr>
            <p:cNvSpPr/>
            <p:nvPr/>
          </p:nvSpPr>
          <p:spPr>
            <a:xfrm>
              <a:off x="268511" y="0"/>
              <a:ext cx="3336963" cy="552147"/>
            </a:xfrm>
            <a:prstGeom prst="roundRect">
              <a:avLst>
                <a:gd name="adj" fmla="val 10000"/>
              </a:avLst>
            </a:prstGeom>
            <a:solidFill>
              <a:schemeClr val="accent5">
                <a:lumMod val="20000"/>
                <a:lumOff val="80000"/>
              </a:schemeClr>
            </a:solidFill>
            <a:sp3d prstMaterial="dkEdge">
              <a:bevelT w="8200" h="38100"/>
            </a:sp3d>
          </p:spPr>
          <p:style>
            <a:lnRef idx="0">
              <a:schemeClr val="lt1">
                <a:hueOff val="0"/>
                <a:satOff val="0"/>
                <a:lumOff val="0"/>
                <a:alphaOff val="0"/>
              </a:schemeClr>
            </a:lnRef>
            <a:fillRef idx="2">
              <a:scrgbClr r="0" g="0" b="0"/>
            </a:fillRef>
            <a:effectRef idx="1">
              <a:schemeClr val="accent1">
                <a:hueOff val="0"/>
                <a:satOff val="0"/>
                <a:lumOff val="0"/>
                <a:alphaOff val="0"/>
              </a:schemeClr>
            </a:effectRef>
            <a:fontRef idx="minor">
              <a:schemeClr val="dk1"/>
            </a:fontRef>
          </p:style>
        </p:sp>
        <p:sp>
          <p:nvSpPr>
            <p:cNvPr id="12" name="Rectangle : coins arrondis 4">
              <a:extLst>
                <a:ext uri="{FF2B5EF4-FFF2-40B4-BE49-F238E27FC236}">
                  <a16:creationId xmlns:a16="http://schemas.microsoft.com/office/drawing/2014/main" id="{70DAD94A-9597-4604-A808-9A8BF96EEC59}"/>
                </a:ext>
              </a:extLst>
            </p:cNvPr>
            <p:cNvSpPr txBox="1"/>
            <p:nvPr/>
          </p:nvSpPr>
          <p:spPr>
            <a:xfrm>
              <a:off x="284683" y="16172"/>
              <a:ext cx="3304619" cy="519803"/>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fr-FR" sz="1900" b="1" kern="1200" dirty="0">
                  <a:latin typeface="Arial" panose="020B0604020202020204" pitchFamily="34" charset="0"/>
                  <a:ea typeface="Calibri" panose="020F0502020204030204" pitchFamily="34" charset="0"/>
                  <a:cs typeface="Arial" panose="020B0604020202020204" pitchFamily="34" charset="0"/>
                </a:rPr>
                <a:t>Besoins non fonctionnels</a:t>
              </a:r>
              <a:endParaRPr lang="fr-FR" sz="1900" kern="1200" dirty="0"/>
            </a:p>
          </p:txBody>
        </p:sp>
      </p:grpSp>
      <p:pic>
        <p:nvPicPr>
          <p:cNvPr id="3074" name="Picture 2" descr="Making Audio and Video Media Accessible | Web Accessibility Initiative  (WAI) | W3C">
            <a:extLst>
              <a:ext uri="{FF2B5EF4-FFF2-40B4-BE49-F238E27FC236}">
                <a16:creationId xmlns:a16="http://schemas.microsoft.com/office/drawing/2014/main" id="{BC560DD1-310A-4C42-AA6F-737743E8CDB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0409" y="1881677"/>
            <a:ext cx="1250774" cy="125077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Ergonomic Icon #352679 - Free Icons Library">
            <a:extLst>
              <a:ext uri="{FF2B5EF4-FFF2-40B4-BE49-F238E27FC236}">
                <a16:creationId xmlns:a16="http://schemas.microsoft.com/office/drawing/2014/main" id="{D5FE429D-395F-4974-8D3A-F50FF110758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1601" t="12510" r="9650" b="9805"/>
          <a:stretch/>
        </p:blipFill>
        <p:spPr bwMode="auto">
          <a:xfrm>
            <a:off x="8344838" y="1876739"/>
            <a:ext cx="1396885" cy="1378023"/>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05">
            <a:extLst>
              <a:ext uri="{FF2B5EF4-FFF2-40B4-BE49-F238E27FC236}">
                <a16:creationId xmlns:a16="http://schemas.microsoft.com/office/drawing/2014/main" id="{824F5CBE-4DDE-4396-B482-93C2E88AF9FD}"/>
              </a:ext>
            </a:extLst>
          </p:cNvPr>
          <p:cNvCxnSpPr>
            <a:cxnSpLocks/>
          </p:cNvCxnSpPr>
          <p:nvPr/>
        </p:nvCxnSpPr>
        <p:spPr>
          <a:xfrm>
            <a:off x="5914113" y="2247241"/>
            <a:ext cx="0" cy="4330979"/>
          </a:xfrm>
          <a:prstGeom prst="line">
            <a:avLst/>
          </a:prstGeom>
          <a:ln w="12700">
            <a:solidFill>
              <a:schemeClr val="accent6"/>
            </a:solidFill>
            <a:tailEnd type="oval"/>
          </a:ln>
        </p:spPr>
        <p:style>
          <a:lnRef idx="1">
            <a:schemeClr val="accent3"/>
          </a:lnRef>
          <a:fillRef idx="0">
            <a:schemeClr val="accent3"/>
          </a:fillRef>
          <a:effectRef idx="0">
            <a:schemeClr val="accent3"/>
          </a:effectRef>
          <a:fontRef idx="minor">
            <a:schemeClr val="tx1"/>
          </a:fontRef>
        </p:style>
      </p:cxnSp>
      <p:sp>
        <p:nvSpPr>
          <p:cNvPr id="14" name="ZoneTexte 13">
            <a:extLst>
              <a:ext uri="{FF2B5EF4-FFF2-40B4-BE49-F238E27FC236}">
                <a16:creationId xmlns:a16="http://schemas.microsoft.com/office/drawing/2014/main" id="{A1FECC4E-94BD-4A8B-93A4-F9E7B68C72AA}"/>
              </a:ext>
            </a:extLst>
          </p:cNvPr>
          <p:cNvSpPr txBox="1"/>
          <p:nvPr/>
        </p:nvSpPr>
        <p:spPr>
          <a:xfrm>
            <a:off x="1510822" y="3044279"/>
            <a:ext cx="3286826" cy="769441"/>
          </a:xfrm>
          <a:prstGeom prst="rect">
            <a:avLst/>
          </a:prstGeom>
          <a:noFill/>
        </p:spPr>
        <p:txBody>
          <a:bodyPr wrap="square" rtlCol="0">
            <a:spAutoFit/>
          </a:bodyPr>
          <a:lstStyle/>
          <a:p>
            <a:r>
              <a:rPr lang="fr-FR" sz="4400" dirty="0">
                <a:solidFill>
                  <a:srgbClr val="003366"/>
                </a:solidFill>
                <a:latin typeface="Urdu Typesetting" panose="03020402040406030203" pitchFamily="66" charset="-78"/>
                <a:ea typeface="Segoe UI Black" panose="020B0A02040204020203" pitchFamily="34" charset="0"/>
                <a:cs typeface="Urdu Typesetting" panose="03020402040406030203" pitchFamily="66" charset="-78"/>
              </a:rPr>
              <a:t>Accessibilité</a:t>
            </a:r>
          </a:p>
        </p:txBody>
      </p:sp>
      <p:sp>
        <p:nvSpPr>
          <p:cNvPr id="15" name="ZoneTexte 14">
            <a:extLst>
              <a:ext uri="{FF2B5EF4-FFF2-40B4-BE49-F238E27FC236}">
                <a16:creationId xmlns:a16="http://schemas.microsoft.com/office/drawing/2014/main" id="{4B01F11F-6E94-4626-8DFA-3FD289C8EB96}"/>
              </a:ext>
            </a:extLst>
          </p:cNvPr>
          <p:cNvSpPr txBox="1"/>
          <p:nvPr/>
        </p:nvSpPr>
        <p:spPr>
          <a:xfrm>
            <a:off x="7748108" y="3007031"/>
            <a:ext cx="2933070" cy="769441"/>
          </a:xfrm>
          <a:prstGeom prst="rect">
            <a:avLst/>
          </a:prstGeom>
          <a:noFill/>
        </p:spPr>
        <p:txBody>
          <a:bodyPr wrap="square" rtlCol="0">
            <a:spAutoFit/>
          </a:bodyPr>
          <a:lstStyle/>
          <a:p>
            <a:r>
              <a:rPr lang="fr-FR" sz="4400" dirty="0">
                <a:solidFill>
                  <a:srgbClr val="EEB41B"/>
                </a:solidFill>
                <a:latin typeface="Urdu Typesetting" panose="03020402040406030203" pitchFamily="66" charset="-78"/>
                <a:ea typeface="Segoe UI Black" panose="020B0A02040204020203" pitchFamily="34" charset="0"/>
                <a:cs typeface="Urdu Typesetting" panose="03020402040406030203" pitchFamily="66" charset="-78"/>
              </a:rPr>
              <a:t>Ergonomie</a:t>
            </a:r>
          </a:p>
        </p:txBody>
      </p:sp>
      <p:sp>
        <p:nvSpPr>
          <p:cNvPr id="3" name="ZoneTexte 2">
            <a:extLst>
              <a:ext uri="{FF2B5EF4-FFF2-40B4-BE49-F238E27FC236}">
                <a16:creationId xmlns:a16="http://schemas.microsoft.com/office/drawing/2014/main" id="{594BA94A-0854-448C-948F-AED0A9001B15}"/>
              </a:ext>
            </a:extLst>
          </p:cNvPr>
          <p:cNvSpPr txBox="1"/>
          <p:nvPr/>
        </p:nvSpPr>
        <p:spPr>
          <a:xfrm>
            <a:off x="674076" y="4190094"/>
            <a:ext cx="5235675" cy="369332"/>
          </a:xfrm>
          <a:prstGeom prst="rect">
            <a:avLst/>
          </a:prstGeom>
          <a:noFill/>
        </p:spPr>
        <p:txBody>
          <a:bodyPr wrap="square" rtlCol="0">
            <a:spAutoFit/>
          </a:bodyPr>
          <a:lstStyle/>
          <a:p>
            <a:r>
              <a:rPr lang="en-US" dirty="0"/>
              <a:t>Choix de conception </a:t>
            </a:r>
            <a:r>
              <a:rPr lang="en-US" dirty="0" err="1"/>
              <a:t>visuellement</a:t>
            </a:r>
            <a:r>
              <a:rPr lang="en-US" dirty="0"/>
              <a:t> </a:t>
            </a:r>
            <a:r>
              <a:rPr lang="en-US" dirty="0" err="1"/>
              <a:t>appropir</a:t>
            </a:r>
            <a:r>
              <a:rPr lang="fr-FR" dirty="0"/>
              <a:t>é</a:t>
            </a:r>
            <a:r>
              <a:rPr lang="en-US" dirty="0"/>
              <a:t>s.  </a:t>
            </a:r>
            <a:endParaRPr lang="fr-FR" dirty="0"/>
          </a:p>
        </p:txBody>
      </p:sp>
      <p:sp>
        <p:nvSpPr>
          <p:cNvPr id="18" name="ZoneTexte 17">
            <a:extLst>
              <a:ext uri="{FF2B5EF4-FFF2-40B4-BE49-F238E27FC236}">
                <a16:creationId xmlns:a16="http://schemas.microsoft.com/office/drawing/2014/main" id="{465B1287-55B6-411D-8660-E28EEC3EFF3A}"/>
              </a:ext>
            </a:extLst>
          </p:cNvPr>
          <p:cNvSpPr txBox="1"/>
          <p:nvPr/>
        </p:nvSpPr>
        <p:spPr>
          <a:xfrm>
            <a:off x="671895" y="4645493"/>
            <a:ext cx="5235675" cy="923330"/>
          </a:xfrm>
          <a:prstGeom prst="rect">
            <a:avLst/>
          </a:prstGeom>
          <a:noFill/>
        </p:spPr>
        <p:txBody>
          <a:bodyPr wrap="square">
            <a:spAutoFit/>
          </a:bodyPr>
          <a:lstStyle/>
          <a:p>
            <a:r>
              <a:rPr lang="fr-FR" dirty="0">
                <a:latin typeface="Arial" panose="020B0604020202020204" pitchFamily="34" charset="0"/>
                <a:ea typeface="Arial" panose="020B0604020202020204" pitchFamily="34" charset="0"/>
              </a:rPr>
              <a:t>U</a:t>
            </a:r>
            <a:r>
              <a:rPr lang="fr-FR" sz="1800" dirty="0">
                <a:effectLst/>
                <a:latin typeface="Arial" panose="020B0604020202020204" pitchFamily="34" charset="0"/>
                <a:ea typeface="Arial" panose="020B0604020202020204" pitchFamily="34" charset="0"/>
              </a:rPr>
              <a:t>tiliser de grandes polices sans empattement, créer un contenu court et concis, ne pas centrer le texte, etc.</a:t>
            </a:r>
            <a:endParaRPr lang="fr-FR" dirty="0"/>
          </a:p>
        </p:txBody>
      </p:sp>
      <p:sp>
        <p:nvSpPr>
          <p:cNvPr id="19" name="ZoneTexte 18">
            <a:extLst>
              <a:ext uri="{FF2B5EF4-FFF2-40B4-BE49-F238E27FC236}">
                <a16:creationId xmlns:a16="http://schemas.microsoft.com/office/drawing/2014/main" id="{CC534429-4CAD-4435-B938-C850DC39B0CF}"/>
              </a:ext>
            </a:extLst>
          </p:cNvPr>
          <p:cNvSpPr txBox="1"/>
          <p:nvPr/>
        </p:nvSpPr>
        <p:spPr>
          <a:xfrm>
            <a:off x="6888353" y="4228064"/>
            <a:ext cx="4441370" cy="369332"/>
          </a:xfrm>
          <a:prstGeom prst="rect">
            <a:avLst/>
          </a:prstGeom>
          <a:noFill/>
        </p:spPr>
        <p:txBody>
          <a:bodyPr wrap="square" rtlCol="0">
            <a:spAutoFit/>
          </a:bodyPr>
          <a:lstStyle/>
          <a:p>
            <a:r>
              <a:rPr lang="en-US" dirty="0"/>
              <a:t>Bonne </a:t>
            </a:r>
            <a:r>
              <a:rPr lang="en-US" dirty="0" err="1"/>
              <a:t>accompagnement</a:t>
            </a:r>
            <a:r>
              <a:rPr lang="en-US" dirty="0"/>
              <a:t> cognitive.</a:t>
            </a:r>
            <a:endParaRPr lang="fr-FR" dirty="0"/>
          </a:p>
        </p:txBody>
      </p:sp>
      <p:sp>
        <p:nvSpPr>
          <p:cNvPr id="5" name="Organigramme : Connecteur 4">
            <a:extLst>
              <a:ext uri="{FF2B5EF4-FFF2-40B4-BE49-F238E27FC236}">
                <a16:creationId xmlns:a16="http://schemas.microsoft.com/office/drawing/2014/main" id="{076D0668-5439-4CF1-9D2B-5CEF154439F6}"/>
              </a:ext>
            </a:extLst>
          </p:cNvPr>
          <p:cNvSpPr/>
          <p:nvPr/>
        </p:nvSpPr>
        <p:spPr>
          <a:xfrm>
            <a:off x="6756406" y="4342391"/>
            <a:ext cx="131947" cy="140677"/>
          </a:xfrm>
          <a:prstGeom prst="flowChartConnector">
            <a:avLst/>
          </a:prstGeom>
          <a:solidFill>
            <a:srgbClr val="EEB41B"/>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21" name="Organigramme : Connecteur 20">
            <a:extLst>
              <a:ext uri="{FF2B5EF4-FFF2-40B4-BE49-F238E27FC236}">
                <a16:creationId xmlns:a16="http://schemas.microsoft.com/office/drawing/2014/main" id="{5C6A415B-70D2-4817-92CC-603A0181139A}"/>
              </a:ext>
            </a:extLst>
          </p:cNvPr>
          <p:cNvSpPr/>
          <p:nvPr/>
        </p:nvSpPr>
        <p:spPr>
          <a:xfrm>
            <a:off x="539948" y="4302157"/>
            <a:ext cx="131947" cy="140677"/>
          </a:xfrm>
          <a:prstGeom prst="flowChartConnector">
            <a:avLst/>
          </a:prstGeom>
          <a:solidFill>
            <a:srgbClr val="003366"/>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22" name="Organigramme : Connecteur 21">
            <a:extLst>
              <a:ext uri="{FF2B5EF4-FFF2-40B4-BE49-F238E27FC236}">
                <a16:creationId xmlns:a16="http://schemas.microsoft.com/office/drawing/2014/main" id="{8DD1C111-8EED-42AB-9D1A-5A76BEA2FE53}"/>
              </a:ext>
            </a:extLst>
          </p:cNvPr>
          <p:cNvSpPr/>
          <p:nvPr/>
        </p:nvSpPr>
        <p:spPr>
          <a:xfrm>
            <a:off x="541373" y="4762085"/>
            <a:ext cx="131947" cy="140677"/>
          </a:xfrm>
          <a:prstGeom prst="flowChartConnector">
            <a:avLst/>
          </a:prstGeom>
          <a:solidFill>
            <a:srgbClr val="003366"/>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23" name="ZoneTexte 22">
            <a:extLst>
              <a:ext uri="{FF2B5EF4-FFF2-40B4-BE49-F238E27FC236}">
                <a16:creationId xmlns:a16="http://schemas.microsoft.com/office/drawing/2014/main" id="{5FEF1A81-6DFC-4CDF-A76F-2F72E23DE091}"/>
              </a:ext>
            </a:extLst>
          </p:cNvPr>
          <p:cNvSpPr txBox="1"/>
          <p:nvPr/>
        </p:nvSpPr>
        <p:spPr>
          <a:xfrm>
            <a:off x="678438" y="5586816"/>
            <a:ext cx="5235675" cy="646331"/>
          </a:xfrm>
          <a:prstGeom prst="rect">
            <a:avLst/>
          </a:prstGeom>
          <a:noFill/>
        </p:spPr>
        <p:txBody>
          <a:bodyPr wrap="square">
            <a:spAutoFit/>
          </a:bodyPr>
          <a:lstStyle/>
          <a:p>
            <a:r>
              <a:rPr lang="fr-FR" sz="1800" dirty="0">
                <a:effectLst/>
                <a:latin typeface="Arial" panose="020B0604020202020204" pitchFamily="34" charset="0"/>
                <a:ea typeface="Arial" panose="020B0604020202020204" pitchFamily="34" charset="0"/>
              </a:rPr>
              <a:t>Utiliser des polices spéciales(Open </a:t>
            </a:r>
            <a:r>
              <a:rPr lang="fr-FR" sz="1800" dirty="0" err="1">
                <a:effectLst/>
                <a:latin typeface="Arial" panose="020B0604020202020204" pitchFamily="34" charset="0"/>
                <a:ea typeface="Arial" panose="020B0604020202020204" pitchFamily="34" charset="0"/>
              </a:rPr>
              <a:t>Dyslexic</a:t>
            </a:r>
            <a:r>
              <a:rPr lang="fr-FR" sz="1800" dirty="0">
                <a:effectLst/>
                <a:latin typeface="Arial" panose="020B0604020202020204" pitchFamily="34" charset="0"/>
                <a:ea typeface="Arial" panose="020B0604020202020204" pitchFamily="34" charset="0"/>
              </a:rPr>
              <a:t>, Dyslexie..). </a:t>
            </a:r>
            <a:endParaRPr lang="fr-FR" dirty="0"/>
          </a:p>
        </p:txBody>
      </p:sp>
      <p:sp>
        <p:nvSpPr>
          <p:cNvPr id="24" name="ZoneTexte 23">
            <a:extLst>
              <a:ext uri="{FF2B5EF4-FFF2-40B4-BE49-F238E27FC236}">
                <a16:creationId xmlns:a16="http://schemas.microsoft.com/office/drawing/2014/main" id="{B8A216FF-5D94-484C-850A-9792F18DE39D}"/>
              </a:ext>
            </a:extLst>
          </p:cNvPr>
          <p:cNvSpPr txBox="1"/>
          <p:nvPr/>
        </p:nvSpPr>
        <p:spPr>
          <a:xfrm>
            <a:off x="671894" y="6205613"/>
            <a:ext cx="5235675" cy="646331"/>
          </a:xfrm>
          <a:prstGeom prst="rect">
            <a:avLst/>
          </a:prstGeom>
          <a:noFill/>
        </p:spPr>
        <p:txBody>
          <a:bodyPr wrap="square">
            <a:spAutoFit/>
          </a:bodyPr>
          <a:lstStyle/>
          <a:p>
            <a:r>
              <a:rPr lang="fr-FR" sz="1800" dirty="0">
                <a:effectLst/>
                <a:latin typeface="Arial" panose="020B0604020202020204" pitchFamily="34" charset="0"/>
                <a:ea typeface="Arial" panose="020B0604020202020204" pitchFamily="34" charset="0"/>
              </a:rPr>
              <a:t>Eviter les motifs et les animations et les fonds blancs.</a:t>
            </a:r>
            <a:endParaRPr lang="fr-FR" dirty="0"/>
          </a:p>
        </p:txBody>
      </p:sp>
      <p:sp>
        <p:nvSpPr>
          <p:cNvPr id="25" name="Organigramme : Connecteur 24">
            <a:extLst>
              <a:ext uri="{FF2B5EF4-FFF2-40B4-BE49-F238E27FC236}">
                <a16:creationId xmlns:a16="http://schemas.microsoft.com/office/drawing/2014/main" id="{FD287461-B2F8-4F29-A4B1-2342E0A953CA}"/>
              </a:ext>
            </a:extLst>
          </p:cNvPr>
          <p:cNvSpPr/>
          <p:nvPr/>
        </p:nvSpPr>
        <p:spPr>
          <a:xfrm>
            <a:off x="563063" y="5703519"/>
            <a:ext cx="131947" cy="140677"/>
          </a:xfrm>
          <a:prstGeom prst="flowChartConnector">
            <a:avLst/>
          </a:prstGeom>
          <a:solidFill>
            <a:srgbClr val="003366"/>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26" name="Organigramme : Connecteur 25">
            <a:extLst>
              <a:ext uri="{FF2B5EF4-FFF2-40B4-BE49-F238E27FC236}">
                <a16:creationId xmlns:a16="http://schemas.microsoft.com/office/drawing/2014/main" id="{2DE65F65-207C-4E53-9D1D-1972D4100CB7}"/>
              </a:ext>
            </a:extLst>
          </p:cNvPr>
          <p:cNvSpPr/>
          <p:nvPr/>
        </p:nvSpPr>
        <p:spPr>
          <a:xfrm>
            <a:off x="563063" y="6322316"/>
            <a:ext cx="131947" cy="140677"/>
          </a:xfrm>
          <a:prstGeom prst="flowChartConnector">
            <a:avLst/>
          </a:prstGeom>
          <a:solidFill>
            <a:srgbClr val="003366"/>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27" name="ZoneTexte 26">
            <a:extLst>
              <a:ext uri="{FF2B5EF4-FFF2-40B4-BE49-F238E27FC236}">
                <a16:creationId xmlns:a16="http://schemas.microsoft.com/office/drawing/2014/main" id="{5BB94DA2-28D8-4DE3-9920-4AA05D2AC20C}"/>
              </a:ext>
            </a:extLst>
          </p:cNvPr>
          <p:cNvSpPr txBox="1"/>
          <p:nvPr/>
        </p:nvSpPr>
        <p:spPr>
          <a:xfrm>
            <a:off x="6902320" y="4832423"/>
            <a:ext cx="4938555" cy="369332"/>
          </a:xfrm>
          <a:prstGeom prst="rect">
            <a:avLst/>
          </a:prstGeom>
          <a:noFill/>
        </p:spPr>
        <p:txBody>
          <a:bodyPr wrap="square" rtlCol="0">
            <a:spAutoFit/>
          </a:bodyPr>
          <a:lstStyle/>
          <a:p>
            <a:r>
              <a:rPr lang="en-US" dirty="0" err="1"/>
              <a:t>Espace</a:t>
            </a:r>
            <a:r>
              <a:rPr lang="en-US" dirty="0"/>
              <a:t> de travail simple et comprehensible.</a:t>
            </a:r>
            <a:endParaRPr lang="fr-FR" dirty="0"/>
          </a:p>
        </p:txBody>
      </p:sp>
      <p:sp>
        <p:nvSpPr>
          <p:cNvPr id="28" name="ZoneTexte 27">
            <a:extLst>
              <a:ext uri="{FF2B5EF4-FFF2-40B4-BE49-F238E27FC236}">
                <a16:creationId xmlns:a16="http://schemas.microsoft.com/office/drawing/2014/main" id="{28E8FEA0-F42F-4E83-A9AA-38D6B35B3353}"/>
              </a:ext>
            </a:extLst>
          </p:cNvPr>
          <p:cNvSpPr txBox="1"/>
          <p:nvPr/>
        </p:nvSpPr>
        <p:spPr>
          <a:xfrm>
            <a:off x="6881808" y="5441545"/>
            <a:ext cx="4938549" cy="369332"/>
          </a:xfrm>
          <a:prstGeom prst="rect">
            <a:avLst/>
          </a:prstGeom>
          <a:noFill/>
        </p:spPr>
        <p:txBody>
          <a:bodyPr wrap="square" rtlCol="0">
            <a:spAutoFit/>
          </a:bodyPr>
          <a:lstStyle/>
          <a:p>
            <a:r>
              <a:rPr lang="en-US" dirty="0"/>
              <a:t>Des </a:t>
            </a:r>
            <a:r>
              <a:rPr lang="en-US" dirty="0" err="1"/>
              <a:t>fonctionnalit</a:t>
            </a:r>
            <a:r>
              <a:rPr lang="fr-FR" dirty="0" err="1"/>
              <a:t>és</a:t>
            </a:r>
            <a:r>
              <a:rPr lang="fr-FR" dirty="0"/>
              <a:t> concises et efficaces.</a:t>
            </a:r>
          </a:p>
        </p:txBody>
      </p:sp>
      <p:sp>
        <p:nvSpPr>
          <p:cNvPr id="29" name="Organigramme : Connecteur 28">
            <a:extLst>
              <a:ext uri="{FF2B5EF4-FFF2-40B4-BE49-F238E27FC236}">
                <a16:creationId xmlns:a16="http://schemas.microsoft.com/office/drawing/2014/main" id="{26ED1914-EACB-417E-8862-15589EB1816E}"/>
              </a:ext>
            </a:extLst>
          </p:cNvPr>
          <p:cNvSpPr/>
          <p:nvPr/>
        </p:nvSpPr>
        <p:spPr>
          <a:xfrm>
            <a:off x="6749861" y="4966481"/>
            <a:ext cx="131947" cy="140677"/>
          </a:xfrm>
          <a:prstGeom prst="flowChartConnector">
            <a:avLst/>
          </a:prstGeom>
          <a:solidFill>
            <a:srgbClr val="EEB41B"/>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30" name="Organigramme : Connecteur 29">
            <a:extLst>
              <a:ext uri="{FF2B5EF4-FFF2-40B4-BE49-F238E27FC236}">
                <a16:creationId xmlns:a16="http://schemas.microsoft.com/office/drawing/2014/main" id="{9217DF94-AF55-4CB6-B5BF-1547A9E3DD90}"/>
              </a:ext>
            </a:extLst>
          </p:cNvPr>
          <p:cNvSpPr/>
          <p:nvPr/>
        </p:nvSpPr>
        <p:spPr>
          <a:xfrm>
            <a:off x="6756406" y="5562842"/>
            <a:ext cx="131947" cy="140677"/>
          </a:xfrm>
          <a:prstGeom prst="flowChartConnector">
            <a:avLst/>
          </a:prstGeom>
          <a:solidFill>
            <a:srgbClr val="EEB41B"/>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Tree>
    <p:extLst>
      <p:ext uri="{BB962C8B-B14F-4D97-AF65-F5344CB8AC3E}">
        <p14:creationId xmlns:p14="http://schemas.microsoft.com/office/powerpoint/2010/main" val="37060175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ppt_x"/>
                                          </p:val>
                                        </p:tav>
                                        <p:tav tm="100000">
                                          <p:val>
                                            <p:strVal val="#ppt_x"/>
                                          </p:val>
                                        </p:tav>
                                      </p:tavLst>
                                    </p:anim>
                                    <p:anim calcmode="lin" valueType="num">
                                      <p:cBhvr additive="base">
                                        <p:cTn id="1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 calcmode="lin" valueType="num">
                                      <p:cBhvr additive="base">
                                        <p:cTn id="29" dur="500" fill="hold"/>
                                        <p:tgtEl>
                                          <p:spTgt spid="25"/>
                                        </p:tgtEl>
                                        <p:attrNameLst>
                                          <p:attrName>ppt_x</p:attrName>
                                        </p:attrNameLst>
                                      </p:cBhvr>
                                      <p:tavLst>
                                        <p:tav tm="0">
                                          <p:val>
                                            <p:strVal val="#ppt_x"/>
                                          </p:val>
                                        </p:tav>
                                        <p:tav tm="100000">
                                          <p:val>
                                            <p:strVal val="#ppt_x"/>
                                          </p:val>
                                        </p:tav>
                                      </p:tavLst>
                                    </p:anim>
                                    <p:anim calcmode="lin" valueType="num">
                                      <p:cBhvr additive="base">
                                        <p:cTn id="3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anim calcmode="lin" valueType="num">
                                      <p:cBhvr additive="base">
                                        <p:cTn id="40" dur="500" fill="hold"/>
                                        <p:tgtEl>
                                          <p:spTgt spid="26"/>
                                        </p:tgtEl>
                                        <p:attrNameLst>
                                          <p:attrName>ppt_x</p:attrName>
                                        </p:attrNameLst>
                                      </p:cBhvr>
                                      <p:tavLst>
                                        <p:tav tm="0">
                                          <p:val>
                                            <p:strVal val="#ppt_x"/>
                                          </p:val>
                                        </p:tav>
                                        <p:tav tm="100000">
                                          <p:val>
                                            <p:strVal val="#ppt_x"/>
                                          </p:val>
                                        </p:tav>
                                      </p:tavLst>
                                    </p:anim>
                                    <p:anim calcmode="lin" valueType="num">
                                      <p:cBhvr additive="base">
                                        <p:cTn id="4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additive="base">
                                        <p:cTn id="51" dur="500" fill="hold"/>
                                        <p:tgtEl>
                                          <p:spTgt spid="5"/>
                                        </p:tgtEl>
                                        <p:attrNameLst>
                                          <p:attrName>ppt_x</p:attrName>
                                        </p:attrNameLst>
                                      </p:cBhvr>
                                      <p:tavLst>
                                        <p:tav tm="0">
                                          <p:val>
                                            <p:strVal val="#ppt_x"/>
                                          </p:val>
                                        </p:tav>
                                        <p:tav tm="100000">
                                          <p:val>
                                            <p:strVal val="#ppt_x"/>
                                          </p:val>
                                        </p:tav>
                                      </p:tavLst>
                                    </p:anim>
                                    <p:anim calcmode="lin" valueType="num">
                                      <p:cBhvr additive="base">
                                        <p:cTn id="5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 calcmode="lin" valueType="num">
                                      <p:cBhvr additive="base">
                                        <p:cTn id="62" dur="500" fill="hold"/>
                                        <p:tgtEl>
                                          <p:spTgt spid="29"/>
                                        </p:tgtEl>
                                        <p:attrNameLst>
                                          <p:attrName>ppt_x</p:attrName>
                                        </p:attrNameLst>
                                      </p:cBhvr>
                                      <p:tavLst>
                                        <p:tav tm="0">
                                          <p:val>
                                            <p:strVal val="#ppt_x"/>
                                          </p:val>
                                        </p:tav>
                                        <p:tav tm="100000">
                                          <p:val>
                                            <p:strVal val="#ppt_x"/>
                                          </p:val>
                                        </p:tav>
                                      </p:tavLst>
                                    </p:anim>
                                    <p:anim calcmode="lin" valueType="num">
                                      <p:cBhvr additive="base">
                                        <p:cTn id="63"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0"/>
                                        </p:tgtEl>
                                        <p:attrNameLst>
                                          <p:attrName>style.visibility</p:attrName>
                                        </p:attrNameLst>
                                      </p:cBhvr>
                                      <p:to>
                                        <p:strVal val="visible"/>
                                      </p:to>
                                    </p:set>
                                    <p:anim calcmode="lin" valueType="num">
                                      <p:cBhvr additive="base">
                                        <p:cTn id="73" dur="500" fill="hold"/>
                                        <p:tgtEl>
                                          <p:spTgt spid="30"/>
                                        </p:tgtEl>
                                        <p:attrNameLst>
                                          <p:attrName>ppt_x</p:attrName>
                                        </p:attrNameLst>
                                      </p:cBhvr>
                                      <p:tavLst>
                                        <p:tav tm="0">
                                          <p:val>
                                            <p:strVal val="#ppt_x"/>
                                          </p:val>
                                        </p:tav>
                                        <p:tav tm="100000">
                                          <p:val>
                                            <p:strVal val="#ppt_x"/>
                                          </p:val>
                                        </p:tav>
                                      </p:tavLst>
                                    </p:anim>
                                    <p:anim calcmode="lin" valueType="num">
                                      <p:cBhvr additive="base">
                                        <p:cTn id="7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8" grpId="0"/>
      <p:bldP spid="19" grpId="0"/>
      <p:bldP spid="5" grpId="0" animBg="1"/>
      <p:bldP spid="21" grpId="0" animBg="1"/>
      <p:bldP spid="22" grpId="0" animBg="1"/>
      <p:bldP spid="23" grpId="0"/>
      <p:bldP spid="24" grpId="0"/>
      <p:bldP spid="25" grpId="0" animBg="1"/>
      <p:bldP spid="26" grpId="0" animBg="1"/>
      <p:bldP spid="27" grpId="0"/>
      <p:bldP spid="28" grpId="0"/>
      <p:bldP spid="29" grpId="0" animBg="1"/>
      <p:bldP spid="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latin typeface="Times New Roman" panose="02020603050405020304" pitchFamily="18" charset="0"/>
                <a:ea typeface="Exo 2"/>
                <a:cs typeface="Times New Roman" panose="02020603050405020304" pitchFamily="18" charset="0"/>
                <a:sym typeface="Calibri"/>
              </a:rPr>
              <a:t>20</a:t>
            </a:r>
            <a:endParaRPr lang="fr-FR" sz="1600" b="1" kern="0" dirty="0">
              <a:latin typeface="Times New Roman" panose="02020603050405020304" pitchFamily="18" charset="0"/>
              <a:ea typeface="Exo 2"/>
              <a:cs typeface="Times New Roman" panose="02020603050405020304" pitchFamily="18" charset="0"/>
              <a:sym typeface="Exo 2"/>
            </a:endParaRPr>
          </a:p>
        </p:txBody>
      </p:sp>
      <p:sp>
        <p:nvSpPr>
          <p:cNvPr id="6" name="Google Shape;175;p31"/>
          <p:cNvSpPr txBox="1">
            <a:spLocks/>
          </p:cNvSpPr>
          <p:nvPr/>
        </p:nvSpPr>
        <p:spPr>
          <a:xfrm flipH="1">
            <a:off x="-3" y="702127"/>
            <a:ext cx="8361682"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en-US" kern="0" dirty="0">
                <a:solidFill>
                  <a:srgbClr val="003366"/>
                </a:solidFill>
                <a:latin typeface="Times New Roman" panose="02020603050405020304" pitchFamily="18" charset="0"/>
                <a:cs typeface="Times New Roman" panose="02020603050405020304" pitchFamily="18" charset="0"/>
              </a:rPr>
              <a:t>Nom et Logo</a:t>
            </a:r>
          </a:p>
        </p:txBody>
      </p:sp>
      <p:cxnSp>
        <p:nvCxnSpPr>
          <p:cNvPr id="7"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graphicFrame>
        <p:nvGraphicFramePr>
          <p:cNvPr id="10" name="Diagramme 9">
            <a:extLst>
              <a:ext uri="{FF2B5EF4-FFF2-40B4-BE49-F238E27FC236}">
                <a16:creationId xmlns:a16="http://schemas.microsoft.com/office/drawing/2014/main" id="{A23F3574-EE9A-4762-9520-D6CE281C5DF2}"/>
              </a:ext>
            </a:extLst>
          </p:cNvPr>
          <p:cNvGraphicFramePr/>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Image 7">
            <a:extLst>
              <a:ext uri="{FF2B5EF4-FFF2-40B4-BE49-F238E27FC236}">
                <a16:creationId xmlns:a16="http://schemas.microsoft.com/office/drawing/2014/main" id="{104CF046-DF92-4EB3-BD2C-B4DA624F5B86}"/>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28721" t="22761" r="25633" b="24696"/>
          <a:stretch/>
        </p:blipFill>
        <p:spPr>
          <a:xfrm>
            <a:off x="4029388" y="1422979"/>
            <a:ext cx="3707843" cy="3577213"/>
          </a:xfrm>
          <a:prstGeom prst="rect">
            <a:avLst/>
          </a:prstGeom>
        </p:spPr>
      </p:pic>
      <p:sp>
        <p:nvSpPr>
          <p:cNvPr id="9" name="ZoneTexte 8">
            <a:extLst>
              <a:ext uri="{FF2B5EF4-FFF2-40B4-BE49-F238E27FC236}">
                <a16:creationId xmlns:a16="http://schemas.microsoft.com/office/drawing/2014/main" id="{DB818947-B292-4A10-A1C9-DA3AF8DAA911}"/>
              </a:ext>
            </a:extLst>
          </p:cNvPr>
          <p:cNvSpPr txBox="1"/>
          <p:nvPr/>
        </p:nvSpPr>
        <p:spPr>
          <a:xfrm>
            <a:off x="5016274" y="5015198"/>
            <a:ext cx="2469748" cy="1015663"/>
          </a:xfrm>
          <a:prstGeom prst="rect">
            <a:avLst/>
          </a:prstGeom>
          <a:noFill/>
        </p:spPr>
        <p:txBody>
          <a:bodyPr wrap="square" rtlCol="0">
            <a:spAutoFit/>
          </a:bodyPr>
          <a:lstStyle/>
          <a:p>
            <a:r>
              <a:rPr lang="fr-FR" sz="6000" dirty="0">
                <a:solidFill>
                  <a:srgbClr val="6A6F82"/>
                </a:solidFill>
                <a:latin typeface="Urdu Typesetting" panose="03020402040406030203" pitchFamily="66" charset="-78"/>
                <a:ea typeface="Segoe UI Black" panose="020B0A02040204020203" pitchFamily="34" charset="0"/>
                <a:cs typeface="Urdu Typesetting" panose="03020402040406030203" pitchFamily="66" charset="-78"/>
              </a:rPr>
              <a:t>LINK</a:t>
            </a:r>
          </a:p>
        </p:txBody>
      </p:sp>
    </p:spTree>
    <p:extLst>
      <p:ext uri="{BB962C8B-B14F-4D97-AF65-F5344CB8AC3E}">
        <p14:creationId xmlns:p14="http://schemas.microsoft.com/office/powerpoint/2010/main" val="1932534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anim calcmode="lin" valueType="num">
                                      <p:cBhvr>
                                        <p:cTn id="8" dur="2000" fill="hold"/>
                                        <p:tgtEl>
                                          <p:spTgt spid="8"/>
                                        </p:tgtEl>
                                        <p:attrNameLst>
                                          <p:attrName>ppt_w</p:attrName>
                                        </p:attrNameLst>
                                      </p:cBhvr>
                                      <p:tavLst>
                                        <p:tav tm="0" fmla="#ppt_w*sin(2.5*pi*$)">
                                          <p:val>
                                            <p:fltVal val="0"/>
                                          </p:val>
                                        </p:tav>
                                        <p:tav tm="100000">
                                          <p:val>
                                            <p:fltVal val="1"/>
                                          </p:val>
                                        </p:tav>
                                      </p:tavLst>
                                    </p:anim>
                                    <p:anim calcmode="lin" valueType="num">
                                      <p:cBhvr>
                                        <p:cTn id="9" dur="20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randombar(horizontal)">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9"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latin typeface="Times New Roman" panose="02020603050405020304" pitchFamily="18" charset="0"/>
                <a:ea typeface="Exo 2"/>
                <a:cs typeface="Times New Roman" panose="02020603050405020304" pitchFamily="18" charset="0"/>
                <a:sym typeface="Calibri"/>
              </a:rPr>
              <a:t>21</a:t>
            </a:r>
            <a:endParaRPr lang="fr-FR" sz="1600" b="1" kern="0" dirty="0">
              <a:latin typeface="Times New Roman" panose="02020603050405020304" pitchFamily="18" charset="0"/>
              <a:ea typeface="Exo 2"/>
              <a:cs typeface="Times New Roman" panose="02020603050405020304" pitchFamily="18" charset="0"/>
              <a:sym typeface="Exo 2"/>
            </a:endParaRPr>
          </a:p>
        </p:txBody>
      </p:sp>
      <p:sp>
        <p:nvSpPr>
          <p:cNvPr id="6" name="Google Shape;175;p31"/>
          <p:cNvSpPr txBox="1">
            <a:spLocks/>
          </p:cNvSpPr>
          <p:nvPr/>
        </p:nvSpPr>
        <p:spPr>
          <a:xfrm flipH="1">
            <a:off x="-3" y="702127"/>
            <a:ext cx="8361682"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en-US" kern="0" dirty="0" err="1">
                <a:solidFill>
                  <a:srgbClr val="003366"/>
                </a:solidFill>
                <a:latin typeface="Times New Roman" panose="02020603050405020304" pitchFamily="18" charset="0"/>
                <a:cs typeface="Times New Roman" panose="02020603050405020304" pitchFamily="18" charset="0"/>
              </a:rPr>
              <a:t>Diagramme</a:t>
            </a:r>
            <a:r>
              <a:rPr lang="en-US" kern="0" dirty="0">
                <a:solidFill>
                  <a:srgbClr val="003366"/>
                </a:solidFill>
                <a:latin typeface="Times New Roman" panose="02020603050405020304" pitchFamily="18" charset="0"/>
                <a:cs typeface="Times New Roman" panose="02020603050405020304" pitchFamily="18" charset="0"/>
              </a:rPr>
              <a:t> de classes</a:t>
            </a:r>
          </a:p>
        </p:txBody>
      </p:sp>
      <p:cxnSp>
        <p:nvCxnSpPr>
          <p:cNvPr id="7" name="Google Shape;177;p31"/>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pic>
        <p:nvPicPr>
          <p:cNvPr id="5" name="Image 4">
            <a:extLst>
              <a:ext uri="{FF2B5EF4-FFF2-40B4-BE49-F238E27FC236}">
                <a16:creationId xmlns:a16="http://schemas.microsoft.com/office/drawing/2014/main" id="{3204025B-A63E-40FD-BD20-E8F47E52FC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9161" y="1407974"/>
            <a:ext cx="8287459" cy="5450026"/>
          </a:xfrm>
          <a:prstGeom prst="rect">
            <a:avLst/>
          </a:prstGeom>
        </p:spPr>
      </p:pic>
      <p:graphicFrame>
        <p:nvGraphicFramePr>
          <p:cNvPr id="10" name="Diagramme 9">
            <a:extLst>
              <a:ext uri="{FF2B5EF4-FFF2-40B4-BE49-F238E27FC236}">
                <a16:creationId xmlns:a16="http://schemas.microsoft.com/office/drawing/2014/main" id="{A23F3574-EE9A-4762-9520-D6CE281C5DF2}"/>
              </a:ext>
            </a:extLst>
          </p:cNvPr>
          <p:cNvGraphicFramePr/>
          <p:nvPr>
            <p:extLst>
              <p:ext uri="{D42A27DB-BD31-4B8C-83A1-F6EECF244321}">
                <p14:modId xmlns:p14="http://schemas.microsoft.com/office/powerpoint/2010/main" val="3891045569"/>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354824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3000"/>
            <a:lum/>
          </a:blip>
          <a:srcRect/>
          <a:stretch>
            <a:fillRect l="-1000" r="-1000"/>
          </a:stretch>
        </a:blipFill>
        <a:effectLst/>
      </p:bgPr>
    </p:bg>
    <p:spTree>
      <p:nvGrpSpPr>
        <p:cNvPr id="1" name="Shape 250"/>
        <p:cNvGrpSpPr/>
        <p:nvPr/>
      </p:nvGrpSpPr>
      <p:grpSpPr>
        <a:xfrm>
          <a:off x="0" y="0"/>
          <a:ext cx="0" cy="0"/>
          <a:chOff x="0" y="0"/>
          <a:chExt cx="0" cy="0"/>
        </a:xfrm>
      </p:grpSpPr>
      <p:sp>
        <p:nvSpPr>
          <p:cNvPr id="74"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Exo 2"/>
              </a:rPr>
              <a:t>22</a:t>
            </a:r>
          </a:p>
        </p:txBody>
      </p:sp>
      <p:sp>
        <p:nvSpPr>
          <p:cNvPr id="7" name="Google Shape;124;p24"/>
          <p:cNvSpPr/>
          <p:nvPr/>
        </p:nvSpPr>
        <p:spPr>
          <a:xfrm rot="5400000" flipH="1">
            <a:off x="2515414" y="399079"/>
            <a:ext cx="2078644" cy="7126479"/>
          </a:xfrm>
          <a:custGeom>
            <a:avLst/>
            <a:gdLst>
              <a:gd name="connsiteX0" fmla="*/ 0 w 2849068"/>
              <a:gd name="connsiteY0" fmla="*/ 0 h 5825450"/>
              <a:gd name="connsiteX1" fmla="*/ 2849068 w 2849068"/>
              <a:gd name="connsiteY1" fmla="*/ 0 h 5825450"/>
              <a:gd name="connsiteX2" fmla="*/ 2849068 w 2849068"/>
              <a:gd name="connsiteY2" fmla="*/ 5825450 h 5825450"/>
              <a:gd name="connsiteX3" fmla="*/ 0 w 2849068"/>
              <a:gd name="connsiteY3" fmla="*/ 5825450 h 5825450"/>
              <a:gd name="connsiteX4" fmla="*/ 0 w 2849068"/>
              <a:gd name="connsiteY4" fmla="*/ 0 h 5825450"/>
              <a:gd name="connsiteX0" fmla="*/ 0 w 2925268"/>
              <a:gd name="connsiteY0" fmla="*/ 0 h 5825450"/>
              <a:gd name="connsiteX1" fmla="*/ 2925268 w 2925268"/>
              <a:gd name="connsiteY1" fmla="*/ 1153886 h 5825450"/>
              <a:gd name="connsiteX2" fmla="*/ 2849068 w 2925268"/>
              <a:gd name="connsiteY2" fmla="*/ 5825450 h 5825450"/>
              <a:gd name="connsiteX3" fmla="*/ 0 w 2925268"/>
              <a:gd name="connsiteY3" fmla="*/ 5825450 h 5825450"/>
              <a:gd name="connsiteX4" fmla="*/ 0 w 2925268"/>
              <a:gd name="connsiteY4" fmla="*/ 0 h 5825450"/>
              <a:gd name="connsiteX0" fmla="*/ 0 w 5156839"/>
              <a:gd name="connsiteY0" fmla="*/ 0 h 5825450"/>
              <a:gd name="connsiteX1" fmla="*/ 2925268 w 5156839"/>
              <a:gd name="connsiteY1" fmla="*/ 1153886 h 5825450"/>
              <a:gd name="connsiteX2" fmla="*/ 5156839 w 5156839"/>
              <a:gd name="connsiteY2" fmla="*/ 5825450 h 5825450"/>
              <a:gd name="connsiteX3" fmla="*/ 0 w 5156839"/>
              <a:gd name="connsiteY3" fmla="*/ 5825450 h 5825450"/>
              <a:gd name="connsiteX4" fmla="*/ 0 w 5156839"/>
              <a:gd name="connsiteY4" fmla="*/ 0 h 5825450"/>
              <a:gd name="connsiteX0" fmla="*/ 0 w 5156839"/>
              <a:gd name="connsiteY0" fmla="*/ 0 h 5825450"/>
              <a:gd name="connsiteX1" fmla="*/ 5145957 w 5156839"/>
              <a:gd name="connsiteY1" fmla="*/ 1034143 h 5825450"/>
              <a:gd name="connsiteX2" fmla="*/ 5156839 w 5156839"/>
              <a:gd name="connsiteY2" fmla="*/ 5825450 h 5825450"/>
              <a:gd name="connsiteX3" fmla="*/ 0 w 5156839"/>
              <a:gd name="connsiteY3" fmla="*/ 5825450 h 5825450"/>
              <a:gd name="connsiteX4" fmla="*/ 0 w 5156839"/>
              <a:gd name="connsiteY4" fmla="*/ 0 h 5825450"/>
              <a:gd name="connsiteX0" fmla="*/ 0 w 5185868"/>
              <a:gd name="connsiteY0" fmla="*/ 0 h 6347967"/>
              <a:gd name="connsiteX1" fmla="*/ 5174986 w 5185868"/>
              <a:gd name="connsiteY1" fmla="*/ 1556660 h 6347967"/>
              <a:gd name="connsiteX2" fmla="*/ 5185868 w 5185868"/>
              <a:gd name="connsiteY2" fmla="*/ 6347967 h 6347967"/>
              <a:gd name="connsiteX3" fmla="*/ 29029 w 5185868"/>
              <a:gd name="connsiteY3" fmla="*/ 6347967 h 6347967"/>
              <a:gd name="connsiteX4" fmla="*/ 0 w 5185868"/>
              <a:gd name="connsiteY4" fmla="*/ 0 h 6347967"/>
              <a:gd name="connsiteX0" fmla="*/ 0 w 5185868"/>
              <a:gd name="connsiteY0" fmla="*/ 0 h 6347967"/>
              <a:gd name="connsiteX1" fmla="*/ 5078346 w 5185868"/>
              <a:gd name="connsiteY1" fmla="*/ 1565356 h 6347967"/>
              <a:gd name="connsiteX2" fmla="*/ 5185868 w 5185868"/>
              <a:gd name="connsiteY2" fmla="*/ 6347967 h 6347967"/>
              <a:gd name="connsiteX3" fmla="*/ 29029 w 5185868"/>
              <a:gd name="connsiteY3" fmla="*/ 6347967 h 6347967"/>
              <a:gd name="connsiteX4" fmla="*/ 0 w 5185868"/>
              <a:gd name="connsiteY4" fmla="*/ 0 h 6347967"/>
              <a:gd name="connsiteX0" fmla="*/ 0 w 5464942"/>
              <a:gd name="connsiteY0" fmla="*/ 0 h 6347967"/>
              <a:gd name="connsiteX1" fmla="*/ 5464910 w 5464942"/>
              <a:gd name="connsiteY1" fmla="*/ 495767 h 6347967"/>
              <a:gd name="connsiteX2" fmla="*/ 5185868 w 5464942"/>
              <a:gd name="connsiteY2" fmla="*/ 6347967 h 6347967"/>
              <a:gd name="connsiteX3" fmla="*/ 29029 w 5464942"/>
              <a:gd name="connsiteY3" fmla="*/ 6347967 h 6347967"/>
              <a:gd name="connsiteX4" fmla="*/ 0 w 5464942"/>
              <a:gd name="connsiteY4" fmla="*/ 0 h 6347967"/>
              <a:gd name="connsiteX0" fmla="*/ 0 w 5368316"/>
              <a:gd name="connsiteY0" fmla="*/ 0 h 6347967"/>
              <a:gd name="connsiteX1" fmla="*/ 5368267 w 5368316"/>
              <a:gd name="connsiteY1" fmla="*/ 538617 h 6347967"/>
              <a:gd name="connsiteX2" fmla="*/ 5185868 w 5368316"/>
              <a:gd name="connsiteY2" fmla="*/ 6347967 h 6347967"/>
              <a:gd name="connsiteX3" fmla="*/ 29029 w 5368316"/>
              <a:gd name="connsiteY3" fmla="*/ 6347967 h 6347967"/>
              <a:gd name="connsiteX4" fmla="*/ 0 w 5368316"/>
              <a:gd name="connsiteY4" fmla="*/ 0 h 6347967"/>
              <a:gd name="connsiteX0" fmla="*/ -3 w 5368316"/>
              <a:gd name="connsiteY0" fmla="*/ 0 h 6369392"/>
              <a:gd name="connsiteX1" fmla="*/ 5368267 w 5368316"/>
              <a:gd name="connsiteY1" fmla="*/ 560042 h 6369392"/>
              <a:gd name="connsiteX2" fmla="*/ 5185868 w 5368316"/>
              <a:gd name="connsiteY2" fmla="*/ 6369392 h 6369392"/>
              <a:gd name="connsiteX3" fmla="*/ 29029 w 5368316"/>
              <a:gd name="connsiteY3" fmla="*/ 6369392 h 6369392"/>
              <a:gd name="connsiteX4" fmla="*/ -3 w 5368316"/>
              <a:gd name="connsiteY4" fmla="*/ 0 h 6369392"/>
              <a:gd name="connsiteX0" fmla="*/ 0 w 5368536"/>
              <a:gd name="connsiteY0" fmla="*/ 0 h 6394392"/>
              <a:gd name="connsiteX1" fmla="*/ 5368270 w 5368536"/>
              <a:gd name="connsiteY1" fmla="*/ 560042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035027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685006 h 6394392"/>
              <a:gd name="connsiteX2" fmla="*/ 5340733 w 5368536"/>
              <a:gd name="connsiteY2" fmla="*/ 6394392 h 6394392"/>
              <a:gd name="connsiteX3" fmla="*/ 29032 w 5368536"/>
              <a:gd name="connsiteY3" fmla="*/ 6369392 h 6394392"/>
              <a:gd name="connsiteX4" fmla="*/ 0 w 5368536"/>
              <a:gd name="connsiteY4" fmla="*/ 0 h 639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536" h="6394392">
                <a:moveTo>
                  <a:pt x="0" y="0"/>
                </a:moveTo>
                <a:lnTo>
                  <a:pt x="5368270" y="1685006"/>
                </a:lnTo>
                <a:cubicBezTo>
                  <a:pt x="5371897" y="3282108"/>
                  <a:pt x="5337106" y="4797290"/>
                  <a:pt x="5340733" y="6394392"/>
                </a:cubicBezTo>
                <a:lnTo>
                  <a:pt x="29032" y="6369392"/>
                </a:lnTo>
                <a:lnTo>
                  <a:pt x="0" y="0"/>
                </a:lnTo>
                <a:close/>
              </a:path>
            </a:pathLst>
          </a:custGeom>
          <a:solidFill>
            <a:srgbClr val="002060">
              <a:alpha val="80000"/>
            </a:srgbClr>
          </a:solidFill>
          <a:ln>
            <a:noFill/>
          </a:ln>
          <a:effectLst>
            <a:outerShdw blurRad="50800" dist="50800" dir="5400000" algn="ctr" rotWithShape="0">
              <a:srgbClr val="0070C0">
                <a:alpha val="51000"/>
              </a:srgbClr>
            </a:outerShdw>
          </a:effectLst>
        </p:spPr>
        <p:txBody>
          <a:bodyPr spcFirstLastPara="1" wrap="square" lIns="121900" tIns="121900" rIns="121900" bIns="121900" anchor="ctr" anchorCtr="0">
            <a:noAutofit/>
          </a:bodyPr>
          <a:lstStyle/>
          <a:p>
            <a:pPr latinLnBrk="1"/>
            <a:endParaRPr sz="2400">
              <a:solidFill>
                <a:prstClr val="black"/>
              </a:solidFill>
              <a:latin typeface="맑은 고딕"/>
            </a:endParaRPr>
          </a:p>
        </p:txBody>
      </p:sp>
      <p:sp>
        <p:nvSpPr>
          <p:cNvPr id="79" name="Google Shape;215;p34"/>
          <p:cNvSpPr txBox="1">
            <a:spLocks noGrp="1"/>
          </p:cNvSpPr>
          <p:nvPr>
            <p:ph type="ctrTitle"/>
          </p:nvPr>
        </p:nvSpPr>
        <p:spPr>
          <a:xfrm flipH="1">
            <a:off x="449704" y="2922996"/>
            <a:ext cx="5171605" cy="2078645"/>
          </a:xfrm>
          <a:prstGeom prst="rect">
            <a:avLst/>
          </a:prstGeom>
        </p:spPr>
        <p:txBody>
          <a:bodyPr spcFirstLastPara="1" wrap="square" lIns="121900" tIns="121900" rIns="121900" bIns="121900" anchor="ctr" anchorCtr="0">
            <a:noAutofit/>
          </a:bodyPr>
          <a:lstStyle/>
          <a:p>
            <a:pPr algn="l"/>
            <a:r>
              <a:rPr lang="fr-FR" sz="4000" dirty="0">
                <a:solidFill>
                  <a:schemeClr val="bg1"/>
                </a:solidFill>
                <a:latin typeface="Times New Roman" panose="02020603050405020304" pitchFamily="18" charset="0"/>
                <a:cs typeface="Times New Roman" panose="02020603050405020304" pitchFamily="18" charset="0"/>
              </a:rPr>
              <a:t>Réalisation</a:t>
            </a:r>
            <a:endParaRPr sz="2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0403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9;p33">
            <a:extLst>
              <a:ext uri="{FF2B5EF4-FFF2-40B4-BE49-F238E27FC236}">
                <a16:creationId xmlns:a16="http://schemas.microsoft.com/office/drawing/2014/main" id="{518B4790-E95D-46CE-A0AB-06A6DF52AD11}"/>
              </a:ext>
            </a:extLst>
          </p:cNvPr>
          <p:cNvSpPr/>
          <p:nvPr/>
        </p:nvSpPr>
        <p:spPr>
          <a:xfrm>
            <a:off x="11668836" y="6589237"/>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Calibri"/>
              </a:rPr>
              <a:t>23</a:t>
            </a:r>
            <a:endParaRPr lang="fr-FR" sz="1600" b="1" kern="0" dirty="0">
              <a:solidFill>
                <a:srgbClr val="002060"/>
              </a:solidFill>
              <a:latin typeface="Times New Roman" panose="02020603050405020304" pitchFamily="18" charset="0"/>
              <a:ea typeface="Exo 2"/>
              <a:cs typeface="Times New Roman" panose="02020603050405020304" pitchFamily="18" charset="0"/>
              <a:sym typeface="Exo 2"/>
            </a:endParaRPr>
          </a:p>
        </p:txBody>
      </p:sp>
      <p:graphicFrame>
        <p:nvGraphicFramePr>
          <p:cNvPr id="32" name="Diagramme 31">
            <a:extLst>
              <a:ext uri="{FF2B5EF4-FFF2-40B4-BE49-F238E27FC236}">
                <a16:creationId xmlns:a16="http://schemas.microsoft.com/office/drawing/2014/main" id="{16D57A5D-4D33-4E06-9314-B76DECD8E5AD}"/>
              </a:ext>
            </a:extLst>
          </p:cNvPr>
          <p:cNvGraphicFramePr/>
          <p:nvPr>
            <p:extLst>
              <p:ext uri="{D42A27DB-BD31-4B8C-83A1-F6EECF244321}">
                <p14:modId xmlns:p14="http://schemas.microsoft.com/office/powerpoint/2010/main" val="668323961"/>
              </p:ext>
            </p:extLst>
          </p:nvPr>
        </p:nvGraphicFramePr>
        <p:xfrm>
          <a:off x="1453245" y="1093888"/>
          <a:ext cx="9337421" cy="53761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3" name="Google Shape;175;p31">
            <a:extLst>
              <a:ext uri="{FF2B5EF4-FFF2-40B4-BE49-F238E27FC236}">
                <a16:creationId xmlns:a16="http://schemas.microsoft.com/office/drawing/2014/main" id="{D88D8921-9124-4917-ADF3-07AE5174CE10}"/>
              </a:ext>
            </a:extLst>
          </p:cNvPr>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Environnement</a:t>
            </a:r>
          </a:p>
        </p:txBody>
      </p:sp>
      <p:cxnSp>
        <p:nvCxnSpPr>
          <p:cNvPr id="45" name="Google Shape;177;p31">
            <a:extLst>
              <a:ext uri="{FF2B5EF4-FFF2-40B4-BE49-F238E27FC236}">
                <a16:creationId xmlns:a16="http://schemas.microsoft.com/office/drawing/2014/main" id="{D48A8F9E-D0FC-4C08-850F-5F29D60B8F25}"/>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graphicFrame>
        <p:nvGraphicFramePr>
          <p:cNvPr id="7" name="Diagramme 6">
            <a:extLst>
              <a:ext uri="{FF2B5EF4-FFF2-40B4-BE49-F238E27FC236}">
                <a16:creationId xmlns:a16="http://schemas.microsoft.com/office/drawing/2014/main" id="{64B854AF-DB1B-4C2C-B025-C7B3EABF663A}"/>
              </a:ext>
            </a:extLst>
          </p:cNvPr>
          <p:cNvGraphicFramePr/>
          <p:nvPr>
            <p:extLst>
              <p:ext uri="{D42A27DB-BD31-4B8C-83A1-F6EECF244321}">
                <p14:modId xmlns:p14="http://schemas.microsoft.com/office/powerpoint/2010/main" val="3183823186"/>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38325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2"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9;p33">
            <a:extLst>
              <a:ext uri="{FF2B5EF4-FFF2-40B4-BE49-F238E27FC236}">
                <a16:creationId xmlns:a16="http://schemas.microsoft.com/office/drawing/2014/main" id="{518B4790-E95D-46CE-A0AB-06A6DF52AD11}"/>
              </a:ext>
            </a:extLst>
          </p:cNvPr>
          <p:cNvSpPr/>
          <p:nvPr/>
        </p:nvSpPr>
        <p:spPr>
          <a:xfrm>
            <a:off x="11668836" y="6589237"/>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Calibri"/>
              </a:rPr>
              <a:t>24</a:t>
            </a:r>
            <a:endParaRPr lang="fr-FR" sz="1600" b="1" kern="0" dirty="0">
              <a:solidFill>
                <a:srgbClr val="002060"/>
              </a:solidFill>
              <a:latin typeface="Times New Roman" panose="02020603050405020304" pitchFamily="18" charset="0"/>
              <a:ea typeface="Exo 2"/>
              <a:cs typeface="Times New Roman" panose="02020603050405020304" pitchFamily="18" charset="0"/>
              <a:sym typeface="Exo 2"/>
            </a:endParaRPr>
          </a:p>
        </p:txBody>
      </p:sp>
      <p:sp>
        <p:nvSpPr>
          <p:cNvPr id="33" name="Google Shape;175;p31">
            <a:extLst>
              <a:ext uri="{FF2B5EF4-FFF2-40B4-BE49-F238E27FC236}">
                <a16:creationId xmlns:a16="http://schemas.microsoft.com/office/drawing/2014/main" id="{D88D8921-9124-4917-ADF3-07AE5174CE10}"/>
              </a:ext>
            </a:extLst>
          </p:cNvPr>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Langage utilisé </a:t>
            </a:r>
          </a:p>
        </p:txBody>
      </p:sp>
      <p:cxnSp>
        <p:nvCxnSpPr>
          <p:cNvPr id="45" name="Google Shape;177;p31">
            <a:extLst>
              <a:ext uri="{FF2B5EF4-FFF2-40B4-BE49-F238E27FC236}">
                <a16:creationId xmlns:a16="http://schemas.microsoft.com/office/drawing/2014/main" id="{D48A8F9E-D0FC-4C08-850F-5F29D60B8F25}"/>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pic>
        <p:nvPicPr>
          <p:cNvPr id="3074" name="Picture 2" descr="Python (programming language) - Wikipedia">
            <a:extLst>
              <a:ext uri="{FF2B5EF4-FFF2-40B4-BE49-F238E27FC236}">
                <a16:creationId xmlns:a16="http://schemas.microsoft.com/office/drawing/2014/main" id="{5B836E18-1D55-4CC4-8EE0-16349F09E5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16238" y="1806278"/>
            <a:ext cx="3692298" cy="2946591"/>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72F46F2A-A593-46D8-945D-38525A5E3721}"/>
              </a:ext>
            </a:extLst>
          </p:cNvPr>
          <p:cNvPicPr>
            <a:picLocks noChangeAspect="1"/>
          </p:cNvPicPr>
          <p:nvPr/>
        </p:nvPicPr>
        <p:blipFill rotWithShape="1">
          <a:blip r:embed="rId3"/>
          <a:srcRect l="27626" r="5447"/>
          <a:stretch/>
        </p:blipFill>
        <p:spPr>
          <a:xfrm>
            <a:off x="4845993" y="4883498"/>
            <a:ext cx="2632787" cy="1162050"/>
          </a:xfrm>
          <a:prstGeom prst="rect">
            <a:avLst/>
          </a:prstGeom>
        </p:spPr>
      </p:pic>
      <p:graphicFrame>
        <p:nvGraphicFramePr>
          <p:cNvPr id="9" name="Diagramme 8">
            <a:extLst>
              <a:ext uri="{FF2B5EF4-FFF2-40B4-BE49-F238E27FC236}">
                <a16:creationId xmlns:a16="http://schemas.microsoft.com/office/drawing/2014/main" id="{E30AAF6F-DB14-4197-9635-07C44B5F748C}"/>
              </a:ext>
            </a:extLst>
          </p:cNvPr>
          <p:cNvGraphicFramePr/>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7022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9;p33">
            <a:extLst>
              <a:ext uri="{FF2B5EF4-FFF2-40B4-BE49-F238E27FC236}">
                <a16:creationId xmlns:a16="http://schemas.microsoft.com/office/drawing/2014/main" id="{518B4790-E95D-46CE-A0AB-06A6DF52AD11}"/>
              </a:ext>
            </a:extLst>
          </p:cNvPr>
          <p:cNvSpPr/>
          <p:nvPr/>
        </p:nvSpPr>
        <p:spPr>
          <a:xfrm>
            <a:off x="11668836" y="6589237"/>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Calibri"/>
              </a:rPr>
              <a:t>24</a:t>
            </a:r>
            <a:endParaRPr lang="fr-FR" sz="1600" b="1" kern="0" dirty="0">
              <a:solidFill>
                <a:srgbClr val="002060"/>
              </a:solidFill>
              <a:latin typeface="Times New Roman" panose="02020603050405020304" pitchFamily="18" charset="0"/>
              <a:ea typeface="Exo 2"/>
              <a:cs typeface="Times New Roman" panose="02020603050405020304" pitchFamily="18" charset="0"/>
              <a:sym typeface="Exo 2"/>
            </a:endParaRPr>
          </a:p>
        </p:txBody>
      </p:sp>
      <p:sp>
        <p:nvSpPr>
          <p:cNvPr id="33" name="Google Shape;175;p31">
            <a:extLst>
              <a:ext uri="{FF2B5EF4-FFF2-40B4-BE49-F238E27FC236}">
                <a16:creationId xmlns:a16="http://schemas.microsoft.com/office/drawing/2014/main" id="{D88D8921-9124-4917-ADF3-07AE5174CE10}"/>
              </a:ext>
            </a:extLst>
          </p:cNvPr>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GUI Toolkit</a:t>
            </a:r>
          </a:p>
        </p:txBody>
      </p:sp>
      <p:cxnSp>
        <p:nvCxnSpPr>
          <p:cNvPr id="45" name="Google Shape;177;p31">
            <a:extLst>
              <a:ext uri="{FF2B5EF4-FFF2-40B4-BE49-F238E27FC236}">
                <a16:creationId xmlns:a16="http://schemas.microsoft.com/office/drawing/2014/main" id="{D48A8F9E-D0FC-4C08-850F-5F29D60B8F25}"/>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pic>
        <p:nvPicPr>
          <p:cNvPr id="7" name="Graphique 6" descr="Fenêtre de navigateur">
            <a:extLst>
              <a:ext uri="{FF2B5EF4-FFF2-40B4-BE49-F238E27FC236}">
                <a16:creationId xmlns:a16="http://schemas.microsoft.com/office/drawing/2014/main" id="{30FD6ECD-6885-4339-9563-F925CE645E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02263" y="702127"/>
            <a:ext cx="6587474" cy="5949478"/>
          </a:xfrm>
          <a:prstGeom prst="rect">
            <a:avLst/>
          </a:prstGeom>
        </p:spPr>
      </p:pic>
      <p:graphicFrame>
        <p:nvGraphicFramePr>
          <p:cNvPr id="9" name="Diagramme 8">
            <a:extLst>
              <a:ext uri="{FF2B5EF4-FFF2-40B4-BE49-F238E27FC236}">
                <a16:creationId xmlns:a16="http://schemas.microsoft.com/office/drawing/2014/main" id="{E30AAF6F-DB14-4197-9635-07C44B5F748C}"/>
              </a:ext>
            </a:extLst>
          </p:cNvPr>
          <p:cNvGraphicFramePr/>
          <p:nvPr>
            <p:extLst>
              <p:ext uri="{D42A27DB-BD31-4B8C-83A1-F6EECF244321}">
                <p14:modId xmlns:p14="http://schemas.microsoft.com/office/powerpoint/2010/main" val="370718160"/>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052" name="Picture 4" descr="Python Tkinter Tutorial">
            <a:extLst>
              <a:ext uri="{FF2B5EF4-FFF2-40B4-BE49-F238E27FC236}">
                <a16:creationId xmlns:a16="http://schemas.microsoft.com/office/drawing/2014/main" id="{E631E036-4789-49B5-9697-858AD1AD889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2444" t="4223" r="42049" b="9204"/>
          <a:stretch/>
        </p:blipFill>
        <p:spPr bwMode="auto">
          <a:xfrm>
            <a:off x="5419389" y="2828855"/>
            <a:ext cx="1473758" cy="229241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CFF67615-42D1-483D-BB89-04301A9EC218}"/>
              </a:ext>
            </a:extLst>
          </p:cNvPr>
          <p:cNvSpPr txBox="1"/>
          <p:nvPr/>
        </p:nvSpPr>
        <p:spPr>
          <a:xfrm>
            <a:off x="4994031" y="5533185"/>
            <a:ext cx="2324474" cy="923330"/>
          </a:xfrm>
          <a:prstGeom prst="rect">
            <a:avLst/>
          </a:prstGeom>
          <a:noFill/>
        </p:spPr>
        <p:txBody>
          <a:bodyPr wrap="square">
            <a:spAutoFit/>
          </a:bodyPr>
          <a:lstStyle/>
          <a:p>
            <a:pPr lvl="0"/>
            <a:r>
              <a:rPr lang="fr-FR" sz="5400" b="1" dirty="0" err="1">
                <a:solidFill>
                  <a:srgbClr val="671213"/>
                </a:solidFill>
                <a:latin typeface="Bahnschrift Light" panose="020B0502040204020203" pitchFamily="34" charset="0"/>
              </a:rPr>
              <a:t>Tkinter</a:t>
            </a:r>
            <a:endParaRPr lang="fr-FR" sz="5400" b="1" dirty="0">
              <a:solidFill>
                <a:srgbClr val="671213"/>
              </a:solidFill>
              <a:latin typeface="Bahnschrift Light" panose="020B0502040204020203" pitchFamily="34" charset="0"/>
            </a:endParaRPr>
          </a:p>
        </p:txBody>
      </p:sp>
    </p:spTree>
    <p:extLst>
      <p:ext uri="{BB962C8B-B14F-4D97-AF65-F5344CB8AC3E}">
        <p14:creationId xmlns:p14="http://schemas.microsoft.com/office/powerpoint/2010/main" val="393321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9;p33">
            <a:extLst>
              <a:ext uri="{FF2B5EF4-FFF2-40B4-BE49-F238E27FC236}">
                <a16:creationId xmlns:a16="http://schemas.microsoft.com/office/drawing/2014/main" id="{518B4790-E95D-46CE-A0AB-06A6DF52AD11}"/>
              </a:ext>
            </a:extLst>
          </p:cNvPr>
          <p:cNvSpPr/>
          <p:nvPr/>
        </p:nvSpPr>
        <p:spPr>
          <a:xfrm>
            <a:off x="11668836" y="6589237"/>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Calibri"/>
              </a:rPr>
              <a:t>25</a:t>
            </a:r>
            <a:endParaRPr lang="fr-FR" sz="1600" b="1" kern="0" dirty="0">
              <a:solidFill>
                <a:srgbClr val="002060"/>
              </a:solidFill>
              <a:latin typeface="Times New Roman" panose="02020603050405020304" pitchFamily="18" charset="0"/>
              <a:ea typeface="Exo 2"/>
              <a:cs typeface="Times New Roman" panose="02020603050405020304" pitchFamily="18" charset="0"/>
              <a:sym typeface="Exo 2"/>
            </a:endParaRPr>
          </a:p>
        </p:txBody>
      </p:sp>
      <p:sp>
        <p:nvSpPr>
          <p:cNvPr id="33" name="Google Shape;175;p31">
            <a:extLst>
              <a:ext uri="{FF2B5EF4-FFF2-40B4-BE49-F238E27FC236}">
                <a16:creationId xmlns:a16="http://schemas.microsoft.com/office/drawing/2014/main" id="{D88D8921-9124-4917-ADF3-07AE5174CE10}"/>
              </a:ext>
            </a:extLst>
          </p:cNvPr>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Choix Technologiques</a:t>
            </a:r>
          </a:p>
        </p:txBody>
      </p:sp>
      <p:cxnSp>
        <p:nvCxnSpPr>
          <p:cNvPr id="45" name="Google Shape;177;p31">
            <a:extLst>
              <a:ext uri="{FF2B5EF4-FFF2-40B4-BE49-F238E27FC236}">
                <a16:creationId xmlns:a16="http://schemas.microsoft.com/office/drawing/2014/main" id="{D48A8F9E-D0FC-4C08-850F-5F29D60B8F25}"/>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graphicFrame>
        <p:nvGraphicFramePr>
          <p:cNvPr id="7" name="Diagramme 6">
            <a:extLst>
              <a:ext uri="{FF2B5EF4-FFF2-40B4-BE49-F238E27FC236}">
                <a16:creationId xmlns:a16="http://schemas.microsoft.com/office/drawing/2014/main" id="{64B854AF-DB1B-4C2C-B025-C7B3EABF663A}"/>
              </a:ext>
            </a:extLst>
          </p:cNvPr>
          <p:cNvGraphicFramePr/>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3" name="Groupe 12">
            <a:extLst>
              <a:ext uri="{FF2B5EF4-FFF2-40B4-BE49-F238E27FC236}">
                <a16:creationId xmlns:a16="http://schemas.microsoft.com/office/drawing/2014/main" id="{0EF2014E-A9E7-49AD-B8A8-EB707AA1DD57}"/>
              </a:ext>
            </a:extLst>
          </p:cNvPr>
          <p:cNvGrpSpPr/>
          <p:nvPr/>
        </p:nvGrpSpPr>
        <p:grpSpPr>
          <a:xfrm>
            <a:off x="268447" y="1625518"/>
            <a:ext cx="3748758" cy="542396"/>
            <a:chOff x="992041" y="545007"/>
            <a:chExt cx="3748758" cy="542396"/>
          </a:xfrm>
        </p:grpSpPr>
        <p:sp>
          <p:nvSpPr>
            <p:cNvPr id="14" name="Rectangle : coins arrondis 13">
              <a:extLst>
                <a:ext uri="{FF2B5EF4-FFF2-40B4-BE49-F238E27FC236}">
                  <a16:creationId xmlns:a16="http://schemas.microsoft.com/office/drawing/2014/main" id="{8D0342E8-F482-41CF-8ED8-E59A311C8773}"/>
                </a:ext>
              </a:extLst>
            </p:cNvPr>
            <p:cNvSpPr/>
            <p:nvPr/>
          </p:nvSpPr>
          <p:spPr>
            <a:xfrm>
              <a:off x="992041" y="545007"/>
              <a:ext cx="3748758" cy="542396"/>
            </a:xfrm>
            <a:prstGeom prst="roundRect">
              <a:avLst>
                <a:gd name="adj" fmla="val 10000"/>
              </a:avLst>
            </a:prstGeom>
            <a:ln>
              <a:solidFill>
                <a:srgbClr val="02366C"/>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5" name="Rectangle : coins arrondis 4">
              <a:extLst>
                <a:ext uri="{FF2B5EF4-FFF2-40B4-BE49-F238E27FC236}">
                  <a16:creationId xmlns:a16="http://schemas.microsoft.com/office/drawing/2014/main" id="{86FF6F1C-74D2-48F3-9CA9-37DC161D1A11}"/>
                </a:ext>
              </a:extLst>
            </p:cNvPr>
            <p:cNvSpPr txBox="1"/>
            <p:nvPr/>
          </p:nvSpPr>
          <p:spPr>
            <a:xfrm>
              <a:off x="1007927" y="560893"/>
              <a:ext cx="3716986" cy="510624"/>
            </a:xfrm>
            <a:prstGeom prst="rect">
              <a:avLst/>
            </a:prstGeom>
            <a:ln>
              <a:solidFill>
                <a:srgbClr val="02366C"/>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0" kern="1200" dirty="0">
                  <a:effectLst/>
                  <a:latin typeface="Arial" panose="020B0604020202020204" pitchFamily="34" charset="0"/>
                  <a:ea typeface="Arial" panose="020B0604020202020204" pitchFamily="34" charset="0"/>
                  <a:cs typeface="Arial" panose="020B0604020202020204" pitchFamily="34" charset="0"/>
                </a:rPr>
                <a:t>Télécharger et afficher le contenu des fichiers PDF</a:t>
              </a:r>
              <a:endParaRPr lang="fr-FR" sz="1800" b="0" kern="1200" dirty="0">
                <a:latin typeface="Arial" panose="020B0604020202020204" pitchFamily="34" charset="0"/>
                <a:cs typeface="Arial" panose="020B0604020202020204" pitchFamily="34" charset="0"/>
              </a:endParaRPr>
            </a:p>
          </p:txBody>
        </p:sp>
      </p:grpSp>
      <p:grpSp>
        <p:nvGrpSpPr>
          <p:cNvPr id="16" name="Groupe 15">
            <a:extLst>
              <a:ext uri="{FF2B5EF4-FFF2-40B4-BE49-F238E27FC236}">
                <a16:creationId xmlns:a16="http://schemas.microsoft.com/office/drawing/2014/main" id="{BFE8EF28-ACDE-4595-B2FB-C59690726878}"/>
              </a:ext>
            </a:extLst>
          </p:cNvPr>
          <p:cNvGrpSpPr/>
          <p:nvPr/>
        </p:nvGrpSpPr>
        <p:grpSpPr>
          <a:xfrm>
            <a:off x="4247577" y="1632367"/>
            <a:ext cx="3748758" cy="542396"/>
            <a:chOff x="822825" y="1932163"/>
            <a:chExt cx="3748758" cy="542396"/>
          </a:xfrm>
        </p:grpSpPr>
        <p:sp>
          <p:nvSpPr>
            <p:cNvPr id="17" name="Rectangle : coins arrondis 16">
              <a:extLst>
                <a:ext uri="{FF2B5EF4-FFF2-40B4-BE49-F238E27FC236}">
                  <a16:creationId xmlns:a16="http://schemas.microsoft.com/office/drawing/2014/main" id="{B57C639B-08DA-4907-80C8-2E2421E14678}"/>
                </a:ext>
              </a:extLst>
            </p:cNvPr>
            <p:cNvSpPr/>
            <p:nvPr/>
          </p:nvSpPr>
          <p:spPr>
            <a:xfrm>
              <a:off x="822825" y="1932163"/>
              <a:ext cx="3748758" cy="542396"/>
            </a:xfrm>
            <a:prstGeom prst="roundRect">
              <a:avLst>
                <a:gd name="adj" fmla="val 10000"/>
              </a:avLst>
            </a:prstGeom>
            <a:ln>
              <a:solidFill>
                <a:srgbClr val="02366C"/>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8" name="Rectangle : coins arrondis 4">
              <a:extLst>
                <a:ext uri="{FF2B5EF4-FFF2-40B4-BE49-F238E27FC236}">
                  <a16:creationId xmlns:a16="http://schemas.microsoft.com/office/drawing/2014/main" id="{DE3F2FA2-55FA-4B5F-9549-AA82EE676013}"/>
                </a:ext>
              </a:extLst>
            </p:cNvPr>
            <p:cNvSpPr txBox="1"/>
            <p:nvPr/>
          </p:nvSpPr>
          <p:spPr>
            <a:xfrm>
              <a:off x="838711" y="1948049"/>
              <a:ext cx="3716986" cy="510624"/>
            </a:xfrm>
            <a:prstGeom prst="rect">
              <a:avLst/>
            </a:prstGeom>
            <a:ln>
              <a:solidFill>
                <a:srgbClr val="02366C"/>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effectLst/>
                  <a:latin typeface="Arial" panose="020B0604020202020204" pitchFamily="34" charset="0"/>
                  <a:ea typeface="Arial" panose="020B0604020202020204" pitchFamily="34" charset="0"/>
                  <a:cs typeface="Arial" panose="020B0604020202020204" pitchFamily="34" charset="0"/>
                </a:rPr>
                <a:t>Conversion TTS</a:t>
              </a:r>
              <a:endParaRPr lang="fr-FR" sz="1800" b="0" kern="1200" dirty="0">
                <a:latin typeface="Arial" panose="020B0604020202020204" pitchFamily="34" charset="0"/>
                <a:cs typeface="Arial" panose="020B0604020202020204" pitchFamily="34" charset="0"/>
              </a:endParaRPr>
            </a:p>
          </p:txBody>
        </p:sp>
      </p:grpSp>
      <p:grpSp>
        <p:nvGrpSpPr>
          <p:cNvPr id="19" name="Groupe 18">
            <a:extLst>
              <a:ext uri="{FF2B5EF4-FFF2-40B4-BE49-F238E27FC236}">
                <a16:creationId xmlns:a16="http://schemas.microsoft.com/office/drawing/2014/main" id="{25C586A5-B3FA-41E1-8619-866421BFA068}"/>
              </a:ext>
            </a:extLst>
          </p:cNvPr>
          <p:cNvGrpSpPr/>
          <p:nvPr/>
        </p:nvGrpSpPr>
        <p:grpSpPr>
          <a:xfrm>
            <a:off x="8158909" y="1632367"/>
            <a:ext cx="3748758" cy="542396"/>
            <a:chOff x="822825" y="2569757"/>
            <a:chExt cx="3748758" cy="542396"/>
          </a:xfrm>
        </p:grpSpPr>
        <p:sp>
          <p:nvSpPr>
            <p:cNvPr id="20" name="Rectangle : coins arrondis 19">
              <a:extLst>
                <a:ext uri="{FF2B5EF4-FFF2-40B4-BE49-F238E27FC236}">
                  <a16:creationId xmlns:a16="http://schemas.microsoft.com/office/drawing/2014/main" id="{FB74DD3A-9BED-4932-A413-D65B001452FF}"/>
                </a:ext>
              </a:extLst>
            </p:cNvPr>
            <p:cNvSpPr/>
            <p:nvPr/>
          </p:nvSpPr>
          <p:spPr>
            <a:xfrm>
              <a:off x="822825" y="2569757"/>
              <a:ext cx="3748758" cy="542396"/>
            </a:xfrm>
            <a:prstGeom prst="roundRect">
              <a:avLst>
                <a:gd name="adj" fmla="val 10000"/>
              </a:avLst>
            </a:prstGeom>
            <a:ln>
              <a:solidFill>
                <a:srgbClr val="02366C"/>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1" name="Rectangle : coins arrondis 4">
              <a:extLst>
                <a:ext uri="{FF2B5EF4-FFF2-40B4-BE49-F238E27FC236}">
                  <a16:creationId xmlns:a16="http://schemas.microsoft.com/office/drawing/2014/main" id="{87582D51-9733-4EAA-840B-822C0291C688}"/>
                </a:ext>
              </a:extLst>
            </p:cNvPr>
            <p:cNvSpPr txBox="1"/>
            <p:nvPr/>
          </p:nvSpPr>
          <p:spPr>
            <a:xfrm>
              <a:off x="838711" y="2585643"/>
              <a:ext cx="3716986" cy="510624"/>
            </a:xfrm>
            <a:prstGeom prst="rect">
              <a:avLst/>
            </a:prstGeom>
            <a:ln>
              <a:solidFill>
                <a:srgbClr val="02366C"/>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effectLst/>
                  <a:latin typeface="Arial" panose="020B0604020202020204" pitchFamily="34" charset="0"/>
                  <a:ea typeface="Arial" panose="020B0604020202020204" pitchFamily="34" charset="0"/>
                  <a:cs typeface="Arial" panose="020B0604020202020204" pitchFamily="34" charset="0"/>
                </a:rPr>
                <a:t>Extraction du texte à partir des images	</a:t>
              </a:r>
              <a:endParaRPr lang="fr-FR" sz="1800" b="0" kern="1200" dirty="0">
                <a:latin typeface="Arial" panose="020B0604020202020204" pitchFamily="34" charset="0"/>
                <a:cs typeface="Arial" panose="020B0604020202020204" pitchFamily="34" charset="0"/>
              </a:endParaRPr>
            </a:p>
          </p:txBody>
        </p:sp>
      </p:grpSp>
      <p:grpSp>
        <p:nvGrpSpPr>
          <p:cNvPr id="22" name="Groupe 21">
            <a:extLst>
              <a:ext uri="{FF2B5EF4-FFF2-40B4-BE49-F238E27FC236}">
                <a16:creationId xmlns:a16="http://schemas.microsoft.com/office/drawing/2014/main" id="{689CE134-D1DF-4971-A4BD-04260045D01A}"/>
              </a:ext>
            </a:extLst>
          </p:cNvPr>
          <p:cNvGrpSpPr/>
          <p:nvPr/>
        </p:nvGrpSpPr>
        <p:grpSpPr>
          <a:xfrm>
            <a:off x="8158909" y="4095702"/>
            <a:ext cx="3748758" cy="557002"/>
            <a:chOff x="822825" y="3192745"/>
            <a:chExt cx="3748758" cy="557002"/>
          </a:xfrm>
        </p:grpSpPr>
        <p:sp>
          <p:nvSpPr>
            <p:cNvPr id="23" name="Rectangle : coins arrondis 22">
              <a:extLst>
                <a:ext uri="{FF2B5EF4-FFF2-40B4-BE49-F238E27FC236}">
                  <a16:creationId xmlns:a16="http://schemas.microsoft.com/office/drawing/2014/main" id="{0F1570E5-20CB-4191-A15F-481D7AFB93DC}"/>
                </a:ext>
              </a:extLst>
            </p:cNvPr>
            <p:cNvSpPr/>
            <p:nvPr/>
          </p:nvSpPr>
          <p:spPr>
            <a:xfrm>
              <a:off x="822825" y="3207351"/>
              <a:ext cx="3748758" cy="542396"/>
            </a:xfrm>
            <a:prstGeom prst="roundRect">
              <a:avLst>
                <a:gd name="adj" fmla="val 10000"/>
              </a:avLst>
            </a:prstGeom>
            <a:ln>
              <a:solidFill>
                <a:srgbClr val="02366C"/>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4" name="Rectangle : coins arrondis 4">
              <a:extLst>
                <a:ext uri="{FF2B5EF4-FFF2-40B4-BE49-F238E27FC236}">
                  <a16:creationId xmlns:a16="http://schemas.microsoft.com/office/drawing/2014/main" id="{3E10BE20-7106-422D-94F2-95D97770F5FB}"/>
                </a:ext>
              </a:extLst>
            </p:cNvPr>
            <p:cNvSpPr txBox="1"/>
            <p:nvPr/>
          </p:nvSpPr>
          <p:spPr>
            <a:xfrm>
              <a:off x="832658" y="3192745"/>
              <a:ext cx="3716986" cy="510624"/>
            </a:xfrm>
            <a:prstGeom prst="rect">
              <a:avLst/>
            </a:prstGeom>
            <a:ln>
              <a:solidFill>
                <a:srgbClr val="02366C"/>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effectLst/>
                  <a:latin typeface="Arial" panose="020B0604020202020204" pitchFamily="34" charset="0"/>
                  <a:ea typeface="Arial" panose="020B0604020202020204" pitchFamily="34" charset="0"/>
                  <a:cs typeface="Arial" panose="020B0604020202020204" pitchFamily="34" charset="0"/>
                </a:rPr>
                <a:t>Extraction d’audio à partir des vidéos</a:t>
              </a:r>
              <a:endParaRPr lang="fr-FR" sz="1800" b="0" kern="1200" dirty="0">
                <a:latin typeface="Arial" panose="020B0604020202020204" pitchFamily="34" charset="0"/>
                <a:cs typeface="Arial" panose="020B0604020202020204" pitchFamily="34" charset="0"/>
              </a:endParaRPr>
            </a:p>
          </p:txBody>
        </p:sp>
      </p:grpSp>
      <p:grpSp>
        <p:nvGrpSpPr>
          <p:cNvPr id="25" name="Groupe 24">
            <a:extLst>
              <a:ext uri="{FF2B5EF4-FFF2-40B4-BE49-F238E27FC236}">
                <a16:creationId xmlns:a16="http://schemas.microsoft.com/office/drawing/2014/main" id="{BE33FA03-3063-4ACC-B242-564CE0D1AD9A}"/>
              </a:ext>
            </a:extLst>
          </p:cNvPr>
          <p:cNvGrpSpPr/>
          <p:nvPr/>
        </p:nvGrpSpPr>
        <p:grpSpPr>
          <a:xfrm>
            <a:off x="4221621" y="4101912"/>
            <a:ext cx="3748758" cy="542396"/>
            <a:chOff x="822825" y="3844945"/>
            <a:chExt cx="3748758" cy="542396"/>
          </a:xfrm>
        </p:grpSpPr>
        <p:sp>
          <p:nvSpPr>
            <p:cNvPr id="26" name="Rectangle : coins arrondis 25">
              <a:extLst>
                <a:ext uri="{FF2B5EF4-FFF2-40B4-BE49-F238E27FC236}">
                  <a16:creationId xmlns:a16="http://schemas.microsoft.com/office/drawing/2014/main" id="{9224EA8A-C6DD-401E-9FC7-9C96D6EA322E}"/>
                </a:ext>
              </a:extLst>
            </p:cNvPr>
            <p:cNvSpPr/>
            <p:nvPr/>
          </p:nvSpPr>
          <p:spPr>
            <a:xfrm>
              <a:off x="822825" y="3844945"/>
              <a:ext cx="3748758" cy="542396"/>
            </a:xfrm>
            <a:prstGeom prst="roundRect">
              <a:avLst>
                <a:gd name="adj" fmla="val 10000"/>
              </a:avLst>
            </a:prstGeom>
            <a:ln>
              <a:solidFill>
                <a:srgbClr val="02366C"/>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7" name="Rectangle : coins arrondis 4">
              <a:extLst>
                <a:ext uri="{FF2B5EF4-FFF2-40B4-BE49-F238E27FC236}">
                  <a16:creationId xmlns:a16="http://schemas.microsoft.com/office/drawing/2014/main" id="{4A6CBF6C-C3F4-4E95-9BBA-339547C0FB7D}"/>
                </a:ext>
              </a:extLst>
            </p:cNvPr>
            <p:cNvSpPr txBox="1"/>
            <p:nvPr/>
          </p:nvSpPr>
          <p:spPr>
            <a:xfrm>
              <a:off x="838711" y="3860831"/>
              <a:ext cx="3716986" cy="510624"/>
            </a:xfrm>
            <a:prstGeom prst="rect">
              <a:avLst/>
            </a:prstGeom>
            <a:ln>
              <a:solidFill>
                <a:srgbClr val="02366C"/>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effectLst/>
                  <a:latin typeface="Arial" panose="020B0604020202020204" pitchFamily="34" charset="0"/>
                  <a:ea typeface="Arial" panose="020B0604020202020204" pitchFamily="34" charset="0"/>
                </a:rPr>
                <a:t>Utiliser un dictionnaire /traducteur</a:t>
              </a:r>
              <a:endParaRPr lang="fr-FR" sz="1800" b="0" kern="1200" dirty="0">
                <a:latin typeface="Arial" panose="020B0604020202020204" pitchFamily="34" charset="0"/>
                <a:cs typeface="Arial" panose="020B0604020202020204" pitchFamily="34" charset="0"/>
              </a:endParaRPr>
            </a:p>
          </p:txBody>
        </p:sp>
      </p:grpSp>
      <p:grpSp>
        <p:nvGrpSpPr>
          <p:cNvPr id="28" name="Groupe 27">
            <a:extLst>
              <a:ext uri="{FF2B5EF4-FFF2-40B4-BE49-F238E27FC236}">
                <a16:creationId xmlns:a16="http://schemas.microsoft.com/office/drawing/2014/main" id="{B3B14190-9F28-4846-8D94-B03164467754}"/>
              </a:ext>
            </a:extLst>
          </p:cNvPr>
          <p:cNvGrpSpPr/>
          <p:nvPr/>
        </p:nvGrpSpPr>
        <p:grpSpPr>
          <a:xfrm>
            <a:off x="306272" y="4079816"/>
            <a:ext cx="3748758" cy="542396"/>
            <a:chOff x="822825" y="4482539"/>
            <a:chExt cx="3748758" cy="542396"/>
          </a:xfrm>
        </p:grpSpPr>
        <p:sp>
          <p:nvSpPr>
            <p:cNvPr id="29" name="Rectangle : coins arrondis 28">
              <a:extLst>
                <a:ext uri="{FF2B5EF4-FFF2-40B4-BE49-F238E27FC236}">
                  <a16:creationId xmlns:a16="http://schemas.microsoft.com/office/drawing/2014/main" id="{0D89362F-AE5A-45D9-91DC-19F30776CF73}"/>
                </a:ext>
              </a:extLst>
            </p:cNvPr>
            <p:cNvSpPr/>
            <p:nvPr/>
          </p:nvSpPr>
          <p:spPr>
            <a:xfrm>
              <a:off x="822825" y="4482539"/>
              <a:ext cx="3748758" cy="542396"/>
            </a:xfrm>
            <a:prstGeom prst="roundRect">
              <a:avLst>
                <a:gd name="adj" fmla="val 10000"/>
              </a:avLst>
            </a:prstGeom>
            <a:ln>
              <a:solidFill>
                <a:srgbClr val="02366C"/>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0" name="Rectangle : coins arrondis 4">
              <a:extLst>
                <a:ext uri="{FF2B5EF4-FFF2-40B4-BE49-F238E27FC236}">
                  <a16:creationId xmlns:a16="http://schemas.microsoft.com/office/drawing/2014/main" id="{5F5C449F-C04C-4278-A7B1-0D70D0277D12}"/>
                </a:ext>
              </a:extLst>
            </p:cNvPr>
            <p:cNvSpPr txBox="1"/>
            <p:nvPr/>
          </p:nvSpPr>
          <p:spPr>
            <a:xfrm>
              <a:off x="838711" y="4498425"/>
              <a:ext cx="3716986" cy="510624"/>
            </a:xfrm>
            <a:prstGeom prst="rect">
              <a:avLst/>
            </a:prstGeom>
            <a:ln>
              <a:solidFill>
                <a:srgbClr val="02366C"/>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dirty="0">
                  <a:latin typeface="Arial" panose="020B0604020202020204" pitchFamily="34" charset="0"/>
                  <a:ea typeface="Arial" panose="020B0604020202020204" pitchFamily="34" charset="0"/>
                </a:rPr>
                <a:t>D</a:t>
              </a:r>
              <a:r>
                <a:rPr lang="fr-FR" sz="1800" kern="1200" dirty="0">
                  <a:effectLst/>
                  <a:latin typeface="Arial" panose="020B0604020202020204" pitchFamily="34" charset="0"/>
                  <a:ea typeface="Arial" panose="020B0604020202020204" pitchFamily="34" charset="0"/>
                </a:rPr>
                <a:t>icter et éditer des notes.</a:t>
              </a:r>
              <a:endParaRPr lang="fr-FR" sz="1800" b="0" kern="1200" dirty="0">
                <a:latin typeface="Arial" panose="020B0604020202020204" pitchFamily="34" charset="0"/>
                <a:cs typeface="Arial" panose="020B0604020202020204" pitchFamily="34" charset="0"/>
              </a:endParaRPr>
            </a:p>
          </p:txBody>
        </p:sp>
      </p:grpSp>
      <p:sp>
        <p:nvSpPr>
          <p:cNvPr id="36" name="Flèche : bas 35">
            <a:extLst>
              <a:ext uri="{FF2B5EF4-FFF2-40B4-BE49-F238E27FC236}">
                <a16:creationId xmlns:a16="http://schemas.microsoft.com/office/drawing/2014/main" id="{FB5A53EE-7F2A-462A-B290-D6620D907C50}"/>
              </a:ext>
            </a:extLst>
          </p:cNvPr>
          <p:cNvSpPr/>
          <p:nvPr/>
        </p:nvSpPr>
        <p:spPr>
          <a:xfrm>
            <a:off x="1979525" y="2183752"/>
            <a:ext cx="542611" cy="542396"/>
          </a:xfrm>
          <a:prstGeom prst="downArrow">
            <a:avLst/>
          </a:prstGeom>
          <a:solidFill>
            <a:srgbClr val="02366C"/>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41" name="Flèche : bas 40">
            <a:extLst>
              <a:ext uri="{FF2B5EF4-FFF2-40B4-BE49-F238E27FC236}">
                <a16:creationId xmlns:a16="http://schemas.microsoft.com/office/drawing/2014/main" id="{E55366D8-FCE0-4254-8BAF-72FFEDAB5AD6}"/>
              </a:ext>
            </a:extLst>
          </p:cNvPr>
          <p:cNvSpPr/>
          <p:nvPr/>
        </p:nvSpPr>
        <p:spPr>
          <a:xfrm>
            <a:off x="5850650" y="2174763"/>
            <a:ext cx="542611" cy="542396"/>
          </a:xfrm>
          <a:prstGeom prst="downArrow">
            <a:avLst/>
          </a:prstGeom>
          <a:solidFill>
            <a:srgbClr val="02366C"/>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42" name="Flèche : bas 41">
            <a:extLst>
              <a:ext uri="{FF2B5EF4-FFF2-40B4-BE49-F238E27FC236}">
                <a16:creationId xmlns:a16="http://schemas.microsoft.com/office/drawing/2014/main" id="{B871E746-A771-492F-A6FA-5BDF1C793DA4}"/>
              </a:ext>
            </a:extLst>
          </p:cNvPr>
          <p:cNvSpPr/>
          <p:nvPr/>
        </p:nvSpPr>
        <p:spPr>
          <a:xfrm>
            <a:off x="9755929" y="2183752"/>
            <a:ext cx="542611" cy="542396"/>
          </a:xfrm>
          <a:prstGeom prst="downArrow">
            <a:avLst/>
          </a:prstGeom>
          <a:solidFill>
            <a:srgbClr val="02366C"/>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43" name="Flèche : bas 42">
            <a:extLst>
              <a:ext uri="{FF2B5EF4-FFF2-40B4-BE49-F238E27FC236}">
                <a16:creationId xmlns:a16="http://schemas.microsoft.com/office/drawing/2014/main" id="{84FC5F45-ED31-4920-86E8-03B36F82F6BC}"/>
              </a:ext>
            </a:extLst>
          </p:cNvPr>
          <p:cNvSpPr/>
          <p:nvPr/>
        </p:nvSpPr>
        <p:spPr>
          <a:xfrm>
            <a:off x="1979525" y="4638050"/>
            <a:ext cx="542611" cy="542396"/>
          </a:xfrm>
          <a:prstGeom prst="downArrow">
            <a:avLst/>
          </a:prstGeom>
          <a:solidFill>
            <a:srgbClr val="02366C"/>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44" name="Flèche : bas 43">
            <a:extLst>
              <a:ext uri="{FF2B5EF4-FFF2-40B4-BE49-F238E27FC236}">
                <a16:creationId xmlns:a16="http://schemas.microsoft.com/office/drawing/2014/main" id="{D3B46EDA-A6CA-4CE9-B8B5-3142C4CAA208}"/>
              </a:ext>
            </a:extLst>
          </p:cNvPr>
          <p:cNvSpPr/>
          <p:nvPr/>
        </p:nvSpPr>
        <p:spPr>
          <a:xfrm>
            <a:off x="5866737" y="4638050"/>
            <a:ext cx="542611" cy="542396"/>
          </a:xfrm>
          <a:prstGeom prst="downArrow">
            <a:avLst/>
          </a:prstGeom>
          <a:solidFill>
            <a:srgbClr val="02366C"/>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46" name="Flèche : bas 45">
            <a:extLst>
              <a:ext uri="{FF2B5EF4-FFF2-40B4-BE49-F238E27FC236}">
                <a16:creationId xmlns:a16="http://schemas.microsoft.com/office/drawing/2014/main" id="{EB9D2800-1574-46FC-B43F-D6DA353102A5}"/>
              </a:ext>
            </a:extLst>
          </p:cNvPr>
          <p:cNvSpPr/>
          <p:nvPr/>
        </p:nvSpPr>
        <p:spPr>
          <a:xfrm>
            <a:off x="9755929" y="4667351"/>
            <a:ext cx="542611" cy="542396"/>
          </a:xfrm>
          <a:prstGeom prst="downArrow">
            <a:avLst/>
          </a:prstGeom>
          <a:solidFill>
            <a:srgbClr val="02366C"/>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47" name="ZoneTexte 46">
            <a:extLst>
              <a:ext uri="{FF2B5EF4-FFF2-40B4-BE49-F238E27FC236}">
                <a16:creationId xmlns:a16="http://schemas.microsoft.com/office/drawing/2014/main" id="{BA46C3D5-CEE7-43B5-AF93-FFA0ED9AC6A1}"/>
              </a:ext>
            </a:extLst>
          </p:cNvPr>
          <p:cNvSpPr txBox="1"/>
          <p:nvPr/>
        </p:nvSpPr>
        <p:spPr>
          <a:xfrm>
            <a:off x="5039459" y="5710309"/>
            <a:ext cx="2915034" cy="456535"/>
          </a:xfrm>
          <a:prstGeom prst="rect">
            <a:avLst/>
          </a:prstGeom>
          <a:noFill/>
        </p:spPr>
        <p:txBody>
          <a:bodyPr wrap="square">
            <a:spAutoFit/>
          </a:bodyPr>
          <a:lstStyle/>
          <a:p>
            <a:pPr marL="302260" marR="593090" algn="just">
              <a:lnSpc>
                <a:spcPct val="150000"/>
              </a:lnSpc>
              <a:spcBef>
                <a:spcPts val="0"/>
              </a:spcBef>
              <a:spcAft>
                <a:spcPts val="0"/>
              </a:spcAft>
            </a:pPr>
            <a:r>
              <a:rPr lang="fr-FR" sz="1800" b="1" dirty="0" err="1">
                <a:effectLst/>
                <a:latin typeface="Arial" panose="020B0604020202020204" pitchFamily="34" charset="0"/>
                <a:ea typeface="Arial" panose="020B0604020202020204" pitchFamily="34" charset="0"/>
              </a:rPr>
              <a:t>GoogleTrans</a:t>
            </a:r>
            <a:endParaRPr lang="fr-FR" sz="1600" dirty="0">
              <a:effectLst/>
              <a:latin typeface="Arial" panose="020B0604020202020204" pitchFamily="34" charset="0"/>
              <a:ea typeface="Arial" panose="020B0604020202020204" pitchFamily="34" charset="0"/>
            </a:endParaRPr>
          </a:p>
        </p:txBody>
      </p:sp>
      <p:sp>
        <p:nvSpPr>
          <p:cNvPr id="49" name="ZoneTexte 48">
            <a:extLst>
              <a:ext uri="{FF2B5EF4-FFF2-40B4-BE49-F238E27FC236}">
                <a16:creationId xmlns:a16="http://schemas.microsoft.com/office/drawing/2014/main" id="{8A3FA1D4-ED80-4EE6-8FF3-6733F3B5418E}"/>
              </a:ext>
            </a:extLst>
          </p:cNvPr>
          <p:cNvSpPr txBox="1"/>
          <p:nvPr/>
        </p:nvSpPr>
        <p:spPr>
          <a:xfrm>
            <a:off x="5323114" y="5389926"/>
            <a:ext cx="1660490" cy="369332"/>
          </a:xfrm>
          <a:prstGeom prst="rect">
            <a:avLst/>
          </a:prstGeom>
          <a:noFill/>
        </p:spPr>
        <p:txBody>
          <a:bodyPr wrap="square">
            <a:spAutoFit/>
          </a:bodyPr>
          <a:lstStyle/>
          <a:p>
            <a:r>
              <a:rPr lang="fr-FR" sz="1800" b="1" dirty="0" err="1">
                <a:effectLst/>
                <a:latin typeface="Arial" panose="020B0604020202020204" pitchFamily="34" charset="0"/>
                <a:ea typeface="Arial" panose="020B0604020202020204" pitchFamily="34" charset="0"/>
              </a:rPr>
              <a:t>PyDictionary</a:t>
            </a:r>
            <a:endParaRPr lang="fr-FR" dirty="0"/>
          </a:p>
        </p:txBody>
      </p:sp>
      <p:sp>
        <p:nvSpPr>
          <p:cNvPr id="51" name="ZoneTexte 50">
            <a:extLst>
              <a:ext uri="{FF2B5EF4-FFF2-40B4-BE49-F238E27FC236}">
                <a16:creationId xmlns:a16="http://schemas.microsoft.com/office/drawing/2014/main" id="{135C3BC9-2611-418E-8410-938CBADAA7EC}"/>
              </a:ext>
            </a:extLst>
          </p:cNvPr>
          <p:cNvSpPr txBox="1"/>
          <p:nvPr/>
        </p:nvSpPr>
        <p:spPr>
          <a:xfrm>
            <a:off x="9287424" y="2773203"/>
            <a:ext cx="1479620" cy="369332"/>
          </a:xfrm>
          <a:prstGeom prst="rect">
            <a:avLst/>
          </a:prstGeom>
          <a:noFill/>
        </p:spPr>
        <p:txBody>
          <a:bodyPr wrap="square">
            <a:spAutoFit/>
          </a:bodyPr>
          <a:lstStyle/>
          <a:p>
            <a:r>
              <a:rPr lang="fr-FR" sz="1800" b="1" dirty="0" err="1">
                <a:effectLst/>
                <a:latin typeface="Arial" panose="020B0604020202020204" pitchFamily="34" charset="0"/>
                <a:ea typeface="Arial" panose="020B0604020202020204" pitchFamily="34" charset="0"/>
              </a:rPr>
              <a:t>Pytesseract</a:t>
            </a:r>
            <a:endParaRPr lang="fr-FR" dirty="0"/>
          </a:p>
        </p:txBody>
      </p:sp>
      <p:sp>
        <p:nvSpPr>
          <p:cNvPr id="53" name="ZoneTexte 52">
            <a:extLst>
              <a:ext uri="{FF2B5EF4-FFF2-40B4-BE49-F238E27FC236}">
                <a16:creationId xmlns:a16="http://schemas.microsoft.com/office/drawing/2014/main" id="{340D0408-9EF4-4F15-84F8-3236587F6885}"/>
              </a:ext>
            </a:extLst>
          </p:cNvPr>
          <p:cNvSpPr txBox="1"/>
          <p:nvPr/>
        </p:nvSpPr>
        <p:spPr>
          <a:xfrm>
            <a:off x="5403501" y="3074482"/>
            <a:ext cx="1700684" cy="369332"/>
          </a:xfrm>
          <a:prstGeom prst="rect">
            <a:avLst/>
          </a:prstGeom>
          <a:noFill/>
        </p:spPr>
        <p:txBody>
          <a:bodyPr wrap="square">
            <a:spAutoFit/>
          </a:bodyPr>
          <a:lstStyle/>
          <a:p>
            <a:r>
              <a:rPr lang="fr-FR" sz="1800" b="1" dirty="0">
                <a:effectLst/>
                <a:latin typeface="Arial" panose="020B0604020202020204" pitchFamily="34" charset="0"/>
                <a:ea typeface="Arial" panose="020B0604020202020204" pitchFamily="34" charset="0"/>
              </a:rPr>
              <a:t>Fitz (</a:t>
            </a:r>
            <a:r>
              <a:rPr lang="fr-FR" sz="1800" b="1" dirty="0" err="1">
                <a:effectLst/>
                <a:latin typeface="Arial" panose="020B0604020202020204" pitchFamily="34" charset="0"/>
                <a:ea typeface="Arial" panose="020B0604020202020204" pitchFamily="34" charset="0"/>
              </a:rPr>
              <a:t>MuPDF</a:t>
            </a:r>
            <a:r>
              <a:rPr lang="fr-FR" sz="1800" b="1" dirty="0">
                <a:effectLst/>
                <a:latin typeface="Arial" panose="020B0604020202020204" pitchFamily="34" charset="0"/>
                <a:ea typeface="Arial" panose="020B0604020202020204" pitchFamily="34" charset="0"/>
              </a:rPr>
              <a:t>) </a:t>
            </a:r>
            <a:endParaRPr lang="fr-FR" dirty="0"/>
          </a:p>
        </p:txBody>
      </p:sp>
      <p:sp>
        <p:nvSpPr>
          <p:cNvPr id="55" name="ZoneTexte 54">
            <a:extLst>
              <a:ext uri="{FF2B5EF4-FFF2-40B4-BE49-F238E27FC236}">
                <a16:creationId xmlns:a16="http://schemas.microsoft.com/office/drawing/2014/main" id="{85B4A5B5-D208-4C71-B49A-5443B99BD16C}"/>
              </a:ext>
            </a:extLst>
          </p:cNvPr>
          <p:cNvSpPr txBox="1"/>
          <p:nvPr/>
        </p:nvSpPr>
        <p:spPr>
          <a:xfrm>
            <a:off x="5403501" y="2735715"/>
            <a:ext cx="1700684" cy="369332"/>
          </a:xfrm>
          <a:prstGeom prst="rect">
            <a:avLst/>
          </a:prstGeom>
          <a:noFill/>
        </p:spPr>
        <p:txBody>
          <a:bodyPr wrap="square">
            <a:spAutoFit/>
          </a:bodyPr>
          <a:lstStyle/>
          <a:p>
            <a:r>
              <a:rPr lang="fr-FR" sz="1800" b="1" dirty="0" err="1">
                <a:effectLst/>
                <a:latin typeface="Arial" panose="020B0604020202020204" pitchFamily="34" charset="0"/>
                <a:ea typeface="Arial" panose="020B0604020202020204" pitchFamily="34" charset="0"/>
              </a:rPr>
              <a:t>gTTs</a:t>
            </a:r>
            <a:r>
              <a:rPr lang="fr-FR" sz="1800" b="1" dirty="0">
                <a:effectLst/>
                <a:latin typeface="Arial" panose="020B0604020202020204" pitchFamily="34" charset="0"/>
                <a:ea typeface="Arial" panose="020B0604020202020204" pitchFamily="34" charset="0"/>
              </a:rPr>
              <a:t>/Pyttsx3 </a:t>
            </a:r>
            <a:endParaRPr lang="fr-FR" dirty="0"/>
          </a:p>
        </p:txBody>
      </p:sp>
      <p:sp>
        <p:nvSpPr>
          <p:cNvPr id="57" name="ZoneTexte 56">
            <a:extLst>
              <a:ext uri="{FF2B5EF4-FFF2-40B4-BE49-F238E27FC236}">
                <a16:creationId xmlns:a16="http://schemas.microsoft.com/office/drawing/2014/main" id="{CF1FBE15-CA63-4A61-87B8-EC82E343BDED}"/>
              </a:ext>
            </a:extLst>
          </p:cNvPr>
          <p:cNvSpPr txBox="1"/>
          <p:nvPr/>
        </p:nvSpPr>
        <p:spPr>
          <a:xfrm>
            <a:off x="9455284" y="5389926"/>
            <a:ext cx="1311760" cy="369332"/>
          </a:xfrm>
          <a:prstGeom prst="rect">
            <a:avLst/>
          </a:prstGeom>
          <a:noFill/>
        </p:spPr>
        <p:txBody>
          <a:bodyPr wrap="square">
            <a:spAutoFit/>
          </a:bodyPr>
          <a:lstStyle/>
          <a:p>
            <a:r>
              <a:rPr lang="fr-FR" sz="1800" b="1" dirty="0" err="1">
                <a:effectLst/>
                <a:latin typeface="Arial" panose="020B0604020202020204" pitchFamily="34" charset="0"/>
                <a:ea typeface="Arial" panose="020B0604020202020204" pitchFamily="34" charset="0"/>
              </a:rPr>
              <a:t>MoviePy</a:t>
            </a:r>
            <a:endParaRPr lang="fr-FR" dirty="0"/>
          </a:p>
        </p:txBody>
      </p:sp>
      <p:sp>
        <p:nvSpPr>
          <p:cNvPr id="59" name="ZoneTexte 58">
            <a:extLst>
              <a:ext uri="{FF2B5EF4-FFF2-40B4-BE49-F238E27FC236}">
                <a16:creationId xmlns:a16="http://schemas.microsoft.com/office/drawing/2014/main" id="{C96FFB67-50F7-40DA-A452-C273A3C3468C}"/>
              </a:ext>
            </a:extLst>
          </p:cNvPr>
          <p:cNvSpPr txBox="1"/>
          <p:nvPr/>
        </p:nvSpPr>
        <p:spPr>
          <a:xfrm>
            <a:off x="1156898" y="5317084"/>
            <a:ext cx="2451798" cy="369332"/>
          </a:xfrm>
          <a:prstGeom prst="rect">
            <a:avLst/>
          </a:prstGeom>
          <a:noFill/>
        </p:spPr>
        <p:txBody>
          <a:bodyPr wrap="square">
            <a:spAutoFit/>
          </a:bodyPr>
          <a:lstStyle/>
          <a:p>
            <a:r>
              <a:rPr lang="fr-FR" sz="1800" b="1" dirty="0">
                <a:effectLst/>
                <a:latin typeface="Arial" panose="020B0604020202020204" pitchFamily="34" charset="0"/>
                <a:ea typeface="Arial" panose="020B0604020202020204" pitchFamily="34" charset="0"/>
              </a:rPr>
              <a:t>Speech Recognition </a:t>
            </a:r>
            <a:endParaRPr lang="fr-FR" dirty="0"/>
          </a:p>
        </p:txBody>
      </p:sp>
      <p:sp>
        <p:nvSpPr>
          <p:cNvPr id="61" name="ZoneTexte 60">
            <a:extLst>
              <a:ext uri="{FF2B5EF4-FFF2-40B4-BE49-F238E27FC236}">
                <a16:creationId xmlns:a16="http://schemas.microsoft.com/office/drawing/2014/main" id="{4D7415C8-3EE4-46B0-A2B2-2689855E15F0}"/>
              </a:ext>
            </a:extLst>
          </p:cNvPr>
          <p:cNvSpPr txBox="1"/>
          <p:nvPr/>
        </p:nvSpPr>
        <p:spPr>
          <a:xfrm>
            <a:off x="1737427" y="3218316"/>
            <a:ext cx="1269918" cy="369332"/>
          </a:xfrm>
          <a:prstGeom prst="rect">
            <a:avLst/>
          </a:prstGeom>
          <a:noFill/>
        </p:spPr>
        <p:txBody>
          <a:bodyPr wrap="square">
            <a:spAutoFit/>
          </a:bodyPr>
          <a:lstStyle/>
          <a:p>
            <a:r>
              <a:rPr lang="fr-FR" sz="1800" b="1" dirty="0" err="1">
                <a:effectLst/>
                <a:latin typeface="Arial" panose="020B0604020202020204" pitchFamily="34" charset="0"/>
                <a:ea typeface="Arial" panose="020B0604020202020204" pitchFamily="34" charset="0"/>
              </a:rPr>
              <a:t>TextBlob</a:t>
            </a:r>
            <a:endParaRPr lang="fr-FR" dirty="0"/>
          </a:p>
        </p:txBody>
      </p:sp>
      <p:sp>
        <p:nvSpPr>
          <p:cNvPr id="63" name="ZoneTexte 62">
            <a:extLst>
              <a:ext uri="{FF2B5EF4-FFF2-40B4-BE49-F238E27FC236}">
                <a16:creationId xmlns:a16="http://schemas.microsoft.com/office/drawing/2014/main" id="{706C8F8F-5826-4AF8-84FE-003EFB7223BB}"/>
              </a:ext>
            </a:extLst>
          </p:cNvPr>
          <p:cNvSpPr txBox="1"/>
          <p:nvPr/>
        </p:nvSpPr>
        <p:spPr>
          <a:xfrm>
            <a:off x="1783301" y="2845906"/>
            <a:ext cx="1178170" cy="369332"/>
          </a:xfrm>
          <a:prstGeom prst="rect">
            <a:avLst/>
          </a:prstGeom>
          <a:noFill/>
        </p:spPr>
        <p:txBody>
          <a:bodyPr wrap="square">
            <a:spAutoFit/>
          </a:bodyPr>
          <a:lstStyle/>
          <a:p>
            <a:r>
              <a:rPr lang="fr-FR" sz="1800" b="1" dirty="0">
                <a:effectLst/>
                <a:latin typeface="Arial" panose="020B0604020202020204" pitchFamily="34" charset="0"/>
                <a:ea typeface="Arial" panose="020B0604020202020204" pitchFamily="34" charset="0"/>
              </a:rPr>
              <a:t>PyPDF2</a:t>
            </a:r>
            <a:endParaRPr lang="fr-FR" dirty="0"/>
          </a:p>
        </p:txBody>
      </p:sp>
      <p:sp>
        <p:nvSpPr>
          <p:cNvPr id="64" name="ZoneTexte 63">
            <a:extLst>
              <a:ext uri="{FF2B5EF4-FFF2-40B4-BE49-F238E27FC236}">
                <a16:creationId xmlns:a16="http://schemas.microsoft.com/office/drawing/2014/main" id="{F9F6CDFF-1E49-4B3A-97D1-73FD8C0DD560}"/>
              </a:ext>
            </a:extLst>
          </p:cNvPr>
          <p:cNvSpPr txBox="1"/>
          <p:nvPr/>
        </p:nvSpPr>
        <p:spPr>
          <a:xfrm>
            <a:off x="1740315" y="5716084"/>
            <a:ext cx="1269918" cy="369332"/>
          </a:xfrm>
          <a:prstGeom prst="rect">
            <a:avLst/>
          </a:prstGeom>
          <a:noFill/>
        </p:spPr>
        <p:txBody>
          <a:bodyPr wrap="square">
            <a:spAutoFit/>
          </a:bodyPr>
          <a:lstStyle/>
          <a:p>
            <a:r>
              <a:rPr lang="fr-FR" sz="1800" b="1" dirty="0" err="1">
                <a:effectLst/>
                <a:latin typeface="Arial" panose="020B0604020202020204" pitchFamily="34" charset="0"/>
                <a:ea typeface="Arial" panose="020B0604020202020204" pitchFamily="34" charset="0"/>
              </a:rPr>
              <a:t>TextBlob</a:t>
            </a:r>
            <a:endParaRPr lang="fr-FR" dirty="0"/>
          </a:p>
        </p:txBody>
      </p:sp>
    </p:spTree>
    <p:extLst>
      <p:ext uri="{BB962C8B-B14F-4D97-AF65-F5344CB8AC3E}">
        <p14:creationId xmlns:p14="http://schemas.microsoft.com/office/powerpoint/2010/main" val="3850814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3000"/>
            <a:lum/>
          </a:blip>
          <a:srcRect/>
          <a:stretch>
            <a:fillRect l="-1000" r="-1000"/>
          </a:stretch>
        </a:blipFill>
        <a:effectLst/>
      </p:bgPr>
    </p:bg>
    <p:spTree>
      <p:nvGrpSpPr>
        <p:cNvPr id="1" name="Shape 250"/>
        <p:cNvGrpSpPr/>
        <p:nvPr/>
      </p:nvGrpSpPr>
      <p:grpSpPr>
        <a:xfrm>
          <a:off x="0" y="0"/>
          <a:ext cx="0" cy="0"/>
          <a:chOff x="0" y="0"/>
          <a:chExt cx="0" cy="0"/>
        </a:xfrm>
      </p:grpSpPr>
      <p:sp>
        <p:nvSpPr>
          <p:cNvPr id="74"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Exo 2"/>
              </a:rPr>
              <a:t>26</a:t>
            </a:r>
          </a:p>
        </p:txBody>
      </p:sp>
      <p:sp>
        <p:nvSpPr>
          <p:cNvPr id="7" name="Google Shape;124;p24"/>
          <p:cNvSpPr/>
          <p:nvPr/>
        </p:nvSpPr>
        <p:spPr>
          <a:xfrm rot="5400000" flipH="1">
            <a:off x="2515414" y="399079"/>
            <a:ext cx="2078644" cy="7126479"/>
          </a:xfrm>
          <a:custGeom>
            <a:avLst/>
            <a:gdLst>
              <a:gd name="connsiteX0" fmla="*/ 0 w 2849068"/>
              <a:gd name="connsiteY0" fmla="*/ 0 h 5825450"/>
              <a:gd name="connsiteX1" fmla="*/ 2849068 w 2849068"/>
              <a:gd name="connsiteY1" fmla="*/ 0 h 5825450"/>
              <a:gd name="connsiteX2" fmla="*/ 2849068 w 2849068"/>
              <a:gd name="connsiteY2" fmla="*/ 5825450 h 5825450"/>
              <a:gd name="connsiteX3" fmla="*/ 0 w 2849068"/>
              <a:gd name="connsiteY3" fmla="*/ 5825450 h 5825450"/>
              <a:gd name="connsiteX4" fmla="*/ 0 w 2849068"/>
              <a:gd name="connsiteY4" fmla="*/ 0 h 5825450"/>
              <a:gd name="connsiteX0" fmla="*/ 0 w 2925268"/>
              <a:gd name="connsiteY0" fmla="*/ 0 h 5825450"/>
              <a:gd name="connsiteX1" fmla="*/ 2925268 w 2925268"/>
              <a:gd name="connsiteY1" fmla="*/ 1153886 h 5825450"/>
              <a:gd name="connsiteX2" fmla="*/ 2849068 w 2925268"/>
              <a:gd name="connsiteY2" fmla="*/ 5825450 h 5825450"/>
              <a:gd name="connsiteX3" fmla="*/ 0 w 2925268"/>
              <a:gd name="connsiteY3" fmla="*/ 5825450 h 5825450"/>
              <a:gd name="connsiteX4" fmla="*/ 0 w 2925268"/>
              <a:gd name="connsiteY4" fmla="*/ 0 h 5825450"/>
              <a:gd name="connsiteX0" fmla="*/ 0 w 5156839"/>
              <a:gd name="connsiteY0" fmla="*/ 0 h 5825450"/>
              <a:gd name="connsiteX1" fmla="*/ 2925268 w 5156839"/>
              <a:gd name="connsiteY1" fmla="*/ 1153886 h 5825450"/>
              <a:gd name="connsiteX2" fmla="*/ 5156839 w 5156839"/>
              <a:gd name="connsiteY2" fmla="*/ 5825450 h 5825450"/>
              <a:gd name="connsiteX3" fmla="*/ 0 w 5156839"/>
              <a:gd name="connsiteY3" fmla="*/ 5825450 h 5825450"/>
              <a:gd name="connsiteX4" fmla="*/ 0 w 5156839"/>
              <a:gd name="connsiteY4" fmla="*/ 0 h 5825450"/>
              <a:gd name="connsiteX0" fmla="*/ 0 w 5156839"/>
              <a:gd name="connsiteY0" fmla="*/ 0 h 5825450"/>
              <a:gd name="connsiteX1" fmla="*/ 5145957 w 5156839"/>
              <a:gd name="connsiteY1" fmla="*/ 1034143 h 5825450"/>
              <a:gd name="connsiteX2" fmla="*/ 5156839 w 5156839"/>
              <a:gd name="connsiteY2" fmla="*/ 5825450 h 5825450"/>
              <a:gd name="connsiteX3" fmla="*/ 0 w 5156839"/>
              <a:gd name="connsiteY3" fmla="*/ 5825450 h 5825450"/>
              <a:gd name="connsiteX4" fmla="*/ 0 w 5156839"/>
              <a:gd name="connsiteY4" fmla="*/ 0 h 5825450"/>
              <a:gd name="connsiteX0" fmla="*/ 0 w 5185868"/>
              <a:gd name="connsiteY0" fmla="*/ 0 h 6347967"/>
              <a:gd name="connsiteX1" fmla="*/ 5174986 w 5185868"/>
              <a:gd name="connsiteY1" fmla="*/ 1556660 h 6347967"/>
              <a:gd name="connsiteX2" fmla="*/ 5185868 w 5185868"/>
              <a:gd name="connsiteY2" fmla="*/ 6347967 h 6347967"/>
              <a:gd name="connsiteX3" fmla="*/ 29029 w 5185868"/>
              <a:gd name="connsiteY3" fmla="*/ 6347967 h 6347967"/>
              <a:gd name="connsiteX4" fmla="*/ 0 w 5185868"/>
              <a:gd name="connsiteY4" fmla="*/ 0 h 6347967"/>
              <a:gd name="connsiteX0" fmla="*/ 0 w 5185868"/>
              <a:gd name="connsiteY0" fmla="*/ 0 h 6347967"/>
              <a:gd name="connsiteX1" fmla="*/ 5078346 w 5185868"/>
              <a:gd name="connsiteY1" fmla="*/ 1565356 h 6347967"/>
              <a:gd name="connsiteX2" fmla="*/ 5185868 w 5185868"/>
              <a:gd name="connsiteY2" fmla="*/ 6347967 h 6347967"/>
              <a:gd name="connsiteX3" fmla="*/ 29029 w 5185868"/>
              <a:gd name="connsiteY3" fmla="*/ 6347967 h 6347967"/>
              <a:gd name="connsiteX4" fmla="*/ 0 w 5185868"/>
              <a:gd name="connsiteY4" fmla="*/ 0 h 6347967"/>
              <a:gd name="connsiteX0" fmla="*/ 0 w 5464942"/>
              <a:gd name="connsiteY0" fmla="*/ 0 h 6347967"/>
              <a:gd name="connsiteX1" fmla="*/ 5464910 w 5464942"/>
              <a:gd name="connsiteY1" fmla="*/ 495767 h 6347967"/>
              <a:gd name="connsiteX2" fmla="*/ 5185868 w 5464942"/>
              <a:gd name="connsiteY2" fmla="*/ 6347967 h 6347967"/>
              <a:gd name="connsiteX3" fmla="*/ 29029 w 5464942"/>
              <a:gd name="connsiteY3" fmla="*/ 6347967 h 6347967"/>
              <a:gd name="connsiteX4" fmla="*/ 0 w 5464942"/>
              <a:gd name="connsiteY4" fmla="*/ 0 h 6347967"/>
              <a:gd name="connsiteX0" fmla="*/ 0 w 5368316"/>
              <a:gd name="connsiteY0" fmla="*/ 0 h 6347967"/>
              <a:gd name="connsiteX1" fmla="*/ 5368267 w 5368316"/>
              <a:gd name="connsiteY1" fmla="*/ 538617 h 6347967"/>
              <a:gd name="connsiteX2" fmla="*/ 5185868 w 5368316"/>
              <a:gd name="connsiteY2" fmla="*/ 6347967 h 6347967"/>
              <a:gd name="connsiteX3" fmla="*/ 29029 w 5368316"/>
              <a:gd name="connsiteY3" fmla="*/ 6347967 h 6347967"/>
              <a:gd name="connsiteX4" fmla="*/ 0 w 5368316"/>
              <a:gd name="connsiteY4" fmla="*/ 0 h 6347967"/>
              <a:gd name="connsiteX0" fmla="*/ -3 w 5368316"/>
              <a:gd name="connsiteY0" fmla="*/ 0 h 6369392"/>
              <a:gd name="connsiteX1" fmla="*/ 5368267 w 5368316"/>
              <a:gd name="connsiteY1" fmla="*/ 560042 h 6369392"/>
              <a:gd name="connsiteX2" fmla="*/ 5185868 w 5368316"/>
              <a:gd name="connsiteY2" fmla="*/ 6369392 h 6369392"/>
              <a:gd name="connsiteX3" fmla="*/ 29029 w 5368316"/>
              <a:gd name="connsiteY3" fmla="*/ 6369392 h 6369392"/>
              <a:gd name="connsiteX4" fmla="*/ -3 w 5368316"/>
              <a:gd name="connsiteY4" fmla="*/ 0 h 6369392"/>
              <a:gd name="connsiteX0" fmla="*/ 0 w 5368536"/>
              <a:gd name="connsiteY0" fmla="*/ 0 h 6394392"/>
              <a:gd name="connsiteX1" fmla="*/ 5368270 w 5368536"/>
              <a:gd name="connsiteY1" fmla="*/ 560042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035027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685006 h 6394392"/>
              <a:gd name="connsiteX2" fmla="*/ 5340733 w 5368536"/>
              <a:gd name="connsiteY2" fmla="*/ 6394392 h 6394392"/>
              <a:gd name="connsiteX3" fmla="*/ 29032 w 5368536"/>
              <a:gd name="connsiteY3" fmla="*/ 6369392 h 6394392"/>
              <a:gd name="connsiteX4" fmla="*/ 0 w 5368536"/>
              <a:gd name="connsiteY4" fmla="*/ 0 h 639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536" h="6394392">
                <a:moveTo>
                  <a:pt x="0" y="0"/>
                </a:moveTo>
                <a:lnTo>
                  <a:pt x="5368270" y="1685006"/>
                </a:lnTo>
                <a:cubicBezTo>
                  <a:pt x="5371897" y="3282108"/>
                  <a:pt x="5337106" y="4797290"/>
                  <a:pt x="5340733" y="6394392"/>
                </a:cubicBezTo>
                <a:lnTo>
                  <a:pt x="29032" y="6369392"/>
                </a:lnTo>
                <a:lnTo>
                  <a:pt x="0" y="0"/>
                </a:lnTo>
                <a:close/>
              </a:path>
            </a:pathLst>
          </a:custGeom>
          <a:solidFill>
            <a:srgbClr val="002060">
              <a:alpha val="80000"/>
            </a:srgbClr>
          </a:solidFill>
          <a:ln>
            <a:noFill/>
          </a:ln>
          <a:effectLst>
            <a:outerShdw blurRad="50800" dist="50800" dir="5400000" algn="ctr" rotWithShape="0">
              <a:srgbClr val="0070C0">
                <a:alpha val="51000"/>
              </a:srgbClr>
            </a:outerShdw>
          </a:effectLst>
        </p:spPr>
        <p:txBody>
          <a:bodyPr spcFirstLastPara="1" wrap="square" lIns="121900" tIns="121900" rIns="121900" bIns="121900" anchor="ctr" anchorCtr="0">
            <a:noAutofit/>
          </a:bodyPr>
          <a:lstStyle/>
          <a:p>
            <a:pPr latinLnBrk="1"/>
            <a:endParaRPr sz="2400">
              <a:solidFill>
                <a:prstClr val="black"/>
              </a:solidFill>
              <a:latin typeface="맑은 고딕"/>
            </a:endParaRPr>
          </a:p>
        </p:txBody>
      </p:sp>
      <p:sp>
        <p:nvSpPr>
          <p:cNvPr id="79" name="Google Shape;215;p34"/>
          <p:cNvSpPr txBox="1">
            <a:spLocks noGrp="1"/>
          </p:cNvSpPr>
          <p:nvPr>
            <p:ph type="ctrTitle"/>
          </p:nvPr>
        </p:nvSpPr>
        <p:spPr>
          <a:xfrm flipH="1">
            <a:off x="449704" y="2922996"/>
            <a:ext cx="5171605" cy="2078645"/>
          </a:xfrm>
          <a:prstGeom prst="rect">
            <a:avLst/>
          </a:prstGeom>
        </p:spPr>
        <p:txBody>
          <a:bodyPr spcFirstLastPara="1" wrap="square" lIns="121900" tIns="121900" rIns="121900" bIns="121900" anchor="ctr" anchorCtr="0">
            <a:noAutofit/>
          </a:bodyPr>
          <a:lstStyle/>
          <a:p>
            <a:pPr algn="l"/>
            <a:r>
              <a:rPr lang="fr-FR" sz="4000" dirty="0">
                <a:solidFill>
                  <a:schemeClr val="bg1"/>
                </a:solidFill>
                <a:latin typeface="Times New Roman" panose="02020603050405020304" pitchFamily="18" charset="0"/>
                <a:cs typeface="Times New Roman" panose="02020603050405020304" pitchFamily="18" charset="0"/>
              </a:rPr>
              <a:t>Tests et validation</a:t>
            </a:r>
            <a:endParaRPr sz="2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4730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9;p33">
            <a:extLst>
              <a:ext uri="{FF2B5EF4-FFF2-40B4-BE49-F238E27FC236}">
                <a16:creationId xmlns:a16="http://schemas.microsoft.com/office/drawing/2014/main" id="{518B4790-E95D-46CE-A0AB-06A6DF52AD11}"/>
              </a:ext>
            </a:extLst>
          </p:cNvPr>
          <p:cNvSpPr/>
          <p:nvPr/>
        </p:nvSpPr>
        <p:spPr>
          <a:xfrm>
            <a:off x="11668836" y="6589237"/>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Calibri"/>
              </a:rPr>
              <a:t>27</a:t>
            </a:r>
            <a:endParaRPr lang="fr-FR" sz="1600" b="1" kern="0" dirty="0">
              <a:solidFill>
                <a:srgbClr val="002060"/>
              </a:solidFill>
              <a:latin typeface="Times New Roman" panose="02020603050405020304" pitchFamily="18" charset="0"/>
              <a:ea typeface="Exo 2"/>
              <a:cs typeface="Times New Roman" panose="02020603050405020304" pitchFamily="18" charset="0"/>
              <a:sym typeface="Exo 2"/>
            </a:endParaRPr>
          </a:p>
        </p:txBody>
      </p:sp>
      <p:sp>
        <p:nvSpPr>
          <p:cNvPr id="33" name="Google Shape;175;p31">
            <a:extLst>
              <a:ext uri="{FF2B5EF4-FFF2-40B4-BE49-F238E27FC236}">
                <a16:creationId xmlns:a16="http://schemas.microsoft.com/office/drawing/2014/main" id="{D88D8921-9124-4917-ADF3-07AE5174CE10}"/>
              </a:ext>
            </a:extLst>
          </p:cNvPr>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Interface principale </a:t>
            </a:r>
          </a:p>
        </p:txBody>
      </p:sp>
      <p:cxnSp>
        <p:nvCxnSpPr>
          <p:cNvPr id="45" name="Google Shape;177;p31">
            <a:extLst>
              <a:ext uri="{FF2B5EF4-FFF2-40B4-BE49-F238E27FC236}">
                <a16:creationId xmlns:a16="http://schemas.microsoft.com/office/drawing/2014/main" id="{D48A8F9E-D0FC-4C08-850F-5F29D60B8F25}"/>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sp>
        <p:nvSpPr>
          <p:cNvPr id="7" name="Google Shape;175;p31">
            <a:extLst>
              <a:ext uri="{FF2B5EF4-FFF2-40B4-BE49-F238E27FC236}">
                <a16:creationId xmlns:a16="http://schemas.microsoft.com/office/drawing/2014/main" id="{DA3FB74F-9AA8-4B55-91C5-5E5517222A48}"/>
              </a:ext>
            </a:extLst>
          </p:cNvPr>
          <p:cNvSpPr txBox="1">
            <a:spLocks/>
          </p:cNvSpPr>
          <p:nvPr/>
        </p:nvSpPr>
        <p:spPr>
          <a:xfrm flipH="1">
            <a:off x="-3" y="1241873"/>
            <a:ext cx="12192002"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sz="2800" kern="0" dirty="0">
                <a:solidFill>
                  <a:srgbClr val="003366"/>
                </a:solidFill>
                <a:latin typeface="Times New Roman" panose="02020603050405020304" pitchFamily="18" charset="0"/>
                <a:cs typeface="Times New Roman" panose="02020603050405020304" pitchFamily="18" charset="0"/>
              </a:rPr>
              <a:t>“ </a:t>
            </a:r>
            <a:r>
              <a:rPr lang="fr-FR" sz="2800" dirty="0">
                <a:solidFill>
                  <a:schemeClr val="tx1"/>
                </a:solidFill>
                <a:latin typeface="Times New Roman" panose="02020603050405020304" pitchFamily="18" charset="0"/>
                <a:cs typeface="Times New Roman" panose="02020603050405020304" pitchFamily="18" charset="0"/>
              </a:rPr>
              <a:t>PDF </a:t>
            </a:r>
            <a:r>
              <a:rPr lang="fr-FR" sz="2800" dirty="0" err="1">
                <a:solidFill>
                  <a:schemeClr val="tx1"/>
                </a:solidFill>
                <a:latin typeface="Times New Roman" panose="02020603050405020304" pitchFamily="18" charset="0"/>
                <a:cs typeface="Times New Roman" panose="02020603050405020304" pitchFamily="18" charset="0"/>
              </a:rPr>
              <a:t>Upolader</a:t>
            </a:r>
            <a:r>
              <a:rPr lang="fr-FR" sz="2800" kern="0" dirty="0">
                <a:solidFill>
                  <a:srgbClr val="003366"/>
                </a:solidFill>
                <a:latin typeface="Times New Roman" panose="02020603050405020304" pitchFamily="18" charset="0"/>
                <a:cs typeface="Times New Roman" panose="02020603050405020304" pitchFamily="18" charset="0"/>
              </a:rPr>
              <a:t> ”</a:t>
            </a:r>
            <a:r>
              <a:rPr lang="fr-FR" sz="2800" dirty="0">
                <a:solidFill>
                  <a:schemeClr val="tx1"/>
                </a:solidFill>
                <a:latin typeface="Times New Roman" panose="02020603050405020304" pitchFamily="18" charset="0"/>
                <a:cs typeface="Times New Roman" panose="02020603050405020304" pitchFamily="18" charset="0"/>
              </a:rPr>
              <a:t>, </a:t>
            </a:r>
            <a:r>
              <a:rPr lang="fr-FR" sz="2800" kern="0" dirty="0">
                <a:solidFill>
                  <a:srgbClr val="003366"/>
                </a:solidFill>
                <a:latin typeface="Times New Roman" panose="02020603050405020304" pitchFamily="18" charset="0"/>
                <a:cs typeface="Times New Roman" panose="02020603050405020304" pitchFamily="18" charset="0"/>
              </a:rPr>
              <a:t>“ </a:t>
            </a:r>
            <a:r>
              <a:rPr lang="fr-FR" sz="2800" dirty="0">
                <a:solidFill>
                  <a:schemeClr val="tx1"/>
                </a:solidFill>
                <a:latin typeface="Times New Roman" panose="02020603050405020304" pitchFamily="18" charset="0"/>
                <a:cs typeface="Times New Roman" panose="02020603050405020304" pitchFamily="18" charset="0"/>
              </a:rPr>
              <a:t>Image Screening</a:t>
            </a:r>
            <a:r>
              <a:rPr lang="fr-FR" sz="2800" kern="0" dirty="0">
                <a:solidFill>
                  <a:srgbClr val="003366"/>
                </a:solidFill>
                <a:latin typeface="Times New Roman" panose="02020603050405020304" pitchFamily="18" charset="0"/>
                <a:cs typeface="Times New Roman" panose="02020603050405020304" pitchFamily="18" charset="0"/>
              </a:rPr>
              <a:t>”</a:t>
            </a:r>
            <a:r>
              <a:rPr lang="fr-FR" sz="2800" dirty="0">
                <a:solidFill>
                  <a:schemeClr val="tx1"/>
                </a:solidFill>
                <a:latin typeface="Times New Roman" panose="02020603050405020304" pitchFamily="18" charset="0"/>
                <a:cs typeface="Times New Roman" panose="02020603050405020304" pitchFamily="18" charset="0"/>
              </a:rPr>
              <a:t> ;</a:t>
            </a:r>
            <a:r>
              <a:rPr lang="fr-FR" sz="2800" kern="0" dirty="0">
                <a:solidFill>
                  <a:srgbClr val="003366"/>
                </a:solidFill>
                <a:latin typeface="Times New Roman" panose="02020603050405020304" pitchFamily="18" charset="0"/>
                <a:cs typeface="Times New Roman" panose="02020603050405020304" pitchFamily="18" charset="0"/>
              </a:rPr>
              <a:t>“ </a:t>
            </a:r>
            <a:r>
              <a:rPr lang="fr-FR" sz="2800" dirty="0" err="1">
                <a:solidFill>
                  <a:schemeClr val="tx1"/>
                </a:solidFill>
                <a:latin typeface="Times New Roman" panose="02020603050405020304" pitchFamily="18" charset="0"/>
                <a:cs typeface="Times New Roman" panose="02020603050405020304" pitchFamily="18" charset="0"/>
              </a:rPr>
              <a:t>Audiobooks</a:t>
            </a:r>
            <a:r>
              <a:rPr lang="fr-FR" sz="2800" kern="0" dirty="0">
                <a:solidFill>
                  <a:srgbClr val="003366"/>
                </a:solidFill>
                <a:latin typeface="Times New Roman" panose="02020603050405020304" pitchFamily="18" charset="0"/>
                <a:cs typeface="Times New Roman" panose="02020603050405020304" pitchFamily="18" charset="0"/>
              </a:rPr>
              <a:t>”</a:t>
            </a:r>
            <a:r>
              <a:rPr lang="fr-FR" sz="2800" dirty="0">
                <a:solidFill>
                  <a:schemeClr val="tx1"/>
                </a:solidFill>
                <a:latin typeface="Times New Roman" panose="02020603050405020304" pitchFamily="18" charset="0"/>
                <a:cs typeface="Times New Roman" panose="02020603050405020304" pitchFamily="18" charset="0"/>
              </a:rPr>
              <a:t> et </a:t>
            </a:r>
            <a:r>
              <a:rPr lang="fr-FR" sz="2800" kern="0" dirty="0">
                <a:solidFill>
                  <a:srgbClr val="003366"/>
                </a:solidFill>
                <a:latin typeface="Times New Roman" panose="02020603050405020304" pitchFamily="18" charset="0"/>
                <a:cs typeface="Times New Roman" panose="02020603050405020304" pitchFamily="18" charset="0"/>
              </a:rPr>
              <a:t>“ </a:t>
            </a:r>
            <a:r>
              <a:rPr lang="fr-FR" sz="2800" dirty="0" err="1">
                <a:solidFill>
                  <a:schemeClr val="tx1"/>
                </a:solidFill>
                <a:latin typeface="Times New Roman" panose="02020603050405020304" pitchFamily="18" charset="0"/>
                <a:cs typeface="Times New Roman" panose="02020603050405020304" pitchFamily="18" charset="0"/>
              </a:rPr>
              <a:t>Video</a:t>
            </a:r>
            <a:r>
              <a:rPr lang="fr-FR" sz="2800" dirty="0">
                <a:solidFill>
                  <a:schemeClr val="tx1"/>
                </a:solidFill>
                <a:latin typeface="Times New Roman" panose="02020603050405020304" pitchFamily="18" charset="0"/>
                <a:cs typeface="Times New Roman" panose="02020603050405020304" pitchFamily="18" charset="0"/>
              </a:rPr>
              <a:t> To Audio</a:t>
            </a:r>
            <a:r>
              <a:rPr lang="fr-FR" sz="2800" kern="0" dirty="0">
                <a:solidFill>
                  <a:srgbClr val="003366"/>
                </a:solidFill>
                <a:latin typeface="Times New Roman" panose="02020603050405020304" pitchFamily="18" charset="0"/>
                <a:cs typeface="Times New Roman" panose="02020603050405020304" pitchFamily="18" charset="0"/>
              </a:rPr>
              <a:t>”</a:t>
            </a:r>
            <a:r>
              <a:rPr lang="fr-FR" sz="2800" dirty="0">
                <a:solidFill>
                  <a:schemeClr val="tx1"/>
                </a:solidFill>
                <a:latin typeface="Times New Roman" panose="02020603050405020304" pitchFamily="18" charset="0"/>
                <a:cs typeface="Times New Roman" panose="02020603050405020304" pitchFamily="18" charset="0"/>
              </a:rPr>
              <a:t>:</a:t>
            </a:r>
            <a:endParaRPr lang="fr-FR" sz="2400" kern="0" dirty="0">
              <a:solidFill>
                <a:schemeClr val="tx1"/>
              </a:solidFill>
              <a:latin typeface="Times New Roman" panose="02020603050405020304" pitchFamily="18" charset="0"/>
              <a:cs typeface="Times New Roman" panose="02020603050405020304" pitchFamily="18" charset="0"/>
            </a:endParaRPr>
          </a:p>
        </p:txBody>
      </p:sp>
      <p:pic>
        <p:nvPicPr>
          <p:cNvPr id="6" name="Image 5">
            <a:extLst>
              <a:ext uri="{FF2B5EF4-FFF2-40B4-BE49-F238E27FC236}">
                <a16:creationId xmlns:a16="http://schemas.microsoft.com/office/drawing/2014/main" id="{A3698071-86B9-41A7-B2EF-6EC17CC05290}"/>
              </a:ext>
            </a:extLst>
          </p:cNvPr>
          <p:cNvPicPr>
            <a:picLocks noChangeAspect="1"/>
          </p:cNvPicPr>
          <p:nvPr/>
        </p:nvPicPr>
        <p:blipFill rotWithShape="1">
          <a:blip r:embed="rId2">
            <a:extLst>
              <a:ext uri="{28A0092B-C50C-407E-A947-70E740481C1C}">
                <a14:useLocalDpi xmlns:a14="http://schemas.microsoft.com/office/drawing/2010/main" val="0"/>
              </a:ext>
            </a:extLst>
          </a:blip>
          <a:srcRect t="1014"/>
          <a:stretch/>
        </p:blipFill>
        <p:spPr>
          <a:xfrm>
            <a:off x="4053683" y="1994338"/>
            <a:ext cx="4136546" cy="4551681"/>
          </a:xfrm>
          <a:prstGeom prst="rect">
            <a:avLst/>
          </a:prstGeom>
        </p:spPr>
      </p:pic>
      <p:graphicFrame>
        <p:nvGraphicFramePr>
          <p:cNvPr id="12" name="Diagramme 11">
            <a:extLst>
              <a:ext uri="{FF2B5EF4-FFF2-40B4-BE49-F238E27FC236}">
                <a16:creationId xmlns:a16="http://schemas.microsoft.com/office/drawing/2014/main" id="{0EE4E865-28BD-4875-BECA-93FA26E7D58E}"/>
              </a:ext>
            </a:extLst>
          </p:cNvPr>
          <p:cNvGraphicFramePr/>
          <p:nvPr>
            <p:extLst>
              <p:ext uri="{D42A27DB-BD31-4B8C-83A1-F6EECF244321}">
                <p14:modId xmlns:p14="http://schemas.microsoft.com/office/powerpoint/2010/main" val="3650828390"/>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28783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9;p33">
            <a:extLst>
              <a:ext uri="{FF2B5EF4-FFF2-40B4-BE49-F238E27FC236}">
                <a16:creationId xmlns:a16="http://schemas.microsoft.com/office/drawing/2014/main" id="{518B4790-E95D-46CE-A0AB-06A6DF52AD11}"/>
              </a:ext>
            </a:extLst>
          </p:cNvPr>
          <p:cNvSpPr/>
          <p:nvPr/>
        </p:nvSpPr>
        <p:spPr>
          <a:xfrm>
            <a:off x="11668836" y="6589237"/>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Calibri"/>
              </a:rPr>
              <a:t>28</a:t>
            </a:r>
            <a:endParaRPr lang="fr-FR" sz="1600" b="1" kern="0" dirty="0">
              <a:solidFill>
                <a:srgbClr val="002060"/>
              </a:solidFill>
              <a:latin typeface="Times New Roman" panose="02020603050405020304" pitchFamily="18" charset="0"/>
              <a:ea typeface="Exo 2"/>
              <a:cs typeface="Times New Roman" panose="02020603050405020304" pitchFamily="18" charset="0"/>
              <a:sym typeface="Exo 2"/>
            </a:endParaRPr>
          </a:p>
        </p:txBody>
      </p:sp>
      <p:sp>
        <p:nvSpPr>
          <p:cNvPr id="33" name="Google Shape;175;p31">
            <a:extLst>
              <a:ext uri="{FF2B5EF4-FFF2-40B4-BE49-F238E27FC236}">
                <a16:creationId xmlns:a16="http://schemas.microsoft.com/office/drawing/2014/main" id="{D88D8921-9124-4917-ADF3-07AE5174CE10}"/>
              </a:ext>
            </a:extLst>
          </p:cNvPr>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Interface principale </a:t>
            </a:r>
          </a:p>
        </p:txBody>
      </p:sp>
      <p:cxnSp>
        <p:nvCxnSpPr>
          <p:cNvPr id="45" name="Google Shape;177;p31">
            <a:extLst>
              <a:ext uri="{FF2B5EF4-FFF2-40B4-BE49-F238E27FC236}">
                <a16:creationId xmlns:a16="http://schemas.microsoft.com/office/drawing/2014/main" id="{D48A8F9E-D0FC-4C08-850F-5F29D60B8F25}"/>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sp>
        <p:nvSpPr>
          <p:cNvPr id="7" name="Google Shape;175;p31">
            <a:extLst>
              <a:ext uri="{FF2B5EF4-FFF2-40B4-BE49-F238E27FC236}">
                <a16:creationId xmlns:a16="http://schemas.microsoft.com/office/drawing/2014/main" id="{DA3FB74F-9AA8-4B55-91C5-5E5517222A48}"/>
              </a:ext>
            </a:extLst>
          </p:cNvPr>
          <p:cNvSpPr txBox="1">
            <a:spLocks/>
          </p:cNvSpPr>
          <p:nvPr/>
        </p:nvSpPr>
        <p:spPr>
          <a:xfrm flipH="1">
            <a:off x="-3" y="1241873"/>
            <a:ext cx="1789892"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sz="2800" kern="0" dirty="0">
                <a:solidFill>
                  <a:srgbClr val="003366"/>
                </a:solidFill>
                <a:latin typeface="Times New Roman" panose="02020603050405020304" pitchFamily="18" charset="0"/>
                <a:cs typeface="Times New Roman" panose="02020603050405020304" pitchFamily="18" charset="0"/>
              </a:rPr>
              <a:t>“ </a:t>
            </a:r>
            <a:r>
              <a:rPr lang="fr-FR" sz="2800" dirty="0">
                <a:solidFill>
                  <a:schemeClr val="tx1"/>
                </a:solidFill>
                <a:latin typeface="Times New Roman" panose="02020603050405020304" pitchFamily="18" charset="0"/>
                <a:cs typeface="Times New Roman" panose="02020603050405020304" pitchFamily="18" charset="0"/>
              </a:rPr>
              <a:t>TTS</a:t>
            </a:r>
            <a:r>
              <a:rPr lang="fr-FR" sz="2800" kern="0" dirty="0">
                <a:solidFill>
                  <a:srgbClr val="003366"/>
                </a:solidFill>
                <a:latin typeface="Times New Roman" panose="02020603050405020304" pitchFamily="18" charset="0"/>
                <a:cs typeface="Times New Roman" panose="02020603050405020304" pitchFamily="18" charset="0"/>
              </a:rPr>
              <a:t>”</a:t>
            </a:r>
            <a:r>
              <a:rPr lang="fr-FR" sz="2800" dirty="0">
                <a:solidFill>
                  <a:schemeClr val="tx1"/>
                </a:solidFill>
                <a:latin typeface="Times New Roman" panose="02020603050405020304" pitchFamily="18" charset="0"/>
                <a:cs typeface="Times New Roman" panose="02020603050405020304" pitchFamily="18" charset="0"/>
              </a:rPr>
              <a:t>:</a:t>
            </a:r>
            <a:endParaRPr lang="fr-FR" sz="2400" kern="0" dirty="0">
              <a:solidFill>
                <a:schemeClr val="tx1"/>
              </a:solidFill>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E1EB3181-A833-4C7B-9C32-DEDB7B29E272}"/>
              </a:ext>
            </a:extLst>
          </p:cNvPr>
          <p:cNvPicPr>
            <a:picLocks noChangeAspect="1"/>
          </p:cNvPicPr>
          <p:nvPr/>
        </p:nvPicPr>
        <p:blipFill rotWithShape="1">
          <a:blip r:embed="rId2">
            <a:extLst>
              <a:ext uri="{28A0092B-C50C-407E-A947-70E740481C1C}">
                <a14:useLocalDpi xmlns:a14="http://schemas.microsoft.com/office/drawing/2010/main" val="0"/>
              </a:ext>
            </a:extLst>
          </a:blip>
          <a:srcRect t="2307"/>
          <a:stretch/>
        </p:blipFill>
        <p:spPr>
          <a:xfrm>
            <a:off x="3262134" y="1947720"/>
            <a:ext cx="6245977" cy="4208153"/>
          </a:xfrm>
          <a:prstGeom prst="rect">
            <a:avLst/>
          </a:prstGeom>
        </p:spPr>
      </p:pic>
      <p:graphicFrame>
        <p:nvGraphicFramePr>
          <p:cNvPr id="11" name="Diagramme 10">
            <a:extLst>
              <a:ext uri="{FF2B5EF4-FFF2-40B4-BE49-F238E27FC236}">
                <a16:creationId xmlns:a16="http://schemas.microsoft.com/office/drawing/2014/main" id="{CB813485-261B-4AE7-AA46-01756F693D0C}"/>
              </a:ext>
            </a:extLst>
          </p:cNvPr>
          <p:cNvGraphicFramePr/>
          <p:nvPr>
            <p:extLst>
              <p:ext uri="{D42A27DB-BD31-4B8C-83A1-F6EECF244321}">
                <p14:modId xmlns:p14="http://schemas.microsoft.com/office/powerpoint/2010/main" val="230218901"/>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45201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9;p33">
            <a:extLst>
              <a:ext uri="{FF2B5EF4-FFF2-40B4-BE49-F238E27FC236}">
                <a16:creationId xmlns:a16="http://schemas.microsoft.com/office/drawing/2014/main" id="{518B4790-E95D-46CE-A0AB-06A6DF52AD11}"/>
              </a:ext>
            </a:extLst>
          </p:cNvPr>
          <p:cNvSpPr/>
          <p:nvPr/>
        </p:nvSpPr>
        <p:spPr>
          <a:xfrm>
            <a:off x="11668836" y="6589237"/>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Calibri"/>
              </a:rPr>
              <a:t>29</a:t>
            </a:r>
            <a:endParaRPr lang="fr-FR" sz="1600" b="1" kern="0" dirty="0">
              <a:solidFill>
                <a:srgbClr val="002060"/>
              </a:solidFill>
              <a:latin typeface="Times New Roman" panose="02020603050405020304" pitchFamily="18" charset="0"/>
              <a:ea typeface="Exo 2"/>
              <a:cs typeface="Times New Roman" panose="02020603050405020304" pitchFamily="18" charset="0"/>
              <a:sym typeface="Exo 2"/>
            </a:endParaRPr>
          </a:p>
        </p:txBody>
      </p:sp>
      <p:sp>
        <p:nvSpPr>
          <p:cNvPr id="33" name="Google Shape;175;p31">
            <a:extLst>
              <a:ext uri="{FF2B5EF4-FFF2-40B4-BE49-F238E27FC236}">
                <a16:creationId xmlns:a16="http://schemas.microsoft.com/office/drawing/2014/main" id="{D88D8921-9124-4917-ADF3-07AE5174CE10}"/>
              </a:ext>
            </a:extLst>
          </p:cNvPr>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Interface principale </a:t>
            </a:r>
          </a:p>
        </p:txBody>
      </p:sp>
      <p:cxnSp>
        <p:nvCxnSpPr>
          <p:cNvPr id="45" name="Google Shape;177;p31">
            <a:extLst>
              <a:ext uri="{FF2B5EF4-FFF2-40B4-BE49-F238E27FC236}">
                <a16:creationId xmlns:a16="http://schemas.microsoft.com/office/drawing/2014/main" id="{D48A8F9E-D0FC-4C08-850F-5F29D60B8F25}"/>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sp>
        <p:nvSpPr>
          <p:cNvPr id="7" name="Google Shape;175;p31">
            <a:extLst>
              <a:ext uri="{FF2B5EF4-FFF2-40B4-BE49-F238E27FC236}">
                <a16:creationId xmlns:a16="http://schemas.microsoft.com/office/drawing/2014/main" id="{DA3FB74F-9AA8-4B55-91C5-5E5517222A48}"/>
              </a:ext>
            </a:extLst>
          </p:cNvPr>
          <p:cNvSpPr txBox="1">
            <a:spLocks/>
          </p:cNvSpPr>
          <p:nvPr/>
        </p:nvSpPr>
        <p:spPr>
          <a:xfrm flipH="1">
            <a:off x="-4" y="1241873"/>
            <a:ext cx="3962403"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sz="2800" kern="0" dirty="0">
                <a:solidFill>
                  <a:srgbClr val="003366"/>
                </a:solidFill>
                <a:latin typeface="Times New Roman" panose="02020603050405020304" pitchFamily="18" charset="0"/>
                <a:cs typeface="Times New Roman" panose="02020603050405020304" pitchFamily="18" charset="0"/>
              </a:rPr>
              <a:t>“ </a:t>
            </a:r>
            <a:r>
              <a:rPr lang="fr-FR" sz="2800" dirty="0">
                <a:solidFill>
                  <a:schemeClr val="tx1"/>
                </a:solidFill>
                <a:latin typeface="Times New Roman" panose="02020603050405020304" pitchFamily="18" charset="0"/>
                <a:cs typeface="Times New Roman" panose="02020603050405020304" pitchFamily="18" charset="0"/>
              </a:rPr>
              <a:t>Translate </a:t>
            </a:r>
            <a:r>
              <a:rPr lang="fr-FR" sz="2800" dirty="0" err="1">
                <a:solidFill>
                  <a:schemeClr val="tx1"/>
                </a:solidFill>
                <a:latin typeface="Times New Roman" panose="02020603050405020304" pitchFamily="18" charset="0"/>
                <a:cs typeface="Times New Roman" panose="02020603050405020304" pitchFamily="18" charset="0"/>
              </a:rPr>
              <a:t>words</a:t>
            </a:r>
            <a:r>
              <a:rPr lang="fr-FR" sz="2800" kern="0" dirty="0">
                <a:solidFill>
                  <a:srgbClr val="003366"/>
                </a:solidFill>
                <a:latin typeface="Times New Roman" panose="02020603050405020304" pitchFamily="18" charset="0"/>
                <a:cs typeface="Times New Roman" panose="02020603050405020304" pitchFamily="18" charset="0"/>
              </a:rPr>
              <a:t>”</a:t>
            </a:r>
            <a:r>
              <a:rPr lang="fr-FR" sz="2800" dirty="0">
                <a:solidFill>
                  <a:schemeClr val="tx1"/>
                </a:solidFill>
                <a:latin typeface="Times New Roman" panose="02020603050405020304" pitchFamily="18" charset="0"/>
                <a:cs typeface="Times New Roman" panose="02020603050405020304" pitchFamily="18" charset="0"/>
              </a:rPr>
              <a:t>:</a:t>
            </a:r>
            <a:endParaRPr lang="fr-FR" sz="2400" kern="0" dirty="0">
              <a:solidFill>
                <a:schemeClr val="tx1"/>
              </a:solidFill>
              <a:latin typeface="Times New Roman" panose="02020603050405020304" pitchFamily="18" charset="0"/>
              <a:cs typeface="Times New Roman" panose="02020603050405020304" pitchFamily="18" charset="0"/>
            </a:endParaRPr>
          </a:p>
        </p:txBody>
      </p:sp>
      <p:pic>
        <p:nvPicPr>
          <p:cNvPr id="5" name="Image 4">
            <a:extLst>
              <a:ext uri="{FF2B5EF4-FFF2-40B4-BE49-F238E27FC236}">
                <a16:creationId xmlns:a16="http://schemas.microsoft.com/office/drawing/2014/main" id="{1935507F-613D-4077-9ABB-A3638023A8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3377" y="1594796"/>
            <a:ext cx="5226755" cy="4680850"/>
          </a:xfrm>
          <a:prstGeom prst="rect">
            <a:avLst/>
          </a:prstGeom>
        </p:spPr>
      </p:pic>
      <p:graphicFrame>
        <p:nvGraphicFramePr>
          <p:cNvPr id="11" name="Diagramme 10">
            <a:extLst>
              <a:ext uri="{FF2B5EF4-FFF2-40B4-BE49-F238E27FC236}">
                <a16:creationId xmlns:a16="http://schemas.microsoft.com/office/drawing/2014/main" id="{44477AC5-9A7E-4D8E-941D-F9CE0BACAC2E}"/>
              </a:ext>
            </a:extLst>
          </p:cNvPr>
          <p:cNvGraphicFramePr/>
          <p:nvPr>
            <p:extLst>
              <p:ext uri="{D42A27DB-BD31-4B8C-83A1-F6EECF244321}">
                <p14:modId xmlns:p14="http://schemas.microsoft.com/office/powerpoint/2010/main" val="634439447"/>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411609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9;p33">
            <a:extLst>
              <a:ext uri="{FF2B5EF4-FFF2-40B4-BE49-F238E27FC236}">
                <a16:creationId xmlns:a16="http://schemas.microsoft.com/office/drawing/2014/main" id="{518B4790-E95D-46CE-A0AB-06A6DF52AD11}"/>
              </a:ext>
            </a:extLst>
          </p:cNvPr>
          <p:cNvSpPr/>
          <p:nvPr/>
        </p:nvSpPr>
        <p:spPr>
          <a:xfrm>
            <a:off x="11668836" y="6589237"/>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Calibri"/>
              </a:rPr>
              <a:t>30</a:t>
            </a:r>
            <a:endParaRPr lang="fr-FR" sz="1600" b="1" kern="0" dirty="0">
              <a:solidFill>
                <a:srgbClr val="002060"/>
              </a:solidFill>
              <a:latin typeface="Times New Roman" panose="02020603050405020304" pitchFamily="18" charset="0"/>
              <a:ea typeface="Exo 2"/>
              <a:cs typeface="Times New Roman" panose="02020603050405020304" pitchFamily="18" charset="0"/>
              <a:sym typeface="Exo 2"/>
            </a:endParaRPr>
          </a:p>
        </p:txBody>
      </p:sp>
      <p:sp>
        <p:nvSpPr>
          <p:cNvPr id="33" name="Google Shape;175;p31">
            <a:extLst>
              <a:ext uri="{FF2B5EF4-FFF2-40B4-BE49-F238E27FC236}">
                <a16:creationId xmlns:a16="http://schemas.microsoft.com/office/drawing/2014/main" id="{D88D8921-9124-4917-ADF3-07AE5174CE10}"/>
              </a:ext>
            </a:extLst>
          </p:cNvPr>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Interface principale </a:t>
            </a:r>
          </a:p>
        </p:txBody>
      </p:sp>
      <p:cxnSp>
        <p:nvCxnSpPr>
          <p:cNvPr id="45" name="Google Shape;177;p31">
            <a:extLst>
              <a:ext uri="{FF2B5EF4-FFF2-40B4-BE49-F238E27FC236}">
                <a16:creationId xmlns:a16="http://schemas.microsoft.com/office/drawing/2014/main" id="{D48A8F9E-D0FC-4C08-850F-5F29D60B8F25}"/>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sp>
        <p:nvSpPr>
          <p:cNvPr id="7" name="Google Shape;175;p31">
            <a:extLst>
              <a:ext uri="{FF2B5EF4-FFF2-40B4-BE49-F238E27FC236}">
                <a16:creationId xmlns:a16="http://schemas.microsoft.com/office/drawing/2014/main" id="{DA3FB74F-9AA8-4B55-91C5-5E5517222A48}"/>
              </a:ext>
            </a:extLst>
          </p:cNvPr>
          <p:cNvSpPr txBox="1">
            <a:spLocks/>
          </p:cNvSpPr>
          <p:nvPr/>
        </p:nvSpPr>
        <p:spPr>
          <a:xfrm flipH="1">
            <a:off x="-4" y="1241873"/>
            <a:ext cx="3962403"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sz="2800" kern="0" dirty="0">
                <a:solidFill>
                  <a:srgbClr val="003366"/>
                </a:solidFill>
                <a:latin typeface="Times New Roman" panose="02020603050405020304" pitchFamily="18" charset="0"/>
                <a:cs typeface="Times New Roman" panose="02020603050405020304" pitchFamily="18" charset="0"/>
              </a:rPr>
              <a:t>“ </a:t>
            </a:r>
            <a:r>
              <a:rPr lang="fr-FR" sz="2800" dirty="0" err="1">
                <a:solidFill>
                  <a:schemeClr val="tx1"/>
                </a:solidFill>
                <a:latin typeface="Times New Roman" panose="02020603050405020304" pitchFamily="18" charset="0"/>
                <a:cs typeface="Times New Roman" panose="02020603050405020304" pitchFamily="18" charset="0"/>
              </a:rPr>
              <a:t>Dictionary</a:t>
            </a:r>
            <a:r>
              <a:rPr lang="fr-FR" sz="2800" kern="0" dirty="0">
                <a:solidFill>
                  <a:srgbClr val="003366"/>
                </a:solidFill>
                <a:latin typeface="Times New Roman" panose="02020603050405020304" pitchFamily="18" charset="0"/>
                <a:cs typeface="Times New Roman" panose="02020603050405020304" pitchFamily="18" charset="0"/>
              </a:rPr>
              <a:t>”</a:t>
            </a:r>
            <a:r>
              <a:rPr lang="fr-FR" sz="2800" dirty="0">
                <a:solidFill>
                  <a:schemeClr val="tx1"/>
                </a:solidFill>
                <a:latin typeface="Times New Roman" panose="02020603050405020304" pitchFamily="18" charset="0"/>
                <a:cs typeface="Times New Roman" panose="02020603050405020304" pitchFamily="18" charset="0"/>
              </a:rPr>
              <a:t>:</a:t>
            </a:r>
            <a:endParaRPr lang="fr-FR" sz="2400" kern="0" dirty="0">
              <a:solidFill>
                <a:schemeClr val="tx1"/>
              </a:solidFill>
              <a:latin typeface="Times New Roman" panose="02020603050405020304" pitchFamily="18" charset="0"/>
              <a:cs typeface="Times New Roman" panose="02020603050405020304" pitchFamily="18" charset="0"/>
            </a:endParaRPr>
          </a:p>
        </p:txBody>
      </p:sp>
      <p:graphicFrame>
        <p:nvGraphicFramePr>
          <p:cNvPr id="11" name="Diagramme 10">
            <a:extLst>
              <a:ext uri="{FF2B5EF4-FFF2-40B4-BE49-F238E27FC236}">
                <a16:creationId xmlns:a16="http://schemas.microsoft.com/office/drawing/2014/main" id="{44477AC5-9A7E-4D8E-941D-F9CE0BACAC2E}"/>
              </a:ext>
            </a:extLst>
          </p:cNvPr>
          <p:cNvGraphicFramePr/>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 3">
            <a:extLst>
              <a:ext uri="{FF2B5EF4-FFF2-40B4-BE49-F238E27FC236}">
                <a16:creationId xmlns:a16="http://schemas.microsoft.com/office/drawing/2014/main" id="{B736AB13-6039-4D24-A3E8-7A8594F1616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43374" y="2281551"/>
            <a:ext cx="6803831" cy="3560782"/>
          </a:xfrm>
          <a:prstGeom prst="rect">
            <a:avLst/>
          </a:prstGeom>
        </p:spPr>
      </p:pic>
    </p:spTree>
    <p:extLst>
      <p:ext uri="{BB962C8B-B14F-4D97-AF65-F5344CB8AC3E}">
        <p14:creationId xmlns:p14="http://schemas.microsoft.com/office/powerpoint/2010/main" val="1881682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9;p33">
            <a:extLst>
              <a:ext uri="{FF2B5EF4-FFF2-40B4-BE49-F238E27FC236}">
                <a16:creationId xmlns:a16="http://schemas.microsoft.com/office/drawing/2014/main" id="{518B4790-E95D-46CE-A0AB-06A6DF52AD11}"/>
              </a:ext>
            </a:extLst>
          </p:cNvPr>
          <p:cNvSpPr/>
          <p:nvPr/>
        </p:nvSpPr>
        <p:spPr>
          <a:xfrm>
            <a:off x="11668836" y="6589237"/>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Calibri"/>
              </a:rPr>
              <a:t>31</a:t>
            </a:r>
            <a:endParaRPr lang="fr-FR" sz="1600" b="1" kern="0" dirty="0">
              <a:solidFill>
                <a:srgbClr val="002060"/>
              </a:solidFill>
              <a:latin typeface="Times New Roman" panose="02020603050405020304" pitchFamily="18" charset="0"/>
              <a:ea typeface="Exo 2"/>
              <a:cs typeface="Times New Roman" panose="02020603050405020304" pitchFamily="18" charset="0"/>
              <a:sym typeface="Exo 2"/>
            </a:endParaRPr>
          </a:p>
        </p:txBody>
      </p:sp>
      <p:sp>
        <p:nvSpPr>
          <p:cNvPr id="33" name="Google Shape;175;p31">
            <a:extLst>
              <a:ext uri="{FF2B5EF4-FFF2-40B4-BE49-F238E27FC236}">
                <a16:creationId xmlns:a16="http://schemas.microsoft.com/office/drawing/2014/main" id="{D88D8921-9124-4917-ADF3-07AE5174CE10}"/>
              </a:ext>
            </a:extLst>
          </p:cNvPr>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Interface du </a:t>
            </a:r>
            <a:r>
              <a:rPr lang="fr-FR" kern="0" dirty="0" err="1">
                <a:solidFill>
                  <a:srgbClr val="003366"/>
                </a:solidFill>
                <a:latin typeface="Times New Roman" panose="02020603050405020304" pitchFamily="18" charset="0"/>
                <a:cs typeface="Times New Roman" panose="02020603050405020304" pitchFamily="18" charset="0"/>
              </a:rPr>
              <a:t>Bloc-Note</a:t>
            </a:r>
            <a:r>
              <a:rPr lang="fr-FR" kern="0" dirty="0">
                <a:solidFill>
                  <a:srgbClr val="003366"/>
                </a:solidFill>
                <a:latin typeface="Times New Roman" panose="02020603050405020304" pitchFamily="18" charset="0"/>
                <a:cs typeface="Times New Roman" panose="02020603050405020304" pitchFamily="18" charset="0"/>
              </a:rPr>
              <a:t> </a:t>
            </a:r>
          </a:p>
        </p:txBody>
      </p:sp>
      <p:cxnSp>
        <p:nvCxnSpPr>
          <p:cNvPr id="45" name="Google Shape;177;p31">
            <a:extLst>
              <a:ext uri="{FF2B5EF4-FFF2-40B4-BE49-F238E27FC236}">
                <a16:creationId xmlns:a16="http://schemas.microsoft.com/office/drawing/2014/main" id="{D48A8F9E-D0FC-4C08-850F-5F29D60B8F25}"/>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sp>
        <p:nvSpPr>
          <p:cNvPr id="7" name="Google Shape;175;p31">
            <a:extLst>
              <a:ext uri="{FF2B5EF4-FFF2-40B4-BE49-F238E27FC236}">
                <a16:creationId xmlns:a16="http://schemas.microsoft.com/office/drawing/2014/main" id="{DA3FB74F-9AA8-4B55-91C5-5E5517222A48}"/>
              </a:ext>
            </a:extLst>
          </p:cNvPr>
          <p:cNvSpPr txBox="1">
            <a:spLocks/>
          </p:cNvSpPr>
          <p:nvPr/>
        </p:nvSpPr>
        <p:spPr>
          <a:xfrm flipH="1">
            <a:off x="-4" y="1241873"/>
            <a:ext cx="3962403"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endParaRPr lang="fr-FR" sz="2400" kern="0" dirty="0">
              <a:solidFill>
                <a:schemeClr val="tx1"/>
              </a:solidFill>
              <a:latin typeface="Times New Roman" panose="02020603050405020304" pitchFamily="18" charset="0"/>
              <a:cs typeface="Times New Roman" panose="02020603050405020304" pitchFamily="18" charset="0"/>
            </a:endParaRPr>
          </a:p>
        </p:txBody>
      </p:sp>
      <p:pic>
        <p:nvPicPr>
          <p:cNvPr id="8" name="Image 7">
            <a:extLst>
              <a:ext uri="{FF2B5EF4-FFF2-40B4-BE49-F238E27FC236}">
                <a16:creationId xmlns:a16="http://schemas.microsoft.com/office/drawing/2014/main" id="{D478CACA-C890-48E7-872D-48140B16B2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2797" y="1514472"/>
            <a:ext cx="7991692" cy="5093536"/>
          </a:xfrm>
          <a:prstGeom prst="rect">
            <a:avLst/>
          </a:prstGeom>
        </p:spPr>
      </p:pic>
      <p:graphicFrame>
        <p:nvGraphicFramePr>
          <p:cNvPr id="12" name="Diagramme 11">
            <a:extLst>
              <a:ext uri="{FF2B5EF4-FFF2-40B4-BE49-F238E27FC236}">
                <a16:creationId xmlns:a16="http://schemas.microsoft.com/office/drawing/2014/main" id="{893836FD-A439-4A9E-A158-C0DED7DCA761}"/>
              </a:ext>
            </a:extLst>
          </p:cNvPr>
          <p:cNvGraphicFramePr/>
          <p:nvPr>
            <p:extLst>
              <p:ext uri="{D42A27DB-BD31-4B8C-83A1-F6EECF244321}">
                <p14:modId xmlns:p14="http://schemas.microsoft.com/office/powerpoint/2010/main" val="218476096"/>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10228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3000"/>
            <a:lum/>
          </a:blip>
          <a:srcRect/>
          <a:stretch>
            <a:fillRect l="-1000" r="-1000"/>
          </a:stretch>
        </a:blipFill>
        <a:effectLst/>
      </p:bgPr>
    </p:bg>
    <p:spTree>
      <p:nvGrpSpPr>
        <p:cNvPr id="1" name="Shape 250"/>
        <p:cNvGrpSpPr/>
        <p:nvPr/>
      </p:nvGrpSpPr>
      <p:grpSpPr>
        <a:xfrm>
          <a:off x="0" y="0"/>
          <a:ext cx="0" cy="0"/>
          <a:chOff x="0" y="0"/>
          <a:chExt cx="0" cy="0"/>
        </a:xfrm>
      </p:grpSpPr>
      <p:sp>
        <p:nvSpPr>
          <p:cNvPr id="74"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Exo 2"/>
              </a:rPr>
              <a:t>32</a:t>
            </a:r>
          </a:p>
        </p:txBody>
      </p:sp>
      <p:sp>
        <p:nvSpPr>
          <p:cNvPr id="7" name="Google Shape;124;p24"/>
          <p:cNvSpPr/>
          <p:nvPr/>
        </p:nvSpPr>
        <p:spPr>
          <a:xfrm rot="5400000" flipH="1">
            <a:off x="2515414" y="399079"/>
            <a:ext cx="2078644" cy="7126479"/>
          </a:xfrm>
          <a:custGeom>
            <a:avLst/>
            <a:gdLst>
              <a:gd name="connsiteX0" fmla="*/ 0 w 2849068"/>
              <a:gd name="connsiteY0" fmla="*/ 0 h 5825450"/>
              <a:gd name="connsiteX1" fmla="*/ 2849068 w 2849068"/>
              <a:gd name="connsiteY1" fmla="*/ 0 h 5825450"/>
              <a:gd name="connsiteX2" fmla="*/ 2849068 w 2849068"/>
              <a:gd name="connsiteY2" fmla="*/ 5825450 h 5825450"/>
              <a:gd name="connsiteX3" fmla="*/ 0 w 2849068"/>
              <a:gd name="connsiteY3" fmla="*/ 5825450 h 5825450"/>
              <a:gd name="connsiteX4" fmla="*/ 0 w 2849068"/>
              <a:gd name="connsiteY4" fmla="*/ 0 h 5825450"/>
              <a:gd name="connsiteX0" fmla="*/ 0 w 2925268"/>
              <a:gd name="connsiteY0" fmla="*/ 0 h 5825450"/>
              <a:gd name="connsiteX1" fmla="*/ 2925268 w 2925268"/>
              <a:gd name="connsiteY1" fmla="*/ 1153886 h 5825450"/>
              <a:gd name="connsiteX2" fmla="*/ 2849068 w 2925268"/>
              <a:gd name="connsiteY2" fmla="*/ 5825450 h 5825450"/>
              <a:gd name="connsiteX3" fmla="*/ 0 w 2925268"/>
              <a:gd name="connsiteY3" fmla="*/ 5825450 h 5825450"/>
              <a:gd name="connsiteX4" fmla="*/ 0 w 2925268"/>
              <a:gd name="connsiteY4" fmla="*/ 0 h 5825450"/>
              <a:gd name="connsiteX0" fmla="*/ 0 w 5156839"/>
              <a:gd name="connsiteY0" fmla="*/ 0 h 5825450"/>
              <a:gd name="connsiteX1" fmla="*/ 2925268 w 5156839"/>
              <a:gd name="connsiteY1" fmla="*/ 1153886 h 5825450"/>
              <a:gd name="connsiteX2" fmla="*/ 5156839 w 5156839"/>
              <a:gd name="connsiteY2" fmla="*/ 5825450 h 5825450"/>
              <a:gd name="connsiteX3" fmla="*/ 0 w 5156839"/>
              <a:gd name="connsiteY3" fmla="*/ 5825450 h 5825450"/>
              <a:gd name="connsiteX4" fmla="*/ 0 w 5156839"/>
              <a:gd name="connsiteY4" fmla="*/ 0 h 5825450"/>
              <a:gd name="connsiteX0" fmla="*/ 0 w 5156839"/>
              <a:gd name="connsiteY0" fmla="*/ 0 h 5825450"/>
              <a:gd name="connsiteX1" fmla="*/ 5145957 w 5156839"/>
              <a:gd name="connsiteY1" fmla="*/ 1034143 h 5825450"/>
              <a:gd name="connsiteX2" fmla="*/ 5156839 w 5156839"/>
              <a:gd name="connsiteY2" fmla="*/ 5825450 h 5825450"/>
              <a:gd name="connsiteX3" fmla="*/ 0 w 5156839"/>
              <a:gd name="connsiteY3" fmla="*/ 5825450 h 5825450"/>
              <a:gd name="connsiteX4" fmla="*/ 0 w 5156839"/>
              <a:gd name="connsiteY4" fmla="*/ 0 h 5825450"/>
              <a:gd name="connsiteX0" fmla="*/ 0 w 5185868"/>
              <a:gd name="connsiteY0" fmla="*/ 0 h 6347967"/>
              <a:gd name="connsiteX1" fmla="*/ 5174986 w 5185868"/>
              <a:gd name="connsiteY1" fmla="*/ 1556660 h 6347967"/>
              <a:gd name="connsiteX2" fmla="*/ 5185868 w 5185868"/>
              <a:gd name="connsiteY2" fmla="*/ 6347967 h 6347967"/>
              <a:gd name="connsiteX3" fmla="*/ 29029 w 5185868"/>
              <a:gd name="connsiteY3" fmla="*/ 6347967 h 6347967"/>
              <a:gd name="connsiteX4" fmla="*/ 0 w 5185868"/>
              <a:gd name="connsiteY4" fmla="*/ 0 h 6347967"/>
              <a:gd name="connsiteX0" fmla="*/ 0 w 5185868"/>
              <a:gd name="connsiteY0" fmla="*/ 0 h 6347967"/>
              <a:gd name="connsiteX1" fmla="*/ 5078346 w 5185868"/>
              <a:gd name="connsiteY1" fmla="*/ 1565356 h 6347967"/>
              <a:gd name="connsiteX2" fmla="*/ 5185868 w 5185868"/>
              <a:gd name="connsiteY2" fmla="*/ 6347967 h 6347967"/>
              <a:gd name="connsiteX3" fmla="*/ 29029 w 5185868"/>
              <a:gd name="connsiteY3" fmla="*/ 6347967 h 6347967"/>
              <a:gd name="connsiteX4" fmla="*/ 0 w 5185868"/>
              <a:gd name="connsiteY4" fmla="*/ 0 h 6347967"/>
              <a:gd name="connsiteX0" fmla="*/ 0 w 5464942"/>
              <a:gd name="connsiteY0" fmla="*/ 0 h 6347967"/>
              <a:gd name="connsiteX1" fmla="*/ 5464910 w 5464942"/>
              <a:gd name="connsiteY1" fmla="*/ 495767 h 6347967"/>
              <a:gd name="connsiteX2" fmla="*/ 5185868 w 5464942"/>
              <a:gd name="connsiteY2" fmla="*/ 6347967 h 6347967"/>
              <a:gd name="connsiteX3" fmla="*/ 29029 w 5464942"/>
              <a:gd name="connsiteY3" fmla="*/ 6347967 h 6347967"/>
              <a:gd name="connsiteX4" fmla="*/ 0 w 5464942"/>
              <a:gd name="connsiteY4" fmla="*/ 0 h 6347967"/>
              <a:gd name="connsiteX0" fmla="*/ 0 w 5368316"/>
              <a:gd name="connsiteY0" fmla="*/ 0 h 6347967"/>
              <a:gd name="connsiteX1" fmla="*/ 5368267 w 5368316"/>
              <a:gd name="connsiteY1" fmla="*/ 538617 h 6347967"/>
              <a:gd name="connsiteX2" fmla="*/ 5185868 w 5368316"/>
              <a:gd name="connsiteY2" fmla="*/ 6347967 h 6347967"/>
              <a:gd name="connsiteX3" fmla="*/ 29029 w 5368316"/>
              <a:gd name="connsiteY3" fmla="*/ 6347967 h 6347967"/>
              <a:gd name="connsiteX4" fmla="*/ 0 w 5368316"/>
              <a:gd name="connsiteY4" fmla="*/ 0 h 6347967"/>
              <a:gd name="connsiteX0" fmla="*/ -3 w 5368316"/>
              <a:gd name="connsiteY0" fmla="*/ 0 h 6369392"/>
              <a:gd name="connsiteX1" fmla="*/ 5368267 w 5368316"/>
              <a:gd name="connsiteY1" fmla="*/ 560042 h 6369392"/>
              <a:gd name="connsiteX2" fmla="*/ 5185868 w 5368316"/>
              <a:gd name="connsiteY2" fmla="*/ 6369392 h 6369392"/>
              <a:gd name="connsiteX3" fmla="*/ 29029 w 5368316"/>
              <a:gd name="connsiteY3" fmla="*/ 6369392 h 6369392"/>
              <a:gd name="connsiteX4" fmla="*/ -3 w 5368316"/>
              <a:gd name="connsiteY4" fmla="*/ 0 h 6369392"/>
              <a:gd name="connsiteX0" fmla="*/ 0 w 5368536"/>
              <a:gd name="connsiteY0" fmla="*/ 0 h 6394392"/>
              <a:gd name="connsiteX1" fmla="*/ 5368270 w 5368536"/>
              <a:gd name="connsiteY1" fmla="*/ 560042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035027 h 6394392"/>
              <a:gd name="connsiteX2" fmla="*/ 5340733 w 5368536"/>
              <a:gd name="connsiteY2" fmla="*/ 6394392 h 6394392"/>
              <a:gd name="connsiteX3" fmla="*/ 29032 w 5368536"/>
              <a:gd name="connsiteY3" fmla="*/ 6369392 h 6394392"/>
              <a:gd name="connsiteX4" fmla="*/ 0 w 5368536"/>
              <a:gd name="connsiteY4" fmla="*/ 0 h 6394392"/>
              <a:gd name="connsiteX0" fmla="*/ 0 w 5368536"/>
              <a:gd name="connsiteY0" fmla="*/ 0 h 6394392"/>
              <a:gd name="connsiteX1" fmla="*/ 5368270 w 5368536"/>
              <a:gd name="connsiteY1" fmla="*/ 1685006 h 6394392"/>
              <a:gd name="connsiteX2" fmla="*/ 5340733 w 5368536"/>
              <a:gd name="connsiteY2" fmla="*/ 6394392 h 6394392"/>
              <a:gd name="connsiteX3" fmla="*/ 29032 w 5368536"/>
              <a:gd name="connsiteY3" fmla="*/ 6369392 h 6394392"/>
              <a:gd name="connsiteX4" fmla="*/ 0 w 5368536"/>
              <a:gd name="connsiteY4" fmla="*/ 0 h 639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536" h="6394392">
                <a:moveTo>
                  <a:pt x="0" y="0"/>
                </a:moveTo>
                <a:lnTo>
                  <a:pt x="5368270" y="1685006"/>
                </a:lnTo>
                <a:cubicBezTo>
                  <a:pt x="5371897" y="3282108"/>
                  <a:pt x="5337106" y="4797290"/>
                  <a:pt x="5340733" y="6394392"/>
                </a:cubicBezTo>
                <a:lnTo>
                  <a:pt x="29032" y="6369392"/>
                </a:lnTo>
                <a:lnTo>
                  <a:pt x="0" y="0"/>
                </a:lnTo>
                <a:close/>
              </a:path>
            </a:pathLst>
          </a:custGeom>
          <a:solidFill>
            <a:srgbClr val="002060">
              <a:alpha val="80000"/>
            </a:srgbClr>
          </a:solidFill>
          <a:ln>
            <a:noFill/>
          </a:ln>
          <a:effectLst>
            <a:outerShdw blurRad="50800" dist="50800" dir="5400000" algn="ctr" rotWithShape="0">
              <a:srgbClr val="0070C0">
                <a:alpha val="51000"/>
              </a:srgbClr>
            </a:outerShdw>
          </a:effectLst>
        </p:spPr>
        <p:txBody>
          <a:bodyPr spcFirstLastPara="1" wrap="square" lIns="121900" tIns="121900" rIns="121900" bIns="121900" anchor="ctr" anchorCtr="0">
            <a:noAutofit/>
          </a:bodyPr>
          <a:lstStyle/>
          <a:p>
            <a:pPr latinLnBrk="1"/>
            <a:endParaRPr sz="2400">
              <a:solidFill>
                <a:prstClr val="black"/>
              </a:solidFill>
              <a:latin typeface="맑은 고딕"/>
            </a:endParaRPr>
          </a:p>
        </p:txBody>
      </p:sp>
      <p:sp>
        <p:nvSpPr>
          <p:cNvPr id="79" name="Google Shape;215;p34"/>
          <p:cNvSpPr txBox="1">
            <a:spLocks noGrp="1"/>
          </p:cNvSpPr>
          <p:nvPr>
            <p:ph type="ctrTitle"/>
          </p:nvPr>
        </p:nvSpPr>
        <p:spPr>
          <a:xfrm flipH="1">
            <a:off x="67621" y="2922996"/>
            <a:ext cx="6491798" cy="2078645"/>
          </a:xfrm>
          <a:prstGeom prst="rect">
            <a:avLst/>
          </a:prstGeom>
        </p:spPr>
        <p:txBody>
          <a:bodyPr spcFirstLastPara="1" wrap="square" lIns="121900" tIns="121900" rIns="121900" bIns="121900" anchor="ctr" anchorCtr="0">
            <a:noAutofit/>
          </a:bodyPr>
          <a:lstStyle/>
          <a:p>
            <a:pPr algn="l"/>
            <a:r>
              <a:rPr lang="fr-FR" sz="4000" dirty="0">
                <a:solidFill>
                  <a:schemeClr val="bg1"/>
                </a:solidFill>
                <a:latin typeface="Times New Roman" panose="02020603050405020304" pitchFamily="18" charset="0"/>
                <a:cs typeface="Times New Roman" panose="02020603050405020304" pitchFamily="18" charset="0"/>
              </a:rPr>
              <a:t>Conclusion et Perspectives</a:t>
            </a:r>
            <a:endParaRPr sz="2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9141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175;p31">
            <a:extLst>
              <a:ext uri="{FF2B5EF4-FFF2-40B4-BE49-F238E27FC236}">
                <a16:creationId xmlns:a16="http://schemas.microsoft.com/office/drawing/2014/main" id="{ED289616-ABA6-4848-9782-9FC52D6C5AC6}"/>
              </a:ext>
            </a:extLst>
          </p:cNvPr>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Conclusion</a:t>
            </a:r>
          </a:p>
        </p:txBody>
      </p:sp>
      <p:cxnSp>
        <p:nvCxnSpPr>
          <p:cNvPr id="10" name="Google Shape;177;p31">
            <a:extLst>
              <a:ext uri="{FF2B5EF4-FFF2-40B4-BE49-F238E27FC236}">
                <a16:creationId xmlns:a16="http://schemas.microsoft.com/office/drawing/2014/main" id="{563C0CDF-0875-42D3-BBBC-146DA12CDAF9}"/>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graphicFrame>
        <p:nvGraphicFramePr>
          <p:cNvPr id="11" name="Diagramme 10">
            <a:extLst>
              <a:ext uri="{FF2B5EF4-FFF2-40B4-BE49-F238E27FC236}">
                <a16:creationId xmlns:a16="http://schemas.microsoft.com/office/drawing/2014/main" id="{F02D26C8-029E-4EF8-952C-1BB7421190DD}"/>
              </a:ext>
            </a:extLst>
          </p:cNvPr>
          <p:cNvGraphicFramePr/>
          <p:nvPr>
            <p:extLst>
              <p:ext uri="{D42A27DB-BD31-4B8C-83A1-F6EECF244321}">
                <p14:modId xmlns:p14="http://schemas.microsoft.com/office/powerpoint/2010/main" val="768963455"/>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6" name="Freeform: Shape 61">
            <a:extLst>
              <a:ext uri="{FF2B5EF4-FFF2-40B4-BE49-F238E27FC236}">
                <a16:creationId xmlns:a16="http://schemas.microsoft.com/office/drawing/2014/main" id="{B7837293-7DDB-4BFC-A16A-BC128D8173CC}"/>
              </a:ext>
            </a:extLst>
          </p:cNvPr>
          <p:cNvSpPr/>
          <p:nvPr/>
        </p:nvSpPr>
        <p:spPr>
          <a:xfrm>
            <a:off x="3165708" y="3562981"/>
            <a:ext cx="5542913" cy="1943013"/>
          </a:xfrm>
          <a:custGeom>
            <a:avLst/>
            <a:gdLst>
              <a:gd name="connsiteX0" fmla="*/ 6797182 w 7160363"/>
              <a:gd name="connsiteY0" fmla="*/ 0 h 2748190"/>
              <a:gd name="connsiteX1" fmla="*/ 7160363 w 7160363"/>
              <a:gd name="connsiteY1" fmla="*/ 0 h 2748190"/>
              <a:gd name="connsiteX2" fmla="*/ 7160363 w 7160363"/>
              <a:gd name="connsiteY2" fmla="*/ 57506 h 2748190"/>
              <a:gd name="connsiteX3" fmla="*/ 7090977 w 7160363"/>
              <a:gd name="connsiteY3" fmla="*/ 58063 h 2748190"/>
              <a:gd name="connsiteX4" fmla="*/ 7015716 w 7160363"/>
              <a:gd name="connsiteY4" fmla="*/ 66311 h 2748190"/>
              <a:gd name="connsiteX5" fmla="*/ 6310982 w 7160363"/>
              <a:gd name="connsiteY5" fmla="*/ 536270 h 2748190"/>
              <a:gd name="connsiteX6" fmla="*/ 5991157 w 7160363"/>
              <a:gd name="connsiteY6" fmla="*/ 882986 h 2748190"/>
              <a:gd name="connsiteX7" fmla="*/ 5587283 w 7160363"/>
              <a:gd name="connsiteY7" fmla="*/ 1258794 h 2748190"/>
              <a:gd name="connsiteX8" fmla="*/ 4692886 w 7160363"/>
              <a:gd name="connsiteY8" fmla="*/ 1799895 h 2748190"/>
              <a:gd name="connsiteX9" fmla="*/ 3656798 w 7160363"/>
              <a:gd name="connsiteY9" fmla="*/ 1915467 h 2748190"/>
              <a:gd name="connsiteX10" fmla="*/ 1422850 w 7160363"/>
              <a:gd name="connsiteY10" fmla="*/ 1770671 h 2748190"/>
              <a:gd name="connsiteX11" fmla="*/ 126066 w 7160363"/>
              <a:gd name="connsiteY11" fmla="*/ 2704108 h 2748190"/>
              <a:gd name="connsiteX12" fmla="*/ 4086 w 7160363"/>
              <a:gd name="connsiteY12" fmla="*/ 2669860 h 2748190"/>
              <a:gd name="connsiteX13" fmla="*/ 91852 w 7160363"/>
              <a:gd name="connsiteY13" fmla="*/ 2469129 h 2748190"/>
              <a:gd name="connsiteX14" fmla="*/ 1589085 w 7160363"/>
              <a:gd name="connsiteY14" fmla="*/ 1624685 h 2748190"/>
              <a:gd name="connsiteX15" fmla="*/ 3834562 w 7160363"/>
              <a:gd name="connsiteY15" fmla="*/ 1792225 h 2748190"/>
              <a:gd name="connsiteX16" fmla="*/ 4853171 w 7160363"/>
              <a:gd name="connsiteY16" fmla="*/ 1600486 h 2748190"/>
              <a:gd name="connsiteX17" fmla="*/ 5723023 w 7160363"/>
              <a:gd name="connsiteY17" fmla="*/ 968013 h 2748190"/>
              <a:gd name="connsiteX18" fmla="*/ 6086361 w 7160363"/>
              <a:gd name="connsiteY18" fmla="*/ 593395 h 2748190"/>
              <a:gd name="connsiteX19" fmla="*/ 6401352 w 7160363"/>
              <a:gd name="connsiteY19" fmla="*/ 268232 h 2748190"/>
              <a:gd name="connsiteX20" fmla="*/ 6719783 w 7160363"/>
              <a:gd name="connsiteY20" fmla="*/ 36972 h 274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60363" h="2748190">
                <a:moveTo>
                  <a:pt x="6797182" y="0"/>
                </a:moveTo>
                <a:lnTo>
                  <a:pt x="7160363" y="0"/>
                </a:lnTo>
                <a:lnTo>
                  <a:pt x="7160363" y="57506"/>
                </a:lnTo>
                <a:lnTo>
                  <a:pt x="7090977" y="58063"/>
                </a:lnTo>
                <a:cubicBezTo>
                  <a:pt x="7066014" y="59005"/>
                  <a:pt x="7041190" y="61220"/>
                  <a:pt x="7015716" y="66311"/>
                </a:cubicBezTo>
                <a:cubicBezTo>
                  <a:pt x="6727500" y="119601"/>
                  <a:pt x="6505482" y="330514"/>
                  <a:pt x="6310982" y="536270"/>
                </a:cubicBezTo>
                <a:cubicBezTo>
                  <a:pt x="6203134" y="650520"/>
                  <a:pt x="6100121" y="769927"/>
                  <a:pt x="5991157" y="882986"/>
                </a:cubicBezTo>
                <a:cubicBezTo>
                  <a:pt x="5862854" y="1014956"/>
                  <a:pt x="5728230" y="1140710"/>
                  <a:pt x="5587283" y="1258794"/>
                </a:cubicBezTo>
                <a:cubicBezTo>
                  <a:pt x="5319150" y="1484914"/>
                  <a:pt x="5028331" y="1688157"/>
                  <a:pt x="4692886" y="1799895"/>
                </a:cubicBezTo>
                <a:cubicBezTo>
                  <a:pt x="4360415" y="1909120"/>
                  <a:pt x="4004516" y="1931996"/>
                  <a:pt x="3656798" y="1915467"/>
                </a:cubicBezTo>
                <a:cubicBezTo>
                  <a:pt x="2913760" y="1881218"/>
                  <a:pt x="2168119" y="1657611"/>
                  <a:pt x="1422850" y="1770671"/>
                </a:cubicBezTo>
                <a:cubicBezTo>
                  <a:pt x="884352" y="1853185"/>
                  <a:pt x="310152" y="2159306"/>
                  <a:pt x="126066" y="2704108"/>
                </a:cubicBezTo>
                <a:cubicBezTo>
                  <a:pt x="99290" y="2781597"/>
                  <a:pt x="-23806" y="2748539"/>
                  <a:pt x="4086" y="2669860"/>
                </a:cubicBezTo>
                <a:cubicBezTo>
                  <a:pt x="28259" y="2601231"/>
                  <a:pt x="57638" y="2533924"/>
                  <a:pt x="91852" y="2469129"/>
                </a:cubicBezTo>
                <a:cubicBezTo>
                  <a:pt x="382671" y="1931996"/>
                  <a:pt x="1007447" y="1672818"/>
                  <a:pt x="1589085" y="1624685"/>
                </a:cubicBezTo>
                <a:cubicBezTo>
                  <a:pt x="2343651" y="1561081"/>
                  <a:pt x="3082598" y="1788390"/>
                  <a:pt x="3834562" y="1792225"/>
                </a:cubicBezTo>
                <a:cubicBezTo>
                  <a:pt x="4182651" y="1794738"/>
                  <a:pt x="4535576" y="1747795"/>
                  <a:pt x="4853171" y="1600486"/>
                </a:cubicBezTo>
                <a:cubicBezTo>
                  <a:pt x="5178203" y="1448153"/>
                  <a:pt x="5462700" y="1213174"/>
                  <a:pt x="5723023" y="968013"/>
                </a:cubicBezTo>
                <a:cubicBezTo>
                  <a:pt x="5849838" y="848606"/>
                  <a:pt x="5969215" y="722851"/>
                  <a:pt x="6086361" y="593395"/>
                </a:cubicBezTo>
                <a:cubicBezTo>
                  <a:pt x="6187887" y="481657"/>
                  <a:pt x="6289413" y="369788"/>
                  <a:pt x="6401352" y="268232"/>
                </a:cubicBezTo>
                <a:cubicBezTo>
                  <a:pt x="6495812" y="182545"/>
                  <a:pt x="6603103" y="99370"/>
                  <a:pt x="6719783" y="36972"/>
                </a:cubicBezTo>
                <a:close/>
              </a:path>
            </a:pathLst>
          </a:custGeom>
          <a:solidFill>
            <a:srgbClr val="3A5C84"/>
          </a:solidFill>
          <a:ln w="12700">
            <a:miter lim="400000"/>
          </a:ln>
        </p:spPr>
        <p:txBody>
          <a:bodyPr wrap="square" lIns="28575" tIns="28575" rIns="28575" bIns="28575"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0" cap="none" spc="0" normalizeH="0" baseline="0" noProof="0">
              <a:ln>
                <a:noFill/>
              </a:ln>
              <a:solidFill>
                <a:srgbClr val="FFFFFF"/>
              </a:solidFill>
              <a:effectLst/>
              <a:uLnTx/>
              <a:uFillTx/>
              <a:latin typeface="Calibri" panose="020F0502020204030204"/>
            </a:endParaRPr>
          </a:p>
        </p:txBody>
      </p:sp>
      <p:sp>
        <p:nvSpPr>
          <p:cNvPr id="158" name="Freeform: Shape 58">
            <a:extLst>
              <a:ext uri="{FF2B5EF4-FFF2-40B4-BE49-F238E27FC236}">
                <a16:creationId xmlns:a16="http://schemas.microsoft.com/office/drawing/2014/main" id="{28031BC9-6A27-4330-B05A-FA815AA014F7}"/>
              </a:ext>
            </a:extLst>
          </p:cNvPr>
          <p:cNvSpPr/>
          <p:nvPr/>
        </p:nvSpPr>
        <p:spPr>
          <a:xfrm>
            <a:off x="3335909" y="3407115"/>
            <a:ext cx="4671471" cy="715332"/>
          </a:xfrm>
          <a:custGeom>
            <a:avLst/>
            <a:gdLst>
              <a:gd name="connsiteX0" fmla="*/ 1267692 w 6228628"/>
              <a:gd name="connsiteY0" fmla="*/ 291 h 953776"/>
              <a:gd name="connsiteX1" fmla="*/ 2290166 w 6228628"/>
              <a:gd name="connsiteY1" fmla="*/ 212383 h 953776"/>
              <a:gd name="connsiteX2" fmla="*/ 2785372 w 6228628"/>
              <a:gd name="connsiteY2" fmla="*/ 428284 h 953776"/>
              <a:gd name="connsiteX3" fmla="*/ 3252700 w 6228628"/>
              <a:gd name="connsiteY3" fmla="*/ 660716 h 953776"/>
              <a:gd name="connsiteX4" fmla="*/ 3744421 w 6228628"/>
              <a:gd name="connsiteY4" fmla="*/ 818150 h 953776"/>
              <a:gd name="connsiteX5" fmla="*/ 4231961 w 6228628"/>
              <a:gd name="connsiteY5" fmla="*/ 788984 h 953776"/>
              <a:gd name="connsiteX6" fmla="*/ 4694410 w 6228628"/>
              <a:gd name="connsiteY6" fmla="*/ 573083 h 953776"/>
              <a:gd name="connsiteX7" fmla="*/ 5119918 w 6228628"/>
              <a:gd name="connsiteY7" fmla="*/ 292399 h 953776"/>
              <a:gd name="connsiteX8" fmla="*/ 5745809 w 6228628"/>
              <a:gd name="connsiteY8" fmla="*/ 143836 h 953776"/>
              <a:gd name="connsiteX9" fmla="*/ 6228628 w 6228628"/>
              <a:gd name="connsiteY9" fmla="*/ 143836 h 953776"/>
              <a:gd name="connsiteX10" fmla="*/ 6228628 w 6228628"/>
              <a:gd name="connsiteY10" fmla="*/ 256425 h 953776"/>
              <a:gd name="connsiteX11" fmla="*/ 6002859 w 6228628"/>
              <a:gd name="connsiteY11" fmla="*/ 254380 h 953776"/>
              <a:gd name="connsiteX12" fmla="*/ 6002859 w 6228628"/>
              <a:gd name="connsiteY12" fmla="*/ 269798 h 953776"/>
              <a:gd name="connsiteX13" fmla="*/ 5714096 w 6228628"/>
              <a:gd name="connsiteY13" fmla="*/ 270805 h 953776"/>
              <a:gd name="connsiteX14" fmla="*/ 5387908 w 6228628"/>
              <a:gd name="connsiteY14" fmla="*/ 321610 h 953776"/>
              <a:gd name="connsiteX15" fmla="*/ 4953339 w 6228628"/>
              <a:gd name="connsiteY15" fmla="*/ 547681 h 953776"/>
              <a:gd name="connsiteX16" fmla="*/ 4520164 w 6228628"/>
              <a:gd name="connsiteY16" fmla="*/ 819449 h 953776"/>
              <a:gd name="connsiteX17" fmla="*/ 4028790 w 6228628"/>
              <a:gd name="connsiteY17" fmla="*/ 948972 h 953776"/>
              <a:gd name="connsiteX18" fmla="*/ 3524523 w 6228628"/>
              <a:gd name="connsiteY18" fmla="*/ 899465 h 953776"/>
              <a:gd name="connsiteX19" fmla="*/ 3043256 w 6228628"/>
              <a:gd name="connsiteY19" fmla="*/ 697543 h 953776"/>
              <a:gd name="connsiteX20" fmla="*/ 2079329 w 6228628"/>
              <a:gd name="connsiteY20" fmla="*/ 269550 h 953776"/>
              <a:gd name="connsiteX21" fmla="*/ 1072188 w 6228628"/>
              <a:gd name="connsiteY21" fmla="*/ 128559 h 953776"/>
              <a:gd name="connsiteX22" fmla="*/ 95715 w 6228628"/>
              <a:gd name="connsiteY22" fmla="*/ 391456 h 953776"/>
              <a:gd name="connsiteX23" fmla="*/ 33335 w 6228628"/>
              <a:gd name="connsiteY23" fmla="*/ 284783 h 953776"/>
              <a:gd name="connsiteX24" fmla="*/ 267172 w 6228628"/>
              <a:gd name="connsiteY24" fmla="*/ 180663 h 953776"/>
              <a:gd name="connsiteX25" fmla="*/ 1267692 w 6228628"/>
              <a:gd name="connsiteY25" fmla="*/ 291 h 95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228628" h="953776">
                <a:moveTo>
                  <a:pt x="1267692" y="291"/>
                </a:moveTo>
                <a:cubicBezTo>
                  <a:pt x="1619668" y="5398"/>
                  <a:pt x="1962584" y="87923"/>
                  <a:pt x="2290166" y="212383"/>
                </a:cubicBezTo>
                <a:cubicBezTo>
                  <a:pt x="2459184" y="275912"/>
                  <a:pt x="2622975" y="349567"/>
                  <a:pt x="2785372" y="428284"/>
                </a:cubicBezTo>
                <a:cubicBezTo>
                  <a:pt x="2941845" y="504492"/>
                  <a:pt x="3095530" y="587017"/>
                  <a:pt x="3252700" y="660716"/>
                </a:cubicBezTo>
                <a:cubicBezTo>
                  <a:pt x="3409172" y="734370"/>
                  <a:pt x="3572963" y="795301"/>
                  <a:pt x="3744421" y="818150"/>
                </a:cubicBezTo>
                <a:cubicBezTo>
                  <a:pt x="3906818" y="838490"/>
                  <a:pt x="4073397" y="828320"/>
                  <a:pt x="4231961" y="788984"/>
                </a:cubicBezTo>
                <a:cubicBezTo>
                  <a:pt x="4399586" y="745795"/>
                  <a:pt x="4550831" y="668332"/>
                  <a:pt x="4694410" y="573083"/>
                </a:cubicBezTo>
                <a:cubicBezTo>
                  <a:pt x="4835200" y="479089"/>
                  <a:pt x="4968672" y="371161"/>
                  <a:pt x="5119918" y="292399"/>
                </a:cubicBezTo>
                <a:cubicBezTo>
                  <a:pt x="5311588" y="192088"/>
                  <a:pt x="5530092" y="143836"/>
                  <a:pt x="5745809" y="143836"/>
                </a:cubicBezTo>
                <a:lnTo>
                  <a:pt x="6228628" y="143836"/>
                </a:lnTo>
                <a:lnTo>
                  <a:pt x="6228628" y="256425"/>
                </a:lnTo>
                <a:lnTo>
                  <a:pt x="6002859" y="254380"/>
                </a:lnTo>
                <a:lnTo>
                  <a:pt x="6002859" y="269798"/>
                </a:lnTo>
                <a:lnTo>
                  <a:pt x="5714096" y="270805"/>
                </a:lnTo>
                <a:cubicBezTo>
                  <a:pt x="5605018" y="272104"/>
                  <a:pt x="5493152" y="291145"/>
                  <a:pt x="5387908" y="321610"/>
                </a:cubicBezTo>
                <a:cubicBezTo>
                  <a:pt x="5226556" y="367353"/>
                  <a:pt x="5090645" y="452432"/>
                  <a:pt x="4953339" y="547681"/>
                </a:cubicBezTo>
                <a:cubicBezTo>
                  <a:pt x="4813594" y="645439"/>
                  <a:pt x="4675243" y="747049"/>
                  <a:pt x="4520164" y="819449"/>
                </a:cubicBezTo>
                <a:cubicBezTo>
                  <a:pt x="4365433" y="890550"/>
                  <a:pt x="4198855" y="934993"/>
                  <a:pt x="4028790" y="948972"/>
                </a:cubicBezTo>
                <a:cubicBezTo>
                  <a:pt x="3859772" y="962950"/>
                  <a:pt x="3688314" y="946418"/>
                  <a:pt x="3524523" y="899465"/>
                </a:cubicBezTo>
                <a:cubicBezTo>
                  <a:pt x="3356899" y="851169"/>
                  <a:pt x="3198335" y="776260"/>
                  <a:pt x="3043256" y="697543"/>
                </a:cubicBezTo>
                <a:cubicBezTo>
                  <a:pt x="2729614" y="538765"/>
                  <a:pt x="2414577" y="380032"/>
                  <a:pt x="2079329" y="269550"/>
                </a:cubicBezTo>
                <a:cubicBezTo>
                  <a:pt x="1752792" y="162877"/>
                  <a:pt x="1415104" y="108264"/>
                  <a:pt x="1072188" y="128559"/>
                </a:cubicBezTo>
                <a:cubicBezTo>
                  <a:pt x="733106" y="148899"/>
                  <a:pt x="399251" y="239085"/>
                  <a:pt x="95715" y="391456"/>
                </a:cubicBezTo>
                <a:cubicBezTo>
                  <a:pt x="23228" y="428284"/>
                  <a:pt x="-41591" y="319057"/>
                  <a:pt x="33335" y="284783"/>
                </a:cubicBezTo>
                <a:cubicBezTo>
                  <a:pt x="109654" y="246701"/>
                  <a:pt x="187019" y="212383"/>
                  <a:pt x="267172" y="180663"/>
                </a:cubicBezTo>
                <a:cubicBezTo>
                  <a:pt x="584648" y="56204"/>
                  <a:pt x="927564" y="-4772"/>
                  <a:pt x="1267692" y="291"/>
                </a:cubicBezTo>
                <a:close/>
              </a:path>
            </a:pathLst>
          </a:custGeom>
          <a:solidFill>
            <a:srgbClr val="4CC1EF"/>
          </a:solidFill>
          <a:ln w="12700">
            <a:miter lim="400000"/>
          </a:ln>
        </p:spPr>
        <p:txBody>
          <a:bodyPr wrap="square" lIns="28575" tIns="28575" rIns="28575" bIns="28575"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0" cap="none" spc="0" normalizeH="0" baseline="0" noProof="0">
              <a:ln>
                <a:noFill/>
              </a:ln>
              <a:solidFill>
                <a:srgbClr val="FFFFFF"/>
              </a:solidFill>
              <a:effectLst/>
              <a:uLnTx/>
              <a:uFillTx/>
              <a:latin typeface="Calibri" panose="020F0502020204030204"/>
            </a:endParaRPr>
          </a:p>
        </p:txBody>
      </p:sp>
      <p:sp>
        <p:nvSpPr>
          <p:cNvPr id="159" name="Freeform: Shape 54">
            <a:extLst>
              <a:ext uri="{FF2B5EF4-FFF2-40B4-BE49-F238E27FC236}">
                <a16:creationId xmlns:a16="http://schemas.microsoft.com/office/drawing/2014/main" id="{CA97B832-31FE-4E42-BB6F-A7476136F030}"/>
              </a:ext>
            </a:extLst>
          </p:cNvPr>
          <p:cNvSpPr/>
          <p:nvPr/>
        </p:nvSpPr>
        <p:spPr>
          <a:xfrm>
            <a:off x="3354766" y="2323810"/>
            <a:ext cx="4652615" cy="1283794"/>
          </a:xfrm>
          <a:custGeom>
            <a:avLst/>
            <a:gdLst>
              <a:gd name="connsiteX0" fmla="*/ 59888 w 6203487"/>
              <a:gd name="connsiteY0" fmla="*/ 0 h 1711725"/>
              <a:gd name="connsiteX1" fmla="*/ 357197 w 6203487"/>
              <a:gd name="connsiteY1" fmla="*/ 7626 h 1711725"/>
              <a:gd name="connsiteX2" fmla="*/ 2716835 w 6203487"/>
              <a:gd name="connsiteY2" fmla="*/ 683276 h 1711725"/>
              <a:gd name="connsiteX3" fmla="*/ 3241199 w 6203487"/>
              <a:gd name="connsiteY3" fmla="*/ 1013476 h 1711725"/>
              <a:gd name="connsiteX4" fmla="*/ 3491431 w 6203487"/>
              <a:gd name="connsiteY4" fmla="*/ 1202683 h 1711725"/>
              <a:gd name="connsiteX5" fmla="*/ 3741663 w 6203487"/>
              <a:gd name="connsiteY5" fmla="*/ 1399516 h 1711725"/>
              <a:gd name="connsiteX6" fmla="*/ 4330849 w 6203487"/>
              <a:gd name="connsiteY6" fmla="*/ 1579827 h 1711725"/>
              <a:gd name="connsiteX7" fmla="*/ 4700583 w 6203487"/>
              <a:gd name="connsiteY7" fmla="*/ 1581098 h 1711725"/>
              <a:gd name="connsiteX8" fmla="*/ 5569333 w 6203487"/>
              <a:gd name="connsiteY8" fmla="*/ 1581098 h 1711725"/>
              <a:gd name="connsiteX9" fmla="*/ 6203487 w 6203487"/>
              <a:gd name="connsiteY9" fmla="*/ 1581098 h 1711725"/>
              <a:gd name="connsiteX10" fmla="*/ 6203487 w 6203487"/>
              <a:gd name="connsiteY10" fmla="*/ 1700834 h 1711725"/>
              <a:gd name="connsiteX11" fmla="*/ 5977717 w 6203487"/>
              <a:gd name="connsiteY11" fmla="*/ 1698789 h 1711725"/>
              <a:gd name="connsiteX12" fmla="*/ 5977717 w 6203487"/>
              <a:gd name="connsiteY12" fmla="*/ 1708110 h 1711725"/>
              <a:gd name="connsiteX13" fmla="*/ 5415428 w 6203487"/>
              <a:gd name="connsiteY13" fmla="*/ 1708110 h 1711725"/>
              <a:gd name="connsiteX14" fmla="*/ 4657490 w 6203487"/>
              <a:gd name="connsiteY14" fmla="*/ 1709381 h 1711725"/>
              <a:gd name="connsiteX15" fmla="*/ 4028832 w 6203487"/>
              <a:gd name="connsiteY15" fmla="*/ 1664899 h 1711725"/>
              <a:gd name="connsiteX16" fmla="*/ 3735145 w 6203487"/>
              <a:gd name="connsiteY16" fmla="*/ 1545592 h 1711725"/>
              <a:gd name="connsiteX17" fmla="*/ 3474773 w 6203487"/>
              <a:gd name="connsiteY17" fmla="*/ 1351221 h 1711725"/>
              <a:gd name="connsiteX18" fmla="*/ 2442341 w 6203487"/>
              <a:gd name="connsiteY18" fmla="*/ 682005 h 1711725"/>
              <a:gd name="connsiteX19" fmla="*/ 60974 w 6203487"/>
              <a:gd name="connsiteY19" fmla="*/ 127012 h 1711725"/>
              <a:gd name="connsiteX20" fmla="*/ 59888 w 6203487"/>
              <a:gd name="connsiteY20" fmla="*/ 0 h 171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03487" h="1711725">
                <a:moveTo>
                  <a:pt x="59888" y="0"/>
                </a:moveTo>
                <a:cubicBezTo>
                  <a:pt x="158749" y="0"/>
                  <a:pt x="257973" y="2542"/>
                  <a:pt x="357197" y="7626"/>
                </a:cubicBezTo>
                <a:cubicBezTo>
                  <a:pt x="1181404" y="50837"/>
                  <a:pt x="1994024" y="284447"/>
                  <a:pt x="2716835" y="683276"/>
                </a:cubicBezTo>
                <a:cubicBezTo>
                  <a:pt x="2897176" y="783599"/>
                  <a:pt x="3073533" y="892818"/>
                  <a:pt x="3241199" y="1013476"/>
                </a:cubicBezTo>
                <a:cubicBezTo>
                  <a:pt x="3326300" y="1074400"/>
                  <a:pt x="3410314" y="1136596"/>
                  <a:pt x="3491431" y="1202683"/>
                </a:cubicBezTo>
                <a:cubicBezTo>
                  <a:pt x="3573997" y="1268691"/>
                  <a:pt x="3654028" y="1339863"/>
                  <a:pt x="3741663" y="1399516"/>
                </a:cubicBezTo>
                <a:cubicBezTo>
                  <a:pt x="3918020" y="1520174"/>
                  <a:pt x="4120089" y="1567118"/>
                  <a:pt x="4330849" y="1579827"/>
                </a:cubicBezTo>
                <a:cubicBezTo>
                  <a:pt x="4453973" y="1586182"/>
                  <a:pt x="4577459" y="1581098"/>
                  <a:pt x="4700583" y="1581098"/>
                </a:cubicBezTo>
                <a:cubicBezTo>
                  <a:pt x="4989925" y="1579827"/>
                  <a:pt x="5279629" y="1581098"/>
                  <a:pt x="5569333" y="1581098"/>
                </a:cubicBezTo>
                <a:lnTo>
                  <a:pt x="6203487" y="1581098"/>
                </a:lnTo>
                <a:lnTo>
                  <a:pt x="6203487" y="1700834"/>
                </a:lnTo>
                <a:lnTo>
                  <a:pt x="5977717" y="1698789"/>
                </a:lnTo>
                <a:lnTo>
                  <a:pt x="5977717" y="1708110"/>
                </a:lnTo>
                <a:lnTo>
                  <a:pt x="5415428" y="1708110"/>
                </a:lnTo>
                <a:cubicBezTo>
                  <a:pt x="5162661" y="1708110"/>
                  <a:pt x="4909895" y="1703027"/>
                  <a:pt x="4657490" y="1709381"/>
                </a:cubicBezTo>
                <a:cubicBezTo>
                  <a:pt x="4447817" y="1714465"/>
                  <a:pt x="4234522" y="1715736"/>
                  <a:pt x="4028832" y="1664899"/>
                </a:cubicBezTo>
                <a:cubicBezTo>
                  <a:pt x="3925625" y="1639560"/>
                  <a:pt x="3825315" y="1600162"/>
                  <a:pt x="3735145" y="1545592"/>
                </a:cubicBezTo>
                <a:cubicBezTo>
                  <a:pt x="3642439" y="1489672"/>
                  <a:pt x="3558787" y="1419851"/>
                  <a:pt x="3474773" y="1351221"/>
                </a:cubicBezTo>
                <a:cubicBezTo>
                  <a:pt x="3157547" y="1089651"/>
                  <a:pt x="2810627" y="864858"/>
                  <a:pt x="2442341" y="682005"/>
                </a:cubicBezTo>
                <a:cubicBezTo>
                  <a:pt x="1704682" y="316220"/>
                  <a:pt x="884096" y="124470"/>
                  <a:pt x="60974" y="127012"/>
                </a:cubicBezTo>
                <a:cubicBezTo>
                  <a:pt x="-20143" y="128283"/>
                  <a:pt x="-20143" y="1271"/>
                  <a:pt x="59888" y="0"/>
                </a:cubicBezTo>
                <a:close/>
              </a:path>
            </a:pathLst>
          </a:custGeom>
          <a:solidFill>
            <a:srgbClr val="F7931F"/>
          </a:solidFill>
          <a:ln w="12700">
            <a:miter lim="400000"/>
          </a:ln>
        </p:spPr>
        <p:txBody>
          <a:bodyPr wrap="square" lIns="28575" tIns="28575" rIns="28575" bIns="28575"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0" cap="none" spc="0" normalizeH="0" baseline="0" noProof="0" dirty="0">
              <a:ln>
                <a:noFill/>
              </a:ln>
              <a:solidFill>
                <a:srgbClr val="FFFFFF"/>
              </a:solidFill>
              <a:effectLst/>
              <a:uLnTx/>
              <a:uFillTx/>
              <a:latin typeface="Calibri" panose="020F0502020204030204"/>
            </a:endParaRPr>
          </a:p>
        </p:txBody>
      </p:sp>
      <p:sp>
        <p:nvSpPr>
          <p:cNvPr id="160" name="Freeform: Shape 52">
            <a:extLst>
              <a:ext uri="{FF2B5EF4-FFF2-40B4-BE49-F238E27FC236}">
                <a16:creationId xmlns:a16="http://schemas.microsoft.com/office/drawing/2014/main" id="{EDDBE445-373C-468E-AD60-ADA1231146EB}"/>
              </a:ext>
            </a:extLst>
          </p:cNvPr>
          <p:cNvSpPr/>
          <p:nvPr/>
        </p:nvSpPr>
        <p:spPr>
          <a:xfrm>
            <a:off x="3316843" y="2942929"/>
            <a:ext cx="4690538" cy="764030"/>
          </a:xfrm>
          <a:custGeom>
            <a:avLst/>
            <a:gdLst>
              <a:gd name="connsiteX0" fmla="*/ 4166985 w 6254051"/>
              <a:gd name="connsiteY0" fmla="*/ 25 h 1018707"/>
              <a:gd name="connsiteX1" fmla="*/ 4522074 w 6254051"/>
              <a:gd name="connsiteY1" fmla="*/ 39419 h 1018707"/>
              <a:gd name="connsiteX2" fmla="*/ 5374260 w 6254051"/>
              <a:gd name="connsiteY2" fmla="*/ 442030 h 1018707"/>
              <a:gd name="connsiteX3" fmla="*/ 5800702 w 6254051"/>
              <a:gd name="connsiteY3" fmla="*/ 694737 h 1018707"/>
              <a:gd name="connsiteX4" fmla="*/ 6188028 w 6254051"/>
              <a:gd name="connsiteY4" fmla="*/ 760791 h 1018707"/>
              <a:gd name="connsiteX5" fmla="*/ 6254051 w 6254051"/>
              <a:gd name="connsiteY5" fmla="*/ 759807 h 1018707"/>
              <a:gd name="connsiteX6" fmla="*/ 6254051 w 6254051"/>
              <a:gd name="connsiteY6" fmla="*/ 875341 h 1018707"/>
              <a:gd name="connsiteX7" fmla="*/ 6028281 w 6254051"/>
              <a:gd name="connsiteY7" fmla="*/ 873296 h 1018707"/>
              <a:gd name="connsiteX8" fmla="*/ 6028281 w 6254051"/>
              <a:gd name="connsiteY8" fmla="*/ 879052 h 1018707"/>
              <a:gd name="connsiteX9" fmla="*/ 5962059 w 6254051"/>
              <a:gd name="connsiteY9" fmla="*/ 872541 h 1018707"/>
              <a:gd name="connsiteX10" fmla="*/ 5129082 w 6254051"/>
              <a:gd name="connsiteY10" fmla="*/ 438210 h 1018707"/>
              <a:gd name="connsiteX11" fmla="*/ 4253845 w 6254051"/>
              <a:gd name="connsiteY11" fmla="*/ 127039 h 1018707"/>
              <a:gd name="connsiteX12" fmla="*/ 3334602 w 6254051"/>
              <a:gd name="connsiteY12" fmla="*/ 339128 h 1018707"/>
              <a:gd name="connsiteX13" fmla="*/ 1487733 w 6254051"/>
              <a:gd name="connsiteY13" fmla="*/ 1017319 h 1018707"/>
              <a:gd name="connsiteX14" fmla="*/ 17014 w 6254051"/>
              <a:gd name="connsiteY14" fmla="*/ 111807 h 1018707"/>
              <a:gd name="connsiteX15" fmla="*/ 106074 w 6254051"/>
              <a:gd name="connsiteY15" fmla="*/ 21673 h 1018707"/>
              <a:gd name="connsiteX16" fmla="*/ 250667 w 6254051"/>
              <a:gd name="connsiteY16" fmla="*/ 179119 h 1018707"/>
              <a:gd name="connsiteX17" fmla="*/ 920191 w 6254051"/>
              <a:gd name="connsiteY17" fmla="*/ 726507 h 1018707"/>
              <a:gd name="connsiteX18" fmla="*/ 1784951 w 6254051"/>
              <a:gd name="connsiteY18" fmla="*/ 871285 h 1018707"/>
              <a:gd name="connsiteX19" fmla="*/ 3583272 w 6254051"/>
              <a:gd name="connsiteY19" fmla="*/ 102910 h 1018707"/>
              <a:gd name="connsiteX20" fmla="*/ 4166985 w 6254051"/>
              <a:gd name="connsiteY20" fmla="*/ 25 h 1018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54051" h="1018707">
                <a:moveTo>
                  <a:pt x="4166985" y="25"/>
                </a:moveTo>
                <a:cubicBezTo>
                  <a:pt x="4285262" y="-638"/>
                  <a:pt x="4403938" y="11802"/>
                  <a:pt x="4522074" y="39419"/>
                </a:cubicBezTo>
                <a:cubicBezTo>
                  <a:pt x="4830468" y="111807"/>
                  <a:pt x="5112318" y="269303"/>
                  <a:pt x="5374260" y="442030"/>
                </a:cubicBezTo>
                <a:cubicBezTo>
                  <a:pt x="5512566" y="533471"/>
                  <a:pt x="5648427" y="629989"/>
                  <a:pt x="5800702" y="694737"/>
                </a:cubicBezTo>
                <a:cubicBezTo>
                  <a:pt x="5925387" y="748073"/>
                  <a:pt x="6054961" y="760791"/>
                  <a:pt x="6188028" y="760791"/>
                </a:cubicBezTo>
                <a:lnTo>
                  <a:pt x="6254051" y="759807"/>
                </a:lnTo>
                <a:lnTo>
                  <a:pt x="6254051" y="875341"/>
                </a:lnTo>
                <a:lnTo>
                  <a:pt x="6028281" y="873296"/>
                </a:lnTo>
                <a:lnTo>
                  <a:pt x="6028281" y="879052"/>
                </a:lnTo>
                <a:lnTo>
                  <a:pt x="5962059" y="872541"/>
                </a:lnTo>
                <a:cubicBezTo>
                  <a:pt x="5647029" y="824282"/>
                  <a:pt x="5393120" y="595705"/>
                  <a:pt x="5129082" y="438210"/>
                </a:cubicBezTo>
                <a:cubicBezTo>
                  <a:pt x="4862250" y="279457"/>
                  <a:pt x="4567477" y="146091"/>
                  <a:pt x="4253845" y="127039"/>
                </a:cubicBezTo>
                <a:cubicBezTo>
                  <a:pt x="3933926" y="108037"/>
                  <a:pt x="3622738" y="207069"/>
                  <a:pt x="3334602" y="339128"/>
                </a:cubicBezTo>
                <a:cubicBezTo>
                  <a:pt x="2744009" y="608373"/>
                  <a:pt x="2168434" y="1046525"/>
                  <a:pt x="1487733" y="1017319"/>
                </a:cubicBezTo>
                <a:cubicBezTo>
                  <a:pt x="873042" y="990625"/>
                  <a:pt x="404339" y="546139"/>
                  <a:pt x="17014" y="111807"/>
                </a:cubicBezTo>
                <a:cubicBezTo>
                  <a:pt x="-37470" y="50880"/>
                  <a:pt x="51590" y="-39304"/>
                  <a:pt x="106074" y="21673"/>
                </a:cubicBezTo>
                <a:cubicBezTo>
                  <a:pt x="154272" y="73703"/>
                  <a:pt x="201421" y="127039"/>
                  <a:pt x="250667" y="179119"/>
                </a:cubicBezTo>
                <a:cubicBezTo>
                  <a:pt x="449044" y="388694"/>
                  <a:pt x="664885" y="588064"/>
                  <a:pt x="920191" y="726507"/>
                </a:cubicBezTo>
                <a:cubicBezTo>
                  <a:pt x="1186674" y="871285"/>
                  <a:pt x="1485288" y="922057"/>
                  <a:pt x="1784951" y="871285"/>
                </a:cubicBezTo>
                <a:cubicBezTo>
                  <a:pt x="2439108" y="760791"/>
                  <a:pt x="2964739" y="312485"/>
                  <a:pt x="3583272" y="102910"/>
                </a:cubicBezTo>
                <a:cubicBezTo>
                  <a:pt x="3773835" y="38627"/>
                  <a:pt x="3969856" y="1129"/>
                  <a:pt x="4166985" y="25"/>
                </a:cubicBezTo>
                <a:close/>
              </a:path>
            </a:pathLst>
          </a:custGeom>
          <a:solidFill>
            <a:srgbClr val="A2B969"/>
          </a:solidFill>
          <a:ln w="12700">
            <a:miter lim="400000"/>
          </a:ln>
        </p:spPr>
        <p:txBody>
          <a:bodyPr wrap="square" lIns="28575" tIns="28575" rIns="28575" bIns="28575"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0" cap="none" spc="0" normalizeH="0" baseline="0" noProof="0">
              <a:ln>
                <a:noFill/>
              </a:ln>
              <a:solidFill>
                <a:srgbClr val="FFFFFF"/>
              </a:solidFill>
              <a:effectLst/>
              <a:uLnTx/>
              <a:uFillTx/>
              <a:latin typeface="Calibri" panose="020F0502020204030204"/>
            </a:endParaRPr>
          </a:p>
        </p:txBody>
      </p:sp>
      <p:sp>
        <p:nvSpPr>
          <p:cNvPr id="161" name="Shape">
            <a:extLst>
              <a:ext uri="{FF2B5EF4-FFF2-40B4-BE49-F238E27FC236}">
                <a16:creationId xmlns:a16="http://schemas.microsoft.com/office/drawing/2014/main" id="{12C65999-AD87-458A-B138-E783E3C27C15}"/>
              </a:ext>
            </a:extLst>
          </p:cNvPr>
          <p:cNvSpPr/>
          <p:nvPr/>
        </p:nvSpPr>
        <p:spPr>
          <a:xfrm>
            <a:off x="3372427" y="3274475"/>
            <a:ext cx="6038407" cy="2170293"/>
          </a:xfrm>
          <a:custGeom>
            <a:avLst/>
            <a:gdLst/>
            <a:ahLst/>
            <a:cxnLst>
              <a:cxn ang="0">
                <a:pos x="wd2" y="hd2"/>
              </a:cxn>
              <a:cxn ang="5400000">
                <a:pos x="wd2" y="hd2"/>
              </a:cxn>
              <a:cxn ang="10800000">
                <a:pos x="wd2" y="hd2"/>
              </a:cxn>
              <a:cxn ang="16200000">
                <a:pos x="wd2" y="hd2"/>
              </a:cxn>
            </a:cxnLst>
            <a:rect l="0" t="0" r="r" b="b"/>
            <a:pathLst>
              <a:path w="21490" h="21380" extrusionOk="0">
                <a:moveTo>
                  <a:pt x="21442" y="3084"/>
                </a:moveTo>
                <a:cubicBezTo>
                  <a:pt x="21445" y="3075"/>
                  <a:pt x="21445" y="3075"/>
                  <a:pt x="21449" y="3065"/>
                </a:cubicBezTo>
                <a:cubicBezTo>
                  <a:pt x="21503" y="2896"/>
                  <a:pt x="21503" y="2634"/>
                  <a:pt x="21452" y="2455"/>
                </a:cubicBezTo>
                <a:cubicBezTo>
                  <a:pt x="21449" y="2446"/>
                  <a:pt x="21445" y="2437"/>
                  <a:pt x="21442" y="2427"/>
                </a:cubicBezTo>
                <a:cubicBezTo>
                  <a:pt x="21442" y="2427"/>
                  <a:pt x="21442" y="2427"/>
                  <a:pt x="21442" y="2427"/>
                </a:cubicBezTo>
                <a:cubicBezTo>
                  <a:pt x="21442" y="2427"/>
                  <a:pt x="21439" y="2418"/>
                  <a:pt x="21439" y="2418"/>
                </a:cubicBezTo>
                <a:cubicBezTo>
                  <a:pt x="21435" y="2408"/>
                  <a:pt x="21435" y="2408"/>
                  <a:pt x="21432" y="2399"/>
                </a:cubicBezTo>
                <a:cubicBezTo>
                  <a:pt x="21195" y="1742"/>
                  <a:pt x="20957" y="1085"/>
                  <a:pt x="20720" y="429"/>
                </a:cubicBezTo>
                <a:cubicBezTo>
                  <a:pt x="20686" y="335"/>
                  <a:pt x="20652" y="241"/>
                  <a:pt x="20615" y="138"/>
                </a:cubicBezTo>
                <a:cubicBezTo>
                  <a:pt x="20550" y="-41"/>
                  <a:pt x="20439" y="-50"/>
                  <a:pt x="20374" y="138"/>
                </a:cubicBezTo>
                <a:cubicBezTo>
                  <a:pt x="20313" y="325"/>
                  <a:pt x="20306" y="616"/>
                  <a:pt x="20374" y="804"/>
                </a:cubicBezTo>
                <a:cubicBezTo>
                  <a:pt x="20554" y="1301"/>
                  <a:pt x="20730" y="1789"/>
                  <a:pt x="20910" y="2286"/>
                </a:cubicBezTo>
                <a:cubicBezTo>
                  <a:pt x="20225" y="2286"/>
                  <a:pt x="19540" y="2286"/>
                  <a:pt x="18859" y="2286"/>
                </a:cubicBezTo>
                <a:cubicBezTo>
                  <a:pt x="18476" y="2286"/>
                  <a:pt x="18093" y="2286"/>
                  <a:pt x="17706" y="2286"/>
                </a:cubicBezTo>
                <a:cubicBezTo>
                  <a:pt x="17435" y="2286"/>
                  <a:pt x="17164" y="2221"/>
                  <a:pt x="16889" y="2239"/>
                </a:cubicBezTo>
                <a:cubicBezTo>
                  <a:pt x="16391" y="2268"/>
                  <a:pt x="15893" y="2493"/>
                  <a:pt x="15449" y="3168"/>
                </a:cubicBezTo>
                <a:cubicBezTo>
                  <a:pt x="15022" y="3816"/>
                  <a:pt x="14672" y="4773"/>
                  <a:pt x="14330" y="5721"/>
                </a:cubicBezTo>
                <a:cubicBezTo>
                  <a:pt x="13954" y="6753"/>
                  <a:pt x="13584" y="7804"/>
                  <a:pt x="13211" y="8855"/>
                </a:cubicBezTo>
                <a:cubicBezTo>
                  <a:pt x="12469" y="10947"/>
                  <a:pt x="11720" y="13030"/>
                  <a:pt x="10917" y="14935"/>
                </a:cubicBezTo>
                <a:cubicBezTo>
                  <a:pt x="10201" y="16633"/>
                  <a:pt x="9432" y="18247"/>
                  <a:pt x="8561" y="19270"/>
                </a:cubicBezTo>
                <a:cubicBezTo>
                  <a:pt x="7635" y="20349"/>
                  <a:pt x="6598" y="20565"/>
                  <a:pt x="5605" y="20386"/>
                </a:cubicBezTo>
                <a:cubicBezTo>
                  <a:pt x="4625" y="20208"/>
                  <a:pt x="3605" y="19617"/>
                  <a:pt x="2727" y="18379"/>
                </a:cubicBezTo>
                <a:cubicBezTo>
                  <a:pt x="1947" y="17271"/>
                  <a:pt x="1279" y="15667"/>
                  <a:pt x="720" y="13800"/>
                </a:cubicBezTo>
                <a:cubicBezTo>
                  <a:pt x="581" y="13330"/>
                  <a:pt x="449" y="12852"/>
                  <a:pt x="323" y="12355"/>
                </a:cubicBezTo>
                <a:cubicBezTo>
                  <a:pt x="198" y="11867"/>
                  <a:pt x="-97" y="12336"/>
                  <a:pt x="32" y="12824"/>
                </a:cubicBezTo>
                <a:cubicBezTo>
                  <a:pt x="550" y="14860"/>
                  <a:pt x="1167" y="16690"/>
                  <a:pt x="1910" y="18106"/>
                </a:cubicBezTo>
                <a:cubicBezTo>
                  <a:pt x="2710" y="19636"/>
                  <a:pt x="3639" y="20499"/>
                  <a:pt x="4588" y="20978"/>
                </a:cubicBezTo>
                <a:cubicBezTo>
                  <a:pt x="5618" y="21484"/>
                  <a:pt x="6706" y="21550"/>
                  <a:pt x="7737" y="20959"/>
                </a:cubicBezTo>
                <a:cubicBezTo>
                  <a:pt x="8683" y="20415"/>
                  <a:pt x="9544" y="19063"/>
                  <a:pt x="10313" y="17478"/>
                </a:cubicBezTo>
                <a:cubicBezTo>
                  <a:pt x="11144" y="15761"/>
                  <a:pt x="11903" y="13790"/>
                  <a:pt x="12639" y="11773"/>
                </a:cubicBezTo>
                <a:cubicBezTo>
                  <a:pt x="13388" y="9718"/>
                  <a:pt x="14103" y="7569"/>
                  <a:pt x="14872" y="5561"/>
                </a:cubicBezTo>
                <a:cubicBezTo>
                  <a:pt x="15225" y="4642"/>
                  <a:pt x="15611" y="3816"/>
                  <a:pt x="16089" y="3459"/>
                </a:cubicBezTo>
                <a:cubicBezTo>
                  <a:pt x="16574" y="3093"/>
                  <a:pt x="17086" y="3150"/>
                  <a:pt x="17584" y="3215"/>
                </a:cubicBezTo>
                <a:cubicBezTo>
                  <a:pt x="17872" y="3253"/>
                  <a:pt x="18161" y="3225"/>
                  <a:pt x="18445" y="3225"/>
                </a:cubicBezTo>
                <a:cubicBezTo>
                  <a:pt x="19266" y="3225"/>
                  <a:pt x="20086" y="3225"/>
                  <a:pt x="20906" y="3225"/>
                </a:cubicBezTo>
                <a:cubicBezTo>
                  <a:pt x="20764" y="3619"/>
                  <a:pt x="20618" y="4022"/>
                  <a:pt x="20476" y="4416"/>
                </a:cubicBezTo>
                <a:cubicBezTo>
                  <a:pt x="20442" y="4510"/>
                  <a:pt x="20408" y="4604"/>
                  <a:pt x="20371" y="4707"/>
                </a:cubicBezTo>
                <a:cubicBezTo>
                  <a:pt x="20306" y="4886"/>
                  <a:pt x="20303" y="5195"/>
                  <a:pt x="20371" y="5373"/>
                </a:cubicBezTo>
                <a:cubicBezTo>
                  <a:pt x="20439" y="5542"/>
                  <a:pt x="20544" y="5561"/>
                  <a:pt x="20611" y="5373"/>
                </a:cubicBezTo>
                <a:cubicBezTo>
                  <a:pt x="20852" y="4707"/>
                  <a:pt x="21093" y="4041"/>
                  <a:pt x="21334" y="3375"/>
                </a:cubicBezTo>
                <a:cubicBezTo>
                  <a:pt x="21364" y="3290"/>
                  <a:pt x="21398" y="3197"/>
                  <a:pt x="21428" y="3112"/>
                </a:cubicBezTo>
                <a:cubicBezTo>
                  <a:pt x="21428" y="3112"/>
                  <a:pt x="21432" y="3103"/>
                  <a:pt x="21432" y="3103"/>
                </a:cubicBezTo>
                <a:cubicBezTo>
                  <a:pt x="21435" y="3103"/>
                  <a:pt x="21439" y="3093"/>
                  <a:pt x="21442" y="3084"/>
                </a:cubicBezTo>
                <a:cubicBezTo>
                  <a:pt x="21442" y="3093"/>
                  <a:pt x="21442" y="3084"/>
                  <a:pt x="21442" y="3084"/>
                </a:cubicBezTo>
                <a:close/>
              </a:path>
            </a:pathLst>
          </a:custGeom>
          <a:solidFill>
            <a:srgbClr val="FFCC4C">
              <a:lumMod val="75000"/>
            </a:srgbClr>
          </a:solidFill>
          <a:ln w="12700">
            <a:miter lim="400000"/>
          </a:ln>
        </p:spPr>
        <p:txBody>
          <a:bodyPr lIns="28575" tIns="28575" rIns="28575" bIns="28575"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0" cap="none" spc="0" normalizeH="0" baseline="0" noProof="0">
              <a:ln>
                <a:noFill/>
              </a:ln>
              <a:solidFill>
                <a:srgbClr val="FFFFFF"/>
              </a:solidFill>
              <a:effectLst/>
              <a:uLnTx/>
              <a:uFillTx/>
              <a:latin typeface="Calibri" panose="020F0502020204030204"/>
            </a:endParaRPr>
          </a:p>
        </p:txBody>
      </p:sp>
      <p:sp>
        <p:nvSpPr>
          <p:cNvPr id="162" name="TextBox 22">
            <a:extLst>
              <a:ext uri="{FF2B5EF4-FFF2-40B4-BE49-F238E27FC236}">
                <a16:creationId xmlns:a16="http://schemas.microsoft.com/office/drawing/2014/main" id="{381EE845-AE31-4271-A33F-3F69117D2FEC}"/>
              </a:ext>
            </a:extLst>
          </p:cNvPr>
          <p:cNvSpPr txBox="1"/>
          <p:nvPr/>
        </p:nvSpPr>
        <p:spPr>
          <a:xfrm>
            <a:off x="371708" y="1794866"/>
            <a:ext cx="3159210" cy="646331"/>
          </a:xfrm>
          <a:prstGeom prst="rect">
            <a:avLst/>
          </a:prstGeom>
          <a:noFill/>
        </p:spPr>
        <p:txBody>
          <a:bodyPr wrap="square" lIns="0" rIns="0" rtlCol="0" anchor="b">
            <a:spAutoFit/>
          </a:bodyPr>
          <a:lstStyle/>
          <a:p>
            <a:pPr algn="ctr"/>
            <a:r>
              <a:rPr lang="fr-FR" b="1" noProof="1">
                <a:solidFill>
                  <a:prstClr val="black"/>
                </a:solidFill>
                <a:latin typeface="Calibri" panose="020F0502020204030204"/>
              </a:rPr>
              <a:t>Etre capable d'entendre n'importe quel type de texte</a:t>
            </a:r>
            <a:endParaRPr lang="en-US" b="1" noProof="1">
              <a:solidFill>
                <a:prstClr val="black"/>
              </a:solidFill>
              <a:latin typeface="Calibri" panose="020F0502020204030204"/>
            </a:endParaRPr>
          </a:p>
        </p:txBody>
      </p:sp>
      <p:sp>
        <p:nvSpPr>
          <p:cNvPr id="163" name="TextBox 23">
            <a:extLst>
              <a:ext uri="{FF2B5EF4-FFF2-40B4-BE49-F238E27FC236}">
                <a16:creationId xmlns:a16="http://schemas.microsoft.com/office/drawing/2014/main" id="{FB29B130-EE8A-4CF1-8678-4A39409D0B38}"/>
              </a:ext>
            </a:extLst>
          </p:cNvPr>
          <p:cNvSpPr txBox="1"/>
          <p:nvPr/>
        </p:nvSpPr>
        <p:spPr>
          <a:xfrm>
            <a:off x="381651" y="2869068"/>
            <a:ext cx="2993356" cy="369332"/>
          </a:xfrm>
          <a:prstGeom prst="rect">
            <a:avLst/>
          </a:prstGeom>
          <a:noFill/>
        </p:spPr>
        <p:txBody>
          <a:bodyPr wrap="square" lIns="0" rIns="0" rtlCol="0" anchor="b">
            <a:spAutoFit/>
          </a:bodyPr>
          <a:lstStyle/>
          <a:p>
            <a:pPr algn="ctr"/>
            <a:r>
              <a:rPr lang="fr-FR" b="1" noProof="1">
                <a:solidFill>
                  <a:prstClr val="black"/>
                </a:solidFill>
                <a:latin typeface="Calibri" panose="020F0502020204030204"/>
              </a:rPr>
              <a:t>Pratiquer souvent la langue</a:t>
            </a:r>
            <a:endParaRPr lang="en-US" b="1" i="1" noProof="1">
              <a:solidFill>
                <a:prstClr val="black"/>
              </a:solidFill>
              <a:latin typeface="Calibri" panose="020F0502020204030204"/>
            </a:endParaRPr>
          </a:p>
        </p:txBody>
      </p:sp>
      <p:sp>
        <p:nvSpPr>
          <p:cNvPr id="164" name="TextBox 24">
            <a:extLst>
              <a:ext uri="{FF2B5EF4-FFF2-40B4-BE49-F238E27FC236}">
                <a16:creationId xmlns:a16="http://schemas.microsoft.com/office/drawing/2014/main" id="{2BC6DBB8-131B-4790-A294-00183B1235A9}"/>
              </a:ext>
            </a:extLst>
          </p:cNvPr>
          <p:cNvSpPr txBox="1"/>
          <p:nvPr/>
        </p:nvSpPr>
        <p:spPr>
          <a:xfrm>
            <a:off x="257274" y="3380386"/>
            <a:ext cx="3273644" cy="646331"/>
          </a:xfrm>
          <a:prstGeom prst="rect">
            <a:avLst/>
          </a:prstGeom>
          <a:noFill/>
        </p:spPr>
        <p:txBody>
          <a:bodyPr wrap="square" lIns="0" rIns="0" rtlCol="0" anchor="b">
            <a:spAutoFit/>
          </a:bodyPr>
          <a:lstStyle/>
          <a:p>
            <a:pPr algn="ctr"/>
            <a:r>
              <a:rPr lang="en-US" b="1" noProof="1">
                <a:solidFill>
                  <a:prstClr val="black"/>
                </a:solidFill>
                <a:latin typeface="Calibri" panose="020F0502020204030204"/>
              </a:rPr>
              <a:t>Avoir une interface graphique convivale et ergonomique  </a:t>
            </a:r>
          </a:p>
        </p:txBody>
      </p:sp>
      <p:sp>
        <p:nvSpPr>
          <p:cNvPr id="165" name="TextBox 25">
            <a:extLst>
              <a:ext uri="{FF2B5EF4-FFF2-40B4-BE49-F238E27FC236}">
                <a16:creationId xmlns:a16="http://schemas.microsoft.com/office/drawing/2014/main" id="{D4711E15-7421-4799-9E92-C7CCD3185EC8}"/>
              </a:ext>
            </a:extLst>
          </p:cNvPr>
          <p:cNvSpPr txBox="1"/>
          <p:nvPr/>
        </p:nvSpPr>
        <p:spPr>
          <a:xfrm>
            <a:off x="256143" y="4199937"/>
            <a:ext cx="3273644" cy="646331"/>
          </a:xfrm>
          <a:prstGeom prst="rect">
            <a:avLst/>
          </a:prstGeom>
          <a:noFill/>
        </p:spPr>
        <p:txBody>
          <a:bodyPr wrap="square" lIns="0" rIns="0" rtlCol="0" anchor="b">
            <a:spAutoFit/>
          </a:bodyPr>
          <a:lstStyle/>
          <a:p>
            <a:pPr algn="ctr"/>
            <a:r>
              <a:rPr lang="en-US" b="1" noProof="1">
                <a:solidFill>
                  <a:prstClr val="black"/>
                </a:solidFill>
                <a:latin typeface="Calibri" panose="020F0502020204030204"/>
              </a:rPr>
              <a:t>Avoir des outils d</a:t>
            </a:r>
            <a:r>
              <a:rPr lang="fr-FR" b="1" noProof="1">
                <a:solidFill>
                  <a:prstClr val="black"/>
                </a:solidFill>
                <a:latin typeface="Calibri" panose="020F0502020204030204"/>
              </a:rPr>
              <a:t>’</a:t>
            </a:r>
            <a:r>
              <a:rPr lang="en-US" b="1" noProof="1">
                <a:solidFill>
                  <a:prstClr val="black"/>
                </a:solidFill>
                <a:latin typeface="Calibri" panose="020F0502020204030204"/>
              </a:rPr>
              <a:t>aide p</a:t>
            </a:r>
            <a:r>
              <a:rPr lang="fr-FR" b="1" noProof="1">
                <a:solidFill>
                  <a:prstClr val="black"/>
                </a:solidFill>
                <a:latin typeface="Calibri" panose="020F0502020204030204"/>
              </a:rPr>
              <a:t>é</a:t>
            </a:r>
            <a:r>
              <a:rPr lang="en-US" b="1" noProof="1">
                <a:solidFill>
                  <a:prstClr val="black"/>
                </a:solidFill>
                <a:latin typeface="Calibri" panose="020F0502020204030204"/>
              </a:rPr>
              <a:t>dagogiques supplémentaires </a:t>
            </a:r>
          </a:p>
        </p:txBody>
      </p:sp>
      <p:sp>
        <p:nvSpPr>
          <p:cNvPr id="166" name="TextBox 26">
            <a:extLst>
              <a:ext uri="{FF2B5EF4-FFF2-40B4-BE49-F238E27FC236}">
                <a16:creationId xmlns:a16="http://schemas.microsoft.com/office/drawing/2014/main" id="{0CC88072-CC77-4C5D-AE79-6023F66AD478}"/>
              </a:ext>
            </a:extLst>
          </p:cNvPr>
          <p:cNvSpPr txBox="1"/>
          <p:nvPr/>
        </p:nvSpPr>
        <p:spPr>
          <a:xfrm>
            <a:off x="586801" y="5061365"/>
            <a:ext cx="2612328" cy="923330"/>
          </a:xfrm>
          <a:prstGeom prst="rect">
            <a:avLst/>
          </a:prstGeom>
          <a:noFill/>
        </p:spPr>
        <p:txBody>
          <a:bodyPr wrap="square" lIns="0" rIns="0" rtlCol="0" anchor="b">
            <a:spAutoFit/>
          </a:bodyPr>
          <a:lstStyle/>
          <a:p>
            <a:pPr algn="ctr"/>
            <a:r>
              <a:rPr lang="fr-FR" b="1" noProof="1">
                <a:solidFill>
                  <a:prstClr val="black"/>
                </a:solidFill>
                <a:latin typeface="Calibri" panose="020F0502020204030204"/>
              </a:rPr>
              <a:t>Taper /dicter /éditer  des notes en vérifiant l’orthographe.</a:t>
            </a:r>
          </a:p>
        </p:txBody>
      </p:sp>
      <p:grpSp>
        <p:nvGrpSpPr>
          <p:cNvPr id="167" name="Graphic 12" descr="Upward trend">
            <a:extLst>
              <a:ext uri="{FF2B5EF4-FFF2-40B4-BE49-F238E27FC236}">
                <a16:creationId xmlns:a16="http://schemas.microsoft.com/office/drawing/2014/main" id="{BB59F7F9-BE17-4A80-A66F-8DA648BA8B48}"/>
              </a:ext>
            </a:extLst>
          </p:cNvPr>
          <p:cNvGrpSpPr/>
          <p:nvPr/>
        </p:nvGrpSpPr>
        <p:grpSpPr>
          <a:xfrm>
            <a:off x="9543734" y="3343202"/>
            <a:ext cx="468145" cy="468146"/>
            <a:chOff x="10359438" y="2574703"/>
            <a:chExt cx="624194" cy="624194"/>
          </a:xfrm>
        </p:grpSpPr>
        <p:sp>
          <p:nvSpPr>
            <p:cNvPr id="168" name="Freeform: Shape 63">
              <a:extLst>
                <a:ext uri="{FF2B5EF4-FFF2-40B4-BE49-F238E27FC236}">
                  <a16:creationId xmlns:a16="http://schemas.microsoft.com/office/drawing/2014/main" id="{2D7A96D0-9EB6-4681-804A-669C3D3F6E5A}"/>
                </a:ext>
              </a:extLst>
            </p:cNvPr>
            <p:cNvSpPr/>
            <p:nvPr/>
          </p:nvSpPr>
          <p:spPr>
            <a:xfrm>
              <a:off x="10359438" y="2574703"/>
              <a:ext cx="624194" cy="624194"/>
            </a:xfrm>
            <a:custGeom>
              <a:avLst/>
              <a:gdLst>
                <a:gd name="connsiteX0" fmla="*/ 55076 w 624193"/>
                <a:gd name="connsiteY0" fmla="*/ 0 h 624193"/>
                <a:gd name="connsiteX1" fmla="*/ 0 w 624193"/>
                <a:gd name="connsiteY1" fmla="*/ 0 h 624193"/>
                <a:gd name="connsiteX2" fmla="*/ 0 w 624193"/>
                <a:gd name="connsiteY2" fmla="*/ 624194 h 624193"/>
                <a:gd name="connsiteX3" fmla="*/ 624194 w 624193"/>
                <a:gd name="connsiteY3" fmla="*/ 624194 h 624193"/>
                <a:gd name="connsiteX4" fmla="*/ 624194 w 624193"/>
                <a:gd name="connsiteY4" fmla="*/ 569118 h 624193"/>
                <a:gd name="connsiteX5" fmla="*/ 55076 w 624193"/>
                <a:gd name="connsiteY5" fmla="*/ 569118 h 624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4193" h="624193">
                  <a:moveTo>
                    <a:pt x="55076" y="0"/>
                  </a:moveTo>
                  <a:lnTo>
                    <a:pt x="0" y="0"/>
                  </a:lnTo>
                  <a:lnTo>
                    <a:pt x="0" y="624194"/>
                  </a:lnTo>
                  <a:lnTo>
                    <a:pt x="624194" y="624194"/>
                  </a:lnTo>
                  <a:lnTo>
                    <a:pt x="624194" y="569118"/>
                  </a:lnTo>
                  <a:lnTo>
                    <a:pt x="55076" y="569118"/>
                  </a:lnTo>
                  <a:close/>
                </a:path>
              </a:pathLst>
            </a:custGeom>
            <a:solidFill>
              <a:srgbClr val="000000"/>
            </a:solidFill>
            <a:ln w="912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endParaRPr lang="en-US" sz="1350">
                <a:solidFill>
                  <a:prstClr val="black"/>
                </a:solidFill>
                <a:latin typeface="Calibri" panose="020F0502020204030204"/>
              </a:endParaRPr>
            </a:p>
          </p:txBody>
        </p:sp>
        <p:sp>
          <p:nvSpPr>
            <p:cNvPr id="169" name="Freeform: Shape 64">
              <a:extLst>
                <a:ext uri="{FF2B5EF4-FFF2-40B4-BE49-F238E27FC236}">
                  <a16:creationId xmlns:a16="http://schemas.microsoft.com/office/drawing/2014/main" id="{419CC4A8-E38C-416F-BFF3-F43ADF473DB9}"/>
                </a:ext>
              </a:extLst>
            </p:cNvPr>
            <p:cNvSpPr/>
            <p:nvPr/>
          </p:nvSpPr>
          <p:spPr>
            <a:xfrm>
              <a:off x="10450307" y="2730754"/>
              <a:ext cx="533318" cy="313014"/>
            </a:xfrm>
            <a:custGeom>
              <a:avLst/>
              <a:gdLst>
                <a:gd name="connsiteX0" fmla="*/ 386450 w 533318"/>
                <a:gd name="connsiteY0" fmla="*/ 0 h 313014"/>
                <a:gd name="connsiteX1" fmla="*/ 440608 w 533318"/>
                <a:gd name="connsiteY1" fmla="*/ 54158 h 313014"/>
                <a:gd name="connsiteX2" fmla="*/ 368091 w 533318"/>
                <a:gd name="connsiteY2" fmla="*/ 126675 h 313014"/>
                <a:gd name="connsiteX3" fmla="*/ 313015 w 533318"/>
                <a:gd name="connsiteY3" fmla="*/ 71599 h 313014"/>
                <a:gd name="connsiteX4" fmla="*/ 221222 w 533318"/>
                <a:gd name="connsiteY4" fmla="*/ 163392 h 313014"/>
                <a:gd name="connsiteX5" fmla="*/ 166146 w 533318"/>
                <a:gd name="connsiteY5" fmla="*/ 108316 h 313014"/>
                <a:gd name="connsiteX6" fmla="*/ 0 w 533318"/>
                <a:gd name="connsiteY6" fmla="*/ 274462 h 313014"/>
                <a:gd name="connsiteX7" fmla="*/ 38553 w 533318"/>
                <a:gd name="connsiteY7" fmla="*/ 313015 h 313014"/>
                <a:gd name="connsiteX8" fmla="*/ 166146 w 533318"/>
                <a:gd name="connsiteY8" fmla="*/ 185422 h 313014"/>
                <a:gd name="connsiteX9" fmla="*/ 221222 w 533318"/>
                <a:gd name="connsiteY9" fmla="*/ 240498 h 313014"/>
                <a:gd name="connsiteX10" fmla="*/ 313015 w 533318"/>
                <a:gd name="connsiteY10" fmla="*/ 148705 h 313014"/>
                <a:gd name="connsiteX11" fmla="*/ 368091 w 533318"/>
                <a:gd name="connsiteY11" fmla="*/ 203781 h 313014"/>
                <a:gd name="connsiteX12" fmla="*/ 479161 w 533318"/>
                <a:gd name="connsiteY12" fmla="*/ 92711 h 313014"/>
                <a:gd name="connsiteX13" fmla="*/ 533319 w 533318"/>
                <a:gd name="connsiteY13" fmla="*/ 146869 h 313014"/>
                <a:gd name="connsiteX14" fmla="*/ 533319 w 533318"/>
                <a:gd name="connsiteY14" fmla="*/ 0 h 31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3318" h="313014">
                  <a:moveTo>
                    <a:pt x="386450" y="0"/>
                  </a:moveTo>
                  <a:lnTo>
                    <a:pt x="440608" y="54158"/>
                  </a:lnTo>
                  <a:lnTo>
                    <a:pt x="368091" y="126675"/>
                  </a:lnTo>
                  <a:lnTo>
                    <a:pt x="313015" y="71599"/>
                  </a:lnTo>
                  <a:lnTo>
                    <a:pt x="221222" y="163392"/>
                  </a:lnTo>
                  <a:lnTo>
                    <a:pt x="166146" y="108316"/>
                  </a:lnTo>
                  <a:lnTo>
                    <a:pt x="0" y="274462"/>
                  </a:lnTo>
                  <a:lnTo>
                    <a:pt x="38553" y="313015"/>
                  </a:lnTo>
                  <a:lnTo>
                    <a:pt x="166146" y="185422"/>
                  </a:lnTo>
                  <a:lnTo>
                    <a:pt x="221222" y="240498"/>
                  </a:lnTo>
                  <a:lnTo>
                    <a:pt x="313015" y="148705"/>
                  </a:lnTo>
                  <a:lnTo>
                    <a:pt x="368091" y="203781"/>
                  </a:lnTo>
                  <a:lnTo>
                    <a:pt x="479161" y="92711"/>
                  </a:lnTo>
                  <a:lnTo>
                    <a:pt x="533319" y="146869"/>
                  </a:lnTo>
                  <a:lnTo>
                    <a:pt x="533319" y="0"/>
                  </a:lnTo>
                  <a:close/>
                </a:path>
              </a:pathLst>
            </a:custGeom>
            <a:solidFill>
              <a:srgbClr val="000000"/>
            </a:solidFill>
            <a:ln w="912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endParaRPr lang="en-US" sz="1350" dirty="0">
                <a:solidFill>
                  <a:prstClr val="black"/>
                </a:solidFill>
                <a:latin typeface="Calibri" panose="020F0502020204030204"/>
              </a:endParaRPr>
            </a:p>
          </p:txBody>
        </p:sp>
      </p:grpSp>
      <p:grpSp>
        <p:nvGrpSpPr>
          <p:cNvPr id="170" name="Group 68">
            <a:extLst>
              <a:ext uri="{FF2B5EF4-FFF2-40B4-BE49-F238E27FC236}">
                <a16:creationId xmlns:a16="http://schemas.microsoft.com/office/drawing/2014/main" id="{18CF917A-D598-4C1F-91CC-BDE4F231B8A4}"/>
              </a:ext>
            </a:extLst>
          </p:cNvPr>
          <p:cNvGrpSpPr/>
          <p:nvPr/>
        </p:nvGrpSpPr>
        <p:grpSpPr>
          <a:xfrm>
            <a:off x="9825089" y="3968750"/>
            <a:ext cx="2366911" cy="1914233"/>
            <a:chOff x="8692174" y="-4182803"/>
            <a:chExt cx="3155881" cy="6447239"/>
          </a:xfrm>
        </p:grpSpPr>
        <p:sp>
          <p:nvSpPr>
            <p:cNvPr id="171" name="TextBox 69">
              <a:extLst>
                <a:ext uri="{FF2B5EF4-FFF2-40B4-BE49-F238E27FC236}">
                  <a16:creationId xmlns:a16="http://schemas.microsoft.com/office/drawing/2014/main" id="{E88779C3-3F5F-452B-A868-D32B5BA72227}"/>
                </a:ext>
              </a:extLst>
            </p:cNvPr>
            <p:cNvSpPr txBox="1"/>
            <p:nvPr/>
          </p:nvSpPr>
          <p:spPr>
            <a:xfrm>
              <a:off x="8692174" y="-4182803"/>
              <a:ext cx="2926080" cy="3742645"/>
            </a:xfrm>
            <a:prstGeom prst="rect">
              <a:avLst/>
            </a:prstGeom>
            <a:noFill/>
          </p:spPr>
          <p:txBody>
            <a:bodyPr wrap="square" lIns="0" rIns="0" rtlCol="0" anchor="b">
              <a:spAutoFit/>
            </a:bodyPr>
            <a:lstStyle/>
            <a:p>
              <a:pPr algn="ctr">
                <a:lnSpc>
                  <a:spcPct val="150000"/>
                </a:lnSpc>
                <a:buClr>
                  <a:srgbClr val="000000"/>
                </a:buClr>
              </a:pPr>
              <a:r>
                <a:rPr lang="fr-FR" sz="2000" b="1" kern="0" dirty="0">
                  <a:solidFill>
                    <a:schemeClr val="tx1">
                      <a:lumMod val="50000"/>
                    </a:schemeClr>
                  </a:solidFill>
                  <a:latin typeface="Times New Roman" panose="02020603050405020304" pitchFamily="18" charset="0"/>
                  <a:ea typeface="Exo 2"/>
                  <a:cs typeface="Times New Roman" panose="02020603050405020304" pitchFamily="18" charset="0"/>
                  <a:sym typeface="Calibri"/>
                </a:rPr>
                <a:t>Augmenter les performances scolaires et académiques des élèves et étudiants dyslexiques.</a:t>
              </a:r>
            </a:p>
          </p:txBody>
        </p:sp>
        <p:sp>
          <p:nvSpPr>
            <p:cNvPr id="172" name="TextBox 70">
              <a:extLst>
                <a:ext uri="{FF2B5EF4-FFF2-40B4-BE49-F238E27FC236}">
                  <a16:creationId xmlns:a16="http://schemas.microsoft.com/office/drawing/2014/main" id="{45DC7BD7-9343-4DC2-B845-CA5062904149}"/>
                </a:ext>
              </a:extLst>
            </p:cNvPr>
            <p:cNvSpPr txBox="1"/>
            <p:nvPr/>
          </p:nvSpPr>
          <p:spPr>
            <a:xfrm>
              <a:off x="8921977" y="1925882"/>
              <a:ext cx="2926080" cy="338554"/>
            </a:xfrm>
            <a:prstGeom prst="rect">
              <a:avLst/>
            </a:prstGeom>
            <a:noFill/>
          </p:spPr>
          <p:txBody>
            <a:bodyPr wrap="square" lIns="0" rIns="0" rtlCol="0" anchor="t">
              <a:spAutoFit/>
            </a:bodyPr>
            <a:lstStyle/>
            <a:p>
              <a:pPr algn="just"/>
              <a:endParaRPr lang="en-US" sz="1050" noProof="1">
                <a:solidFill>
                  <a:prstClr val="black">
                    <a:lumMod val="65000"/>
                    <a:lumOff val="35000"/>
                  </a:prstClr>
                </a:solidFill>
                <a:latin typeface="Calibri" panose="020F0502020204030204"/>
              </a:endParaRPr>
            </a:p>
          </p:txBody>
        </p:sp>
      </p:grpSp>
      <p:sp>
        <p:nvSpPr>
          <p:cNvPr id="21" name="Google Shape;199;p33">
            <a:extLst>
              <a:ext uri="{FF2B5EF4-FFF2-40B4-BE49-F238E27FC236}">
                <a16:creationId xmlns:a16="http://schemas.microsoft.com/office/drawing/2014/main" id="{C310E65A-C3CF-4667-8612-153820FE8A92}"/>
              </a:ext>
            </a:extLst>
          </p:cNvPr>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Exo 2"/>
              </a:rPr>
              <a:t>34</a:t>
            </a:r>
          </a:p>
        </p:txBody>
      </p:sp>
    </p:spTree>
    <p:extLst>
      <p:ext uri="{BB962C8B-B14F-4D97-AF65-F5344CB8AC3E}">
        <p14:creationId xmlns:p14="http://schemas.microsoft.com/office/powerpoint/2010/main" val="324167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500"/>
                                        <p:tgtEl>
                                          <p:spTgt spid="1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2"/>
                                        </p:tgtEl>
                                        <p:attrNameLst>
                                          <p:attrName>style.visibility</p:attrName>
                                        </p:attrNameLst>
                                      </p:cBhvr>
                                      <p:to>
                                        <p:strVal val="visible"/>
                                      </p:to>
                                    </p:set>
                                    <p:animEffect transition="in" filter="fade">
                                      <p:cBhvr>
                                        <p:cTn id="10" dur="500"/>
                                        <p:tgtEl>
                                          <p:spTgt spid="16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0"/>
                                        </p:tgtEl>
                                        <p:attrNameLst>
                                          <p:attrName>style.visibility</p:attrName>
                                        </p:attrNameLst>
                                      </p:cBhvr>
                                      <p:to>
                                        <p:strVal val="visible"/>
                                      </p:to>
                                    </p:set>
                                    <p:animEffect transition="in" filter="fade">
                                      <p:cBhvr>
                                        <p:cTn id="15" dur="500"/>
                                        <p:tgtEl>
                                          <p:spTgt spid="16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3"/>
                                        </p:tgtEl>
                                        <p:attrNameLst>
                                          <p:attrName>style.visibility</p:attrName>
                                        </p:attrNameLst>
                                      </p:cBhvr>
                                      <p:to>
                                        <p:strVal val="visible"/>
                                      </p:to>
                                    </p:set>
                                    <p:animEffect transition="in" filter="fade">
                                      <p:cBhvr>
                                        <p:cTn id="18" dur="500"/>
                                        <p:tgtEl>
                                          <p:spTgt spid="16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8"/>
                                        </p:tgtEl>
                                        <p:attrNameLst>
                                          <p:attrName>style.visibility</p:attrName>
                                        </p:attrNameLst>
                                      </p:cBhvr>
                                      <p:to>
                                        <p:strVal val="visible"/>
                                      </p:to>
                                    </p:set>
                                    <p:animEffect transition="in" filter="fade">
                                      <p:cBhvr>
                                        <p:cTn id="23" dur="500"/>
                                        <p:tgtEl>
                                          <p:spTgt spid="15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4"/>
                                        </p:tgtEl>
                                        <p:attrNameLst>
                                          <p:attrName>style.visibility</p:attrName>
                                        </p:attrNameLst>
                                      </p:cBhvr>
                                      <p:to>
                                        <p:strVal val="visible"/>
                                      </p:to>
                                    </p:set>
                                    <p:animEffect transition="in" filter="fade">
                                      <p:cBhvr>
                                        <p:cTn id="26" dur="500"/>
                                        <p:tgtEl>
                                          <p:spTgt spid="16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6"/>
                                        </p:tgtEl>
                                        <p:attrNameLst>
                                          <p:attrName>style.visibility</p:attrName>
                                        </p:attrNameLst>
                                      </p:cBhvr>
                                      <p:to>
                                        <p:strVal val="visible"/>
                                      </p:to>
                                    </p:set>
                                    <p:animEffect transition="in" filter="fade">
                                      <p:cBhvr>
                                        <p:cTn id="31" dur="500"/>
                                        <p:tgtEl>
                                          <p:spTgt spid="15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6"/>
                                        </p:tgtEl>
                                        <p:attrNameLst>
                                          <p:attrName>style.visibility</p:attrName>
                                        </p:attrNameLst>
                                      </p:cBhvr>
                                      <p:to>
                                        <p:strVal val="visible"/>
                                      </p:to>
                                    </p:set>
                                    <p:animEffect transition="in" filter="fade">
                                      <p:cBhvr>
                                        <p:cTn id="34" dur="500"/>
                                        <p:tgtEl>
                                          <p:spTgt spid="16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1"/>
                                        </p:tgtEl>
                                        <p:attrNameLst>
                                          <p:attrName>style.visibility</p:attrName>
                                        </p:attrNameLst>
                                      </p:cBhvr>
                                      <p:to>
                                        <p:strVal val="visible"/>
                                      </p:to>
                                    </p:set>
                                    <p:animEffect transition="in" filter="fade">
                                      <p:cBhvr>
                                        <p:cTn id="39" dur="500"/>
                                        <p:tgtEl>
                                          <p:spTgt spid="16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5"/>
                                        </p:tgtEl>
                                        <p:attrNameLst>
                                          <p:attrName>style.visibility</p:attrName>
                                        </p:attrNameLst>
                                      </p:cBhvr>
                                      <p:to>
                                        <p:strVal val="visible"/>
                                      </p:to>
                                    </p:set>
                                    <p:animEffect transition="in" filter="fade">
                                      <p:cBhvr>
                                        <p:cTn id="42" dur="500"/>
                                        <p:tgtEl>
                                          <p:spTgt spid="16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7"/>
                                        </p:tgtEl>
                                        <p:attrNameLst>
                                          <p:attrName>style.visibility</p:attrName>
                                        </p:attrNameLst>
                                      </p:cBhvr>
                                      <p:to>
                                        <p:strVal val="visible"/>
                                      </p:to>
                                    </p:set>
                                    <p:animEffect transition="in" filter="fade">
                                      <p:cBhvr>
                                        <p:cTn id="47" dur="500"/>
                                        <p:tgtEl>
                                          <p:spTgt spid="167"/>
                                        </p:tgtEl>
                                      </p:cBhvr>
                                    </p:animEffect>
                                  </p:childTnLst>
                                </p:cTn>
                              </p:par>
                              <p:par>
                                <p:cTn id="48" presetID="10" presetClass="entr" presetSubtype="0" fill="hold" nodeType="withEffect">
                                  <p:stCondLst>
                                    <p:cond delay="0"/>
                                  </p:stCondLst>
                                  <p:childTnLst>
                                    <p:set>
                                      <p:cBhvr>
                                        <p:cTn id="49" dur="1" fill="hold">
                                          <p:stCondLst>
                                            <p:cond delay="0"/>
                                          </p:stCondLst>
                                        </p:cTn>
                                        <p:tgtEl>
                                          <p:spTgt spid="170"/>
                                        </p:tgtEl>
                                        <p:attrNameLst>
                                          <p:attrName>style.visibility</p:attrName>
                                        </p:attrNameLst>
                                      </p:cBhvr>
                                      <p:to>
                                        <p:strVal val="visible"/>
                                      </p:to>
                                    </p:set>
                                    <p:animEffect transition="in" filter="fade">
                                      <p:cBhvr>
                                        <p:cTn id="50" dur="5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animBg="1"/>
      <p:bldP spid="158" grpId="0" animBg="1"/>
      <p:bldP spid="159" grpId="0" animBg="1"/>
      <p:bldP spid="160" grpId="0" animBg="1"/>
      <p:bldP spid="161" grpId="0" animBg="1"/>
      <p:bldP spid="162" grpId="0"/>
      <p:bldP spid="163" grpId="0"/>
      <p:bldP spid="164" grpId="0"/>
      <p:bldP spid="165" grpId="0"/>
      <p:bldP spid="16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175;p31">
            <a:extLst>
              <a:ext uri="{FF2B5EF4-FFF2-40B4-BE49-F238E27FC236}">
                <a16:creationId xmlns:a16="http://schemas.microsoft.com/office/drawing/2014/main" id="{9FB28190-6835-4CCE-9A76-64E7CD223680}"/>
              </a:ext>
            </a:extLst>
          </p:cNvPr>
          <p:cNvSpPr txBox="1">
            <a:spLocks/>
          </p:cNvSpPr>
          <p:nvPr/>
        </p:nvSpPr>
        <p:spPr>
          <a:xfrm flipH="1">
            <a:off x="0" y="702127"/>
            <a:ext cx="2799184"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Perspectives  </a:t>
            </a:r>
          </a:p>
        </p:txBody>
      </p:sp>
      <p:cxnSp>
        <p:nvCxnSpPr>
          <p:cNvPr id="10" name="Google Shape;177;p31">
            <a:extLst>
              <a:ext uri="{FF2B5EF4-FFF2-40B4-BE49-F238E27FC236}">
                <a16:creationId xmlns:a16="http://schemas.microsoft.com/office/drawing/2014/main" id="{2A6567AA-0642-46A7-85DB-D841B755F1AF}"/>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graphicFrame>
        <p:nvGraphicFramePr>
          <p:cNvPr id="11" name="Diagramme 10">
            <a:extLst>
              <a:ext uri="{FF2B5EF4-FFF2-40B4-BE49-F238E27FC236}">
                <a16:creationId xmlns:a16="http://schemas.microsoft.com/office/drawing/2014/main" id="{1C1F4C3A-6AF0-4FB1-810E-9547C01F1689}"/>
              </a:ext>
            </a:extLst>
          </p:cNvPr>
          <p:cNvGraphicFramePr/>
          <p:nvPr>
            <p:extLst>
              <p:ext uri="{D42A27DB-BD31-4B8C-83A1-F6EECF244321}">
                <p14:modId xmlns:p14="http://schemas.microsoft.com/office/powerpoint/2010/main" val="630747435"/>
              </p:ext>
            </p:extLst>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8" name="Google Shape;199;p33">
            <a:extLst>
              <a:ext uri="{FF2B5EF4-FFF2-40B4-BE49-F238E27FC236}">
                <a16:creationId xmlns:a16="http://schemas.microsoft.com/office/drawing/2014/main" id="{DF067EEF-DD59-43D8-977D-5E6EE10FDA38}"/>
              </a:ext>
            </a:extLst>
          </p:cNvPr>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Exo 2"/>
              </a:rPr>
              <a:t>35</a:t>
            </a:r>
          </a:p>
        </p:txBody>
      </p:sp>
      <p:sp>
        <p:nvSpPr>
          <p:cNvPr id="50" name="ZoneTexte 49">
            <a:extLst>
              <a:ext uri="{FF2B5EF4-FFF2-40B4-BE49-F238E27FC236}">
                <a16:creationId xmlns:a16="http://schemas.microsoft.com/office/drawing/2014/main" id="{E14473B0-441E-484C-9814-44908633983F}"/>
              </a:ext>
            </a:extLst>
          </p:cNvPr>
          <p:cNvSpPr txBox="1"/>
          <p:nvPr/>
        </p:nvSpPr>
        <p:spPr>
          <a:xfrm>
            <a:off x="996991" y="1873109"/>
            <a:ext cx="2585964" cy="369332"/>
          </a:xfrm>
          <a:prstGeom prst="rect">
            <a:avLst/>
          </a:prstGeom>
          <a:noFill/>
        </p:spPr>
        <p:txBody>
          <a:bodyPr wrap="square">
            <a:spAutoFit/>
          </a:bodyPr>
          <a:lstStyle/>
          <a:p>
            <a:r>
              <a:rPr lang="fr-FR" dirty="0">
                <a:latin typeface="Arial" panose="020B0604020202020204" pitchFamily="34" charset="0"/>
                <a:ea typeface="Arial" panose="020B0604020202020204" pitchFamily="34" charset="0"/>
              </a:rPr>
              <a:t>R</a:t>
            </a:r>
            <a:r>
              <a:rPr lang="fr-FR" sz="1800" dirty="0">
                <a:effectLst/>
                <a:latin typeface="Arial" panose="020B0604020202020204" pitchFamily="34" charset="0"/>
                <a:ea typeface="Arial" panose="020B0604020202020204" pitchFamily="34" charset="0"/>
              </a:rPr>
              <a:t>éévaluer le code:  </a:t>
            </a:r>
            <a:endParaRPr lang="fr-FR" dirty="0"/>
          </a:p>
        </p:txBody>
      </p:sp>
      <p:sp>
        <p:nvSpPr>
          <p:cNvPr id="52" name="ZoneTexte 51">
            <a:extLst>
              <a:ext uri="{FF2B5EF4-FFF2-40B4-BE49-F238E27FC236}">
                <a16:creationId xmlns:a16="http://schemas.microsoft.com/office/drawing/2014/main" id="{BBF3964A-40BF-4541-B73F-413DF953911E}"/>
              </a:ext>
            </a:extLst>
          </p:cNvPr>
          <p:cNvSpPr txBox="1"/>
          <p:nvPr/>
        </p:nvSpPr>
        <p:spPr>
          <a:xfrm>
            <a:off x="966207" y="3137476"/>
            <a:ext cx="5716132" cy="923330"/>
          </a:xfrm>
          <a:prstGeom prst="rect">
            <a:avLst/>
          </a:prstGeom>
          <a:noFill/>
        </p:spPr>
        <p:txBody>
          <a:bodyPr wrap="square">
            <a:spAutoFit/>
          </a:bodyPr>
          <a:lstStyle/>
          <a:p>
            <a:r>
              <a:rPr lang="fr-FR" sz="1800" dirty="0">
                <a:effectLst/>
                <a:latin typeface="Arial" panose="020B0604020202020204" pitchFamily="34" charset="0"/>
                <a:ea typeface="Arial" panose="020B0604020202020204" pitchFamily="34" charset="0"/>
              </a:rPr>
              <a:t>Un logiciel d’aide à</a:t>
            </a:r>
            <a:r>
              <a:rPr lang="ar-AE" sz="1800" dirty="0">
                <a:effectLst/>
                <a:latin typeface="Arial" panose="020B0604020202020204" pitchFamily="34" charset="0"/>
                <a:ea typeface="Arial" panose="020B0604020202020204" pitchFamily="34" charset="0"/>
              </a:rPr>
              <a:t> </a:t>
            </a:r>
            <a:r>
              <a:rPr lang="fr-FR" dirty="0">
                <a:latin typeface="Arial" panose="020B0604020202020204" pitchFamily="34" charset="0"/>
                <a:ea typeface="Arial" panose="020B0604020202020204" pitchFamily="34" charset="0"/>
              </a:rPr>
              <a:t>l</a:t>
            </a:r>
            <a:r>
              <a:rPr lang="fr-FR" sz="1800" dirty="0">
                <a:effectLst/>
                <a:latin typeface="Arial" panose="020B0604020202020204" pitchFamily="34" charset="0"/>
                <a:ea typeface="Arial" panose="020B0604020202020204" pitchFamily="34" charset="0"/>
              </a:rPr>
              <a:t>'apprentissage avec des différents exercices basés sur des méthodes de </a:t>
            </a:r>
            <a:r>
              <a:rPr lang="fr-FR" dirty="0">
                <a:latin typeface="Arial" panose="020B0604020202020204" pitchFamily="34" charset="0"/>
                <a:ea typeface="Arial" panose="020B0604020202020204" pitchFamily="34" charset="0"/>
              </a:rPr>
              <a:t>pratique efficaces.</a:t>
            </a:r>
            <a:endParaRPr lang="fr-FR" sz="1800" dirty="0">
              <a:effectLst/>
              <a:latin typeface="Arial" panose="020B0604020202020204" pitchFamily="34" charset="0"/>
              <a:ea typeface="Arial" panose="020B0604020202020204" pitchFamily="34" charset="0"/>
            </a:endParaRPr>
          </a:p>
        </p:txBody>
      </p:sp>
      <p:sp>
        <p:nvSpPr>
          <p:cNvPr id="54" name="ZoneTexte 53">
            <a:extLst>
              <a:ext uri="{FF2B5EF4-FFF2-40B4-BE49-F238E27FC236}">
                <a16:creationId xmlns:a16="http://schemas.microsoft.com/office/drawing/2014/main" id="{4EA7F113-4A4B-427E-A39F-4BD009511619}"/>
              </a:ext>
            </a:extLst>
          </p:cNvPr>
          <p:cNvSpPr txBox="1"/>
          <p:nvPr/>
        </p:nvSpPr>
        <p:spPr>
          <a:xfrm>
            <a:off x="935544" y="4301394"/>
            <a:ext cx="6164664" cy="1477328"/>
          </a:xfrm>
          <a:prstGeom prst="rect">
            <a:avLst/>
          </a:prstGeom>
          <a:noFill/>
        </p:spPr>
        <p:txBody>
          <a:bodyPr wrap="square">
            <a:spAutoFit/>
          </a:bodyPr>
          <a:lstStyle/>
          <a:p>
            <a:r>
              <a:rPr lang="fr-FR" sz="1800" dirty="0">
                <a:effectLst/>
                <a:latin typeface="Arial" panose="020B0604020202020204" pitchFamily="34" charset="0"/>
                <a:ea typeface="Arial" panose="020B0604020202020204" pitchFamily="34" charset="0"/>
              </a:rPr>
              <a:t>Etudier les différents tests et évaluations dans le processus de diagnostic du trouble par les professionnels afin de les simuler dans un logiciel en utilisant l’intelligence artificielle et en évoquant le concept du stress visuel chez les dyslexiques.</a:t>
            </a:r>
            <a:endParaRPr lang="fr-FR" dirty="0"/>
          </a:p>
        </p:txBody>
      </p:sp>
      <p:sp>
        <p:nvSpPr>
          <p:cNvPr id="5" name="Dodécagone 4">
            <a:extLst>
              <a:ext uri="{FF2B5EF4-FFF2-40B4-BE49-F238E27FC236}">
                <a16:creationId xmlns:a16="http://schemas.microsoft.com/office/drawing/2014/main" id="{6B12DEA2-6279-471E-88E8-41A8A64D3F76}"/>
              </a:ext>
            </a:extLst>
          </p:cNvPr>
          <p:cNvSpPr/>
          <p:nvPr/>
        </p:nvSpPr>
        <p:spPr>
          <a:xfrm>
            <a:off x="172351" y="1729368"/>
            <a:ext cx="824640" cy="705847"/>
          </a:xfrm>
          <a:prstGeom prst="dodecagon">
            <a:avLst/>
          </a:prstGeom>
          <a:solidFill>
            <a:srgbClr val="003266"/>
          </a:solidFill>
          <a:ln>
            <a:solidFill>
              <a:srgbClr val="02366B"/>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56" name="Dodécagone 55">
            <a:extLst>
              <a:ext uri="{FF2B5EF4-FFF2-40B4-BE49-F238E27FC236}">
                <a16:creationId xmlns:a16="http://schemas.microsoft.com/office/drawing/2014/main" id="{E0626F46-5804-4EAF-B82F-6BF3A6D40388}"/>
              </a:ext>
            </a:extLst>
          </p:cNvPr>
          <p:cNvSpPr/>
          <p:nvPr/>
        </p:nvSpPr>
        <p:spPr>
          <a:xfrm>
            <a:off x="141567" y="2940303"/>
            <a:ext cx="824640" cy="705847"/>
          </a:xfrm>
          <a:prstGeom prst="dodecagon">
            <a:avLst/>
          </a:prstGeom>
          <a:solidFill>
            <a:srgbClr val="003266"/>
          </a:solidFill>
          <a:ln>
            <a:solidFill>
              <a:srgbClr val="02366B"/>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57" name="Dodécagone 56">
            <a:extLst>
              <a:ext uri="{FF2B5EF4-FFF2-40B4-BE49-F238E27FC236}">
                <a16:creationId xmlns:a16="http://schemas.microsoft.com/office/drawing/2014/main" id="{0B3F4891-5133-4C27-B9BA-A2876207710C}"/>
              </a:ext>
            </a:extLst>
          </p:cNvPr>
          <p:cNvSpPr/>
          <p:nvPr/>
        </p:nvSpPr>
        <p:spPr>
          <a:xfrm>
            <a:off x="110904" y="4205591"/>
            <a:ext cx="824640" cy="705847"/>
          </a:xfrm>
          <a:prstGeom prst="dodecagon">
            <a:avLst/>
          </a:prstGeom>
          <a:solidFill>
            <a:srgbClr val="003266"/>
          </a:solidFill>
          <a:ln>
            <a:solidFill>
              <a:srgbClr val="02366B"/>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7" name="ZoneTexte 6">
            <a:extLst>
              <a:ext uri="{FF2B5EF4-FFF2-40B4-BE49-F238E27FC236}">
                <a16:creationId xmlns:a16="http://schemas.microsoft.com/office/drawing/2014/main" id="{10397EC8-23C3-4C6D-ABB4-5338A9D4ABCE}"/>
              </a:ext>
            </a:extLst>
          </p:cNvPr>
          <p:cNvSpPr txBox="1"/>
          <p:nvPr/>
        </p:nvSpPr>
        <p:spPr>
          <a:xfrm>
            <a:off x="367239" y="1780925"/>
            <a:ext cx="461606" cy="604556"/>
          </a:xfrm>
          <a:prstGeom prst="rect">
            <a:avLst/>
          </a:prstGeom>
          <a:noFill/>
        </p:spPr>
        <p:txBody>
          <a:bodyPr wrap="square" rtlCol="0">
            <a:spAutoFit/>
          </a:bodyPr>
          <a:lstStyle/>
          <a:p>
            <a:r>
              <a:rPr lang="en-US" sz="3200" dirty="0">
                <a:solidFill>
                  <a:schemeClr val="bg1"/>
                </a:solidFill>
              </a:rPr>
              <a:t>1</a:t>
            </a:r>
            <a:endParaRPr lang="fr-FR" sz="3200" dirty="0">
              <a:solidFill>
                <a:schemeClr val="bg1"/>
              </a:solidFill>
            </a:endParaRPr>
          </a:p>
        </p:txBody>
      </p:sp>
      <p:sp>
        <p:nvSpPr>
          <p:cNvPr id="60" name="ZoneTexte 59">
            <a:extLst>
              <a:ext uri="{FF2B5EF4-FFF2-40B4-BE49-F238E27FC236}">
                <a16:creationId xmlns:a16="http://schemas.microsoft.com/office/drawing/2014/main" id="{0627BB08-9C88-4242-9B2C-DB5D423DD1C8}"/>
              </a:ext>
            </a:extLst>
          </p:cNvPr>
          <p:cNvSpPr txBox="1"/>
          <p:nvPr/>
        </p:nvSpPr>
        <p:spPr>
          <a:xfrm>
            <a:off x="367239" y="3002948"/>
            <a:ext cx="532562" cy="584775"/>
          </a:xfrm>
          <a:prstGeom prst="rect">
            <a:avLst/>
          </a:prstGeom>
          <a:noFill/>
        </p:spPr>
        <p:txBody>
          <a:bodyPr wrap="square" rtlCol="0">
            <a:spAutoFit/>
          </a:bodyPr>
          <a:lstStyle/>
          <a:p>
            <a:r>
              <a:rPr lang="en-US" sz="3200" dirty="0">
                <a:solidFill>
                  <a:schemeClr val="bg1"/>
                </a:solidFill>
              </a:rPr>
              <a:t>2</a:t>
            </a:r>
            <a:endParaRPr lang="fr-FR" sz="3200" dirty="0">
              <a:solidFill>
                <a:schemeClr val="bg1"/>
              </a:solidFill>
            </a:endParaRPr>
          </a:p>
        </p:txBody>
      </p:sp>
      <p:sp>
        <p:nvSpPr>
          <p:cNvPr id="61" name="ZoneTexte 60">
            <a:extLst>
              <a:ext uri="{FF2B5EF4-FFF2-40B4-BE49-F238E27FC236}">
                <a16:creationId xmlns:a16="http://schemas.microsoft.com/office/drawing/2014/main" id="{A46D1FE9-73EE-4AC8-86C0-3A594B8CB2F4}"/>
              </a:ext>
            </a:extLst>
          </p:cNvPr>
          <p:cNvSpPr txBox="1"/>
          <p:nvPr/>
        </p:nvSpPr>
        <p:spPr>
          <a:xfrm>
            <a:off x="316907" y="4266128"/>
            <a:ext cx="532562" cy="584775"/>
          </a:xfrm>
          <a:prstGeom prst="rect">
            <a:avLst/>
          </a:prstGeom>
          <a:noFill/>
        </p:spPr>
        <p:txBody>
          <a:bodyPr wrap="square" rtlCol="0">
            <a:spAutoFit/>
          </a:bodyPr>
          <a:lstStyle/>
          <a:p>
            <a:r>
              <a:rPr lang="en-US" sz="3200" dirty="0">
                <a:solidFill>
                  <a:schemeClr val="bg1"/>
                </a:solidFill>
              </a:rPr>
              <a:t>3</a:t>
            </a:r>
            <a:endParaRPr lang="fr-FR" sz="3200" dirty="0">
              <a:solidFill>
                <a:schemeClr val="bg1"/>
              </a:solidFill>
            </a:endParaRPr>
          </a:p>
        </p:txBody>
      </p:sp>
      <p:pic>
        <p:nvPicPr>
          <p:cNvPr id="3" name="Image 2">
            <a:extLst>
              <a:ext uri="{FF2B5EF4-FFF2-40B4-BE49-F238E27FC236}">
                <a16:creationId xmlns:a16="http://schemas.microsoft.com/office/drawing/2014/main" id="{01545CF8-D358-47B7-B82F-C1A80637214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53496" y="2053078"/>
            <a:ext cx="4889985" cy="2586503"/>
          </a:xfrm>
          <a:prstGeom prst="rect">
            <a:avLst/>
          </a:prstGeom>
        </p:spPr>
      </p:pic>
      <p:cxnSp>
        <p:nvCxnSpPr>
          <p:cNvPr id="6" name="Connecteur : en arc 5">
            <a:extLst>
              <a:ext uri="{FF2B5EF4-FFF2-40B4-BE49-F238E27FC236}">
                <a16:creationId xmlns:a16="http://schemas.microsoft.com/office/drawing/2014/main" id="{B134EA1E-BB1C-49CE-AF49-A0E09D6F83BC}"/>
              </a:ext>
            </a:extLst>
          </p:cNvPr>
          <p:cNvCxnSpPr>
            <a:cxnSpLocks/>
            <a:stCxn id="52" idx="0"/>
            <a:endCxn id="3" idx="0"/>
          </p:cNvCxnSpPr>
          <p:nvPr/>
        </p:nvCxnSpPr>
        <p:spPr>
          <a:xfrm rot="5400000" flipH="1" flipV="1">
            <a:off x="6019182" y="-141831"/>
            <a:ext cx="1084398" cy="5474216"/>
          </a:xfrm>
          <a:prstGeom prst="curvedConnector3">
            <a:avLst>
              <a:gd name="adj1" fmla="val 121081"/>
            </a:avLst>
          </a:prstGeom>
          <a:ln>
            <a:tailEnd type="triangle"/>
          </a:ln>
        </p:spPr>
        <p:style>
          <a:lnRef idx="3">
            <a:schemeClr val="accent5"/>
          </a:lnRef>
          <a:fillRef idx="0">
            <a:schemeClr val="accent5"/>
          </a:fillRef>
          <a:effectRef idx="2">
            <a:schemeClr val="accent5"/>
          </a:effectRef>
          <a:fontRef idx="minor">
            <a:schemeClr val="tx1"/>
          </a:fontRef>
        </p:style>
      </p:cxnSp>
      <p:sp>
        <p:nvSpPr>
          <p:cNvPr id="21" name="ZoneTexte 20">
            <a:extLst>
              <a:ext uri="{FF2B5EF4-FFF2-40B4-BE49-F238E27FC236}">
                <a16:creationId xmlns:a16="http://schemas.microsoft.com/office/drawing/2014/main" id="{EA1DE091-31ED-4C75-B2BD-80F853EEFFE6}"/>
              </a:ext>
            </a:extLst>
          </p:cNvPr>
          <p:cNvSpPr txBox="1"/>
          <p:nvPr/>
        </p:nvSpPr>
        <p:spPr>
          <a:xfrm>
            <a:off x="996990" y="2193050"/>
            <a:ext cx="2659137" cy="369332"/>
          </a:xfrm>
          <a:prstGeom prst="rect">
            <a:avLst/>
          </a:prstGeom>
          <a:noFill/>
        </p:spPr>
        <p:txBody>
          <a:bodyPr wrap="square">
            <a:spAutoFit/>
          </a:bodyPr>
          <a:lstStyle/>
          <a:p>
            <a:r>
              <a:rPr lang="fr-FR" i="1" strike="sngStrike" dirty="0">
                <a:latin typeface="Arial" panose="020B0604020202020204" pitchFamily="34" charset="0"/>
                <a:ea typeface="Arial" panose="020B0604020202020204" pitchFamily="34" charset="0"/>
              </a:rPr>
              <a:t>Speech recognition </a:t>
            </a:r>
            <a:endParaRPr lang="fr-FR" i="1" strike="sngStrike" dirty="0"/>
          </a:p>
        </p:txBody>
      </p:sp>
      <p:sp>
        <p:nvSpPr>
          <p:cNvPr id="14" name="Flèche : droite 13">
            <a:extLst>
              <a:ext uri="{FF2B5EF4-FFF2-40B4-BE49-F238E27FC236}">
                <a16:creationId xmlns:a16="http://schemas.microsoft.com/office/drawing/2014/main" id="{1D28A8F4-69EA-429B-918D-4DFCAC24FC86}"/>
              </a:ext>
            </a:extLst>
          </p:cNvPr>
          <p:cNvSpPr/>
          <p:nvPr/>
        </p:nvSpPr>
        <p:spPr>
          <a:xfrm>
            <a:off x="1138569" y="2632454"/>
            <a:ext cx="385633" cy="228880"/>
          </a:xfrm>
          <a:prstGeom prst="rightArrow">
            <a:avLst/>
          </a:prstGeom>
          <a:solidFill>
            <a:srgbClr val="666666"/>
          </a:solidFill>
          <a:ln>
            <a:solidFill>
              <a:schemeClr val="tx1"/>
            </a:solidFill>
          </a:ln>
        </p:spPr>
        <p:txBody>
          <a:bodyPr spcFirstLastPara="1" wrap="square" lIns="91425" tIns="91425" rIns="91425" bIns="91425" rtlCol="0" anchor="ctr" anchorCtr="0">
            <a:noAutofit/>
          </a:bodyPr>
          <a:lstStyle/>
          <a:p>
            <a:pPr marL="0" indent="0" algn="l" rtl="0">
              <a:spcBef>
                <a:spcPts val="0"/>
              </a:spcBef>
              <a:spcAft>
                <a:spcPts val="0"/>
              </a:spcAft>
              <a:buNone/>
            </a:pPr>
            <a:endParaRPr lang="fr-FR" dirty="0"/>
          </a:p>
        </p:txBody>
      </p:sp>
      <p:sp>
        <p:nvSpPr>
          <p:cNvPr id="24" name="ZoneTexte 23">
            <a:extLst>
              <a:ext uri="{FF2B5EF4-FFF2-40B4-BE49-F238E27FC236}">
                <a16:creationId xmlns:a16="http://schemas.microsoft.com/office/drawing/2014/main" id="{77609C99-D99E-4C15-8143-EA06B30B245E}"/>
              </a:ext>
            </a:extLst>
          </p:cNvPr>
          <p:cNvSpPr txBox="1"/>
          <p:nvPr/>
        </p:nvSpPr>
        <p:spPr>
          <a:xfrm>
            <a:off x="1469616" y="2541393"/>
            <a:ext cx="737522" cy="369332"/>
          </a:xfrm>
          <a:prstGeom prst="rect">
            <a:avLst/>
          </a:prstGeom>
          <a:noFill/>
        </p:spPr>
        <p:txBody>
          <a:bodyPr wrap="square">
            <a:spAutoFit/>
          </a:bodyPr>
          <a:lstStyle/>
          <a:p>
            <a:r>
              <a:rPr lang="fr-FR" i="1" dirty="0" err="1">
                <a:latin typeface="Arial" panose="020B0604020202020204" pitchFamily="34" charset="0"/>
                <a:ea typeface="Arial" panose="020B0604020202020204" pitchFamily="34" charset="0"/>
              </a:rPr>
              <a:t>Vosk</a:t>
            </a:r>
            <a:endParaRPr lang="fr-FR" i="1" dirty="0"/>
          </a:p>
        </p:txBody>
      </p:sp>
    </p:spTree>
    <p:extLst>
      <p:ext uri="{BB962C8B-B14F-4D97-AF65-F5344CB8AC3E}">
        <p14:creationId xmlns:p14="http://schemas.microsoft.com/office/powerpoint/2010/main" val="231009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down)">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wheel(1)">
                                      <p:cBhvr>
                                        <p:cTn id="12" dur="20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57"/>
                                        </p:tgtEl>
                                        <p:attrNameLst>
                                          <p:attrName>style.visibility</p:attrName>
                                        </p:attrNameLst>
                                      </p:cBhvr>
                                      <p:to>
                                        <p:strVal val="visible"/>
                                      </p:to>
                                    </p:set>
                                    <p:animEffect transition="in" filter="wipe(down)">
                                      <p:cBhvr>
                                        <p:cTn id="28" dur="500"/>
                                        <p:tgtEl>
                                          <p:spTgt spid="5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wheel(1)">
                                      <p:cBhvr>
                                        <p:cTn id="33" dur="2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4" grpId="0"/>
      <p:bldP spid="56" grpId="0" animBg="1"/>
      <p:bldP spid="5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175;p31">
            <a:extLst>
              <a:ext uri="{FF2B5EF4-FFF2-40B4-BE49-F238E27FC236}">
                <a16:creationId xmlns:a16="http://schemas.microsoft.com/office/drawing/2014/main" id="{9FB28190-6835-4CCE-9A76-64E7CD223680}"/>
              </a:ext>
            </a:extLst>
          </p:cNvPr>
          <p:cNvSpPr txBox="1">
            <a:spLocks/>
          </p:cNvSpPr>
          <p:nvPr/>
        </p:nvSpPr>
        <p:spPr>
          <a:xfrm flipH="1">
            <a:off x="0" y="702127"/>
            <a:ext cx="4765595" cy="705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Exo 2"/>
              <a:buNone/>
              <a:defRPr sz="3200" b="1" i="0" u="none" strike="noStrike" cap="none">
                <a:solidFill>
                  <a:schemeClr val="dk1"/>
                </a:solidFill>
                <a:latin typeface="Exo 2"/>
                <a:ea typeface="Exo 2"/>
                <a:cs typeface="Exo 2"/>
                <a:sym typeface="Exo 2"/>
              </a:defRPr>
            </a:lvl1pPr>
            <a:lvl2pPr marR="0" lvl="1"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2pPr>
            <a:lvl3pPr marR="0" lvl="2"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3pPr>
            <a:lvl4pPr marR="0" lvl="3"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4pPr>
            <a:lvl5pPr marR="0" lvl="4"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5pPr>
            <a:lvl6pPr marR="0" lvl="5"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6pPr>
            <a:lvl7pPr marR="0" lvl="6"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7pPr>
            <a:lvl8pPr marR="0" lvl="7"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8pPr>
            <a:lvl9pPr marR="0" lvl="8" algn="r" rtl="0">
              <a:lnSpc>
                <a:spcPct val="100000"/>
              </a:lnSpc>
              <a:spcBef>
                <a:spcPts val="0"/>
              </a:spcBef>
              <a:spcAft>
                <a:spcPts val="0"/>
              </a:spcAft>
              <a:buClr>
                <a:schemeClr val="dk1"/>
              </a:buClr>
              <a:buSzPts val="2400"/>
              <a:buFont typeface="Squada One"/>
              <a:buNone/>
              <a:defRPr sz="3200" b="0" i="0" u="none" strike="noStrike" cap="none">
                <a:solidFill>
                  <a:schemeClr val="dk1"/>
                </a:solidFill>
                <a:latin typeface="Squada One"/>
                <a:ea typeface="Squada One"/>
                <a:cs typeface="Squada One"/>
                <a:sym typeface="Squada One"/>
              </a:defRPr>
            </a:lvl9pPr>
          </a:lstStyle>
          <a:p>
            <a:pPr algn="l"/>
            <a:r>
              <a:rPr lang="fr-FR" kern="0" dirty="0">
                <a:solidFill>
                  <a:srgbClr val="003366"/>
                </a:solidFill>
                <a:latin typeface="Times New Roman" panose="02020603050405020304" pitchFamily="18" charset="0"/>
                <a:cs typeface="Times New Roman" panose="02020603050405020304" pitchFamily="18" charset="0"/>
              </a:rPr>
              <a:t>Perspectives  </a:t>
            </a:r>
          </a:p>
        </p:txBody>
      </p:sp>
      <p:cxnSp>
        <p:nvCxnSpPr>
          <p:cNvPr id="10" name="Google Shape;177;p31">
            <a:extLst>
              <a:ext uri="{FF2B5EF4-FFF2-40B4-BE49-F238E27FC236}">
                <a16:creationId xmlns:a16="http://schemas.microsoft.com/office/drawing/2014/main" id="{2A6567AA-0642-46A7-85DB-D841B755F1AF}"/>
              </a:ext>
            </a:extLst>
          </p:cNvPr>
          <p:cNvCxnSpPr/>
          <p:nvPr/>
        </p:nvCxnSpPr>
        <p:spPr>
          <a:xfrm>
            <a:off x="290386" y="1334970"/>
            <a:ext cx="2082000" cy="0"/>
          </a:xfrm>
          <a:prstGeom prst="straightConnector1">
            <a:avLst/>
          </a:prstGeom>
          <a:noFill/>
          <a:ln w="9525" cap="flat" cmpd="sng">
            <a:solidFill>
              <a:srgbClr val="002060"/>
            </a:solidFill>
            <a:prstDash val="solid"/>
            <a:round/>
            <a:headEnd type="none" w="med" len="med"/>
            <a:tailEnd type="none" w="med" len="med"/>
          </a:ln>
        </p:spPr>
      </p:cxnSp>
      <p:graphicFrame>
        <p:nvGraphicFramePr>
          <p:cNvPr id="11" name="Diagramme 10">
            <a:extLst>
              <a:ext uri="{FF2B5EF4-FFF2-40B4-BE49-F238E27FC236}">
                <a16:creationId xmlns:a16="http://schemas.microsoft.com/office/drawing/2014/main" id="{1C1F4C3A-6AF0-4FB1-810E-9547C01F1689}"/>
              </a:ext>
            </a:extLst>
          </p:cNvPr>
          <p:cNvGraphicFramePr/>
          <p:nvPr/>
        </p:nvGraphicFramePr>
        <p:xfrm>
          <a:off x="172351" y="-171450"/>
          <a:ext cx="11899210" cy="1146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8" name="Group 2">
            <a:extLst>
              <a:ext uri="{FF2B5EF4-FFF2-40B4-BE49-F238E27FC236}">
                <a16:creationId xmlns:a16="http://schemas.microsoft.com/office/drawing/2014/main" id="{6AA29984-06AD-4245-80A3-CC67F202AC11}"/>
              </a:ext>
            </a:extLst>
          </p:cNvPr>
          <p:cNvGrpSpPr/>
          <p:nvPr/>
        </p:nvGrpSpPr>
        <p:grpSpPr>
          <a:xfrm>
            <a:off x="3095653" y="1233207"/>
            <a:ext cx="6052605" cy="4391585"/>
            <a:chOff x="851645" y="1693806"/>
            <a:chExt cx="5138947" cy="3728661"/>
          </a:xfrm>
        </p:grpSpPr>
        <p:sp>
          <p:nvSpPr>
            <p:cNvPr id="62" name="Shape">
              <a:extLst>
                <a:ext uri="{FF2B5EF4-FFF2-40B4-BE49-F238E27FC236}">
                  <a16:creationId xmlns:a16="http://schemas.microsoft.com/office/drawing/2014/main" id="{413D8E05-5544-479C-8D23-B38BF3E37ABD}"/>
                </a:ext>
              </a:extLst>
            </p:cNvPr>
            <p:cNvSpPr/>
            <p:nvPr/>
          </p:nvSpPr>
          <p:spPr>
            <a:xfrm>
              <a:off x="3054170" y="3047445"/>
              <a:ext cx="1412434" cy="496335"/>
            </a:xfrm>
            <a:custGeom>
              <a:avLst/>
              <a:gdLst/>
              <a:ahLst/>
              <a:cxnLst>
                <a:cxn ang="0">
                  <a:pos x="wd2" y="hd2"/>
                </a:cxn>
                <a:cxn ang="5400000">
                  <a:pos x="wd2" y="hd2"/>
                </a:cxn>
                <a:cxn ang="10800000">
                  <a:pos x="wd2" y="hd2"/>
                </a:cxn>
                <a:cxn ang="16200000">
                  <a:pos x="wd2" y="hd2"/>
                </a:cxn>
              </a:cxnLst>
              <a:rect l="0" t="0" r="r" b="b"/>
              <a:pathLst>
                <a:path w="21600" h="21600" extrusionOk="0">
                  <a:moveTo>
                    <a:pt x="0" y="4522"/>
                  </a:moveTo>
                  <a:lnTo>
                    <a:pt x="17585" y="0"/>
                  </a:lnTo>
                  <a:lnTo>
                    <a:pt x="21600" y="11544"/>
                  </a:lnTo>
                  <a:lnTo>
                    <a:pt x="4015" y="21600"/>
                  </a:lnTo>
                  <a:lnTo>
                    <a:pt x="0" y="4522"/>
                  </a:lnTo>
                  <a:lnTo>
                    <a:pt x="0" y="4522"/>
                  </a:lnTo>
                  <a:close/>
                </a:path>
              </a:pathLst>
            </a:custGeom>
            <a:solidFill>
              <a:srgbClr val="F7931F"/>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3" name="Shape">
              <a:extLst>
                <a:ext uri="{FF2B5EF4-FFF2-40B4-BE49-F238E27FC236}">
                  <a16:creationId xmlns:a16="http://schemas.microsoft.com/office/drawing/2014/main" id="{2896C1C0-0C3D-4996-BD3E-8F7DDC7D1002}"/>
                </a:ext>
              </a:extLst>
            </p:cNvPr>
            <p:cNvSpPr/>
            <p:nvPr/>
          </p:nvSpPr>
          <p:spPr>
            <a:xfrm>
              <a:off x="4462501" y="3320907"/>
              <a:ext cx="1307150" cy="18663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674"/>
                  </a:lnTo>
                  <a:lnTo>
                    <a:pt x="21600" y="21600"/>
                  </a:lnTo>
                  <a:lnTo>
                    <a:pt x="0" y="18926"/>
                  </a:lnTo>
                  <a:close/>
                </a:path>
              </a:pathLst>
            </a:custGeom>
            <a:solidFill>
              <a:srgbClr val="F7931F">
                <a:lumMod val="50000"/>
              </a:srgb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4" name="Shape">
              <a:extLst>
                <a:ext uri="{FF2B5EF4-FFF2-40B4-BE49-F238E27FC236}">
                  <a16:creationId xmlns:a16="http://schemas.microsoft.com/office/drawing/2014/main" id="{55F68C15-1704-47D1-AEE8-F7743C4FD08F}"/>
                </a:ext>
              </a:extLst>
            </p:cNvPr>
            <p:cNvSpPr/>
            <p:nvPr/>
          </p:nvSpPr>
          <p:spPr>
            <a:xfrm>
              <a:off x="4455097" y="3034903"/>
              <a:ext cx="1535495" cy="523681"/>
            </a:xfrm>
            <a:custGeom>
              <a:avLst/>
              <a:gdLst/>
              <a:ahLst/>
              <a:cxnLst>
                <a:cxn ang="0">
                  <a:pos x="wd2" y="hd2"/>
                </a:cxn>
                <a:cxn ang="5400000">
                  <a:pos x="wd2" y="hd2"/>
                </a:cxn>
                <a:cxn ang="10800000">
                  <a:pos x="wd2" y="hd2"/>
                </a:cxn>
                <a:cxn ang="16200000">
                  <a:pos x="wd2" y="hd2"/>
                </a:cxn>
              </a:cxnLst>
              <a:rect l="0" t="0" r="r" b="b"/>
              <a:pathLst>
                <a:path w="21600" h="21600" extrusionOk="0">
                  <a:moveTo>
                    <a:pt x="2770" y="0"/>
                  </a:moveTo>
                  <a:lnTo>
                    <a:pt x="21600" y="5471"/>
                  </a:lnTo>
                  <a:lnTo>
                    <a:pt x="18369" y="21600"/>
                  </a:lnTo>
                  <a:lnTo>
                    <a:pt x="0" y="12125"/>
                  </a:lnTo>
                  <a:lnTo>
                    <a:pt x="2770" y="0"/>
                  </a:lnTo>
                  <a:lnTo>
                    <a:pt x="2770" y="0"/>
                  </a:lnTo>
                  <a:close/>
                </a:path>
              </a:pathLst>
            </a:custGeom>
            <a:solidFill>
              <a:srgbClr val="F7931F">
                <a:lumMod val="75000"/>
              </a:srgb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5" name="Shape">
              <a:extLst>
                <a:ext uri="{FF2B5EF4-FFF2-40B4-BE49-F238E27FC236}">
                  <a16:creationId xmlns:a16="http://schemas.microsoft.com/office/drawing/2014/main" id="{646AE90E-1E09-444F-8DA8-2B86B1B1BD8E}"/>
                </a:ext>
              </a:extLst>
            </p:cNvPr>
            <p:cNvSpPr/>
            <p:nvPr/>
          </p:nvSpPr>
          <p:spPr>
            <a:xfrm>
              <a:off x="4079654" y="3334581"/>
              <a:ext cx="968058" cy="132629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49" y="0"/>
                    <a:pt x="21600" y="356"/>
                    <a:pt x="21600" y="757"/>
                  </a:cubicBezTo>
                  <a:lnTo>
                    <a:pt x="21600" y="891"/>
                  </a:lnTo>
                  <a:lnTo>
                    <a:pt x="21600" y="15053"/>
                  </a:lnTo>
                  <a:cubicBezTo>
                    <a:pt x="21417" y="19240"/>
                    <a:pt x="17634" y="21578"/>
                    <a:pt x="10800" y="21600"/>
                  </a:cubicBezTo>
                  <a:cubicBezTo>
                    <a:pt x="3997" y="21555"/>
                    <a:pt x="183" y="19240"/>
                    <a:pt x="0" y="15053"/>
                  </a:cubicBezTo>
                  <a:lnTo>
                    <a:pt x="0" y="891"/>
                  </a:lnTo>
                  <a:lnTo>
                    <a:pt x="0" y="757"/>
                  </a:lnTo>
                  <a:cubicBezTo>
                    <a:pt x="0" y="334"/>
                    <a:pt x="4820" y="0"/>
                    <a:pt x="10800" y="0"/>
                  </a:cubicBezTo>
                  <a:close/>
                </a:path>
              </a:pathLst>
            </a:custGeom>
            <a:solidFill>
              <a:sysClr val="windowText" lastClr="000000">
                <a:lumMod val="75000"/>
                <a:lumOff val="2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6" name="Shape">
              <a:extLst>
                <a:ext uri="{FF2B5EF4-FFF2-40B4-BE49-F238E27FC236}">
                  <a16:creationId xmlns:a16="http://schemas.microsoft.com/office/drawing/2014/main" id="{148B4D96-377E-47C8-8AFB-B84506EA5FA4}"/>
                </a:ext>
              </a:extLst>
            </p:cNvPr>
            <p:cNvSpPr/>
            <p:nvPr/>
          </p:nvSpPr>
          <p:spPr>
            <a:xfrm>
              <a:off x="3874556" y="1693806"/>
              <a:ext cx="1394889" cy="1735194"/>
            </a:xfrm>
            <a:custGeom>
              <a:avLst/>
              <a:gdLst/>
              <a:ahLst/>
              <a:cxnLst>
                <a:cxn ang="0">
                  <a:pos x="wd2" y="hd2"/>
                </a:cxn>
                <a:cxn ang="5400000">
                  <a:pos x="wd2" y="hd2"/>
                </a:cxn>
                <a:cxn ang="10800000">
                  <a:pos x="wd2" y="hd2"/>
                </a:cxn>
                <a:cxn ang="16200000">
                  <a:pos x="wd2" y="hd2"/>
                </a:cxn>
              </a:cxnLst>
              <a:rect l="0" t="0" r="r" b="b"/>
              <a:pathLst>
                <a:path w="21561" h="21533" extrusionOk="0">
                  <a:moveTo>
                    <a:pt x="10610" y="1"/>
                  </a:moveTo>
                  <a:cubicBezTo>
                    <a:pt x="16506" y="-67"/>
                    <a:pt x="21431" y="3717"/>
                    <a:pt x="21558" y="8451"/>
                  </a:cubicBezTo>
                  <a:cubicBezTo>
                    <a:pt x="21600" y="9791"/>
                    <a:pt x="21262" y="11081"/>
                    <a:pt x="20607" y="12218"/>
                  </a:cubicBezTo>
                  <a:cubicBezTo>
                    <a:pt x="20290" y="12778"/>
                    <a:pt x="19909" y="13287"/>
                    <a:pt x="19465" y="13779"/>
                  </a:cubicBezTo>
                  <a:cubicBezTo>
                    <a:pt x="17859" y="16171"/>
                    <a:pt x="17162" y="18224"/>
                    <a:pt x="17352" y="19921"/>
                  </a:cubicBezTo>
                  <a:cubicBezTo>
                    <a:pt x="17373" y="20176"/>
                    <a:pt x="17288" y="20413"/>
                    <a:pt x="17077" y="20617"/>
                  </a:cubicBezTo>
                  <a:cubicBezTo>
                    <a:pt x="17077" y="20617"/>
                    <a:pt x="17056" y="20634"/>
                    <a:pt x="17056" y="20634"/>
                  </a:cubicBezTo>
                  <a:cubicBezTo>
                    <a:pt x="16950" y="20719"/>
                    <a:pt x="16866" y="20803"/>
                    <a:pt x="16760" y="20888"/>
                  </a:cubicBezTo>
                  <a:cubicBezTo>
                    <a:pt x="16570" y="21041"/>
                    <a:pt x="16401" y="21194"/>
                    <a:pt x="16232" y="21346"/>
                  </a:cubicBezTo>
                  <a:cubicBezTo>
                    <a:pt x="15027" y="21448"/>
                    <a:pt x="13083" y="21533"/>
                    <a:pt x="10906" y="21533"/>
                  </a:cubicBezTo>
                  <a:lnTo>
                    <a:pt x="10779" y="21533"/>
                  </a:lnTo>
                  <a:cubicBezTo>
                    <a:pt x="8496" y="21533"/>
                    <a:pt x="6488" y="21414"/>
                    <a:pt x="5263" y="21295"/>
                  </a:cubicBezTo>
                  <a:cubicBezTo>
                    <a:pt x="5115" y="21160"/>
                    <a:pt x="4946" y="21024"/>
                    <a:pt x="4798" y="20888"/>
                  </a:cubicBezTo>
                  <a:cubicBezTo>
                    <a:pt x="4692" y="20803"/>
                    <a:pt x="4607" y="20719"/>
                    <a:pt x="4502" y="20634"/>
                  </a:cubicBezTo>
                  <a:cubicBezTo>
                    <a:pt x="4396" y="20532"/>
                    <a:pt x="4269" y="20430"/>
                    <a:pt x="4142" y="20311"/>
                  </a:cubicBezTo>
                  <a:cubicBezTo>
                    <a:pt x="4502" y="18530"/>
                    <a:pt x="3804" y="16358"/>
                    <a:pt x="2092" y="13779"/>
                  </a:cubicBezTo>
                  <a:cubicBezTo>
                    <a:pt x="1649" y="13287"/>
                    <a:pt x="1268" y="12778"/>
                    <a:pt x="951" y="12218"/>
                  </a:cubicBezTo>
                  <a:cubicBezTo>
                    <a:pt x="338" y="11132"/>
                    <a:pt x="0" y="9927"/>
                    <a:pt x="0" y="8654"/>
                  </a:cubicBezTo>
                  <a:cubicBezTo>
                    <a:pt x="21" y="3920"/>
                    <a:pt x="4734" y="69"/>
                    <a:pt x="10610" y="1"/>
                  </a:cubicBezTo>
                  <a:close/>
                </a:path>
              </a:pathLst>
            </a:custGeom>
            <a:solidFill>
              <a:srgbClr val="FFCC4C"/>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7" name="Shape">
              <a:extLst>
                <a:ext uri="{FF2B5EF4-FFF2-40B4-BE49-F238E27FC236}">
                  <a16:creationId xmlns:a16="http://schemas.microsoft.com/office/drawing/2014/main" id="{0AE7B5B9-0262-4069-85F4-410FC9B2B0C5}"/>
                </a:ext>
              </a:extLst>
            </p:cNvPr>
            <p:cNvSpPr/>
            <p:nvPr/>
          </p:nvSpPr>
          <p:spPr>
            <a:xfrm>
              <a:off x="4243729" y="2158693"/>
              <a:ext cx="646631" cy="1377190"/>
            </a:xfrm>
            <a:custGeom>
              <a:avLst/>
              <a:gdLst/>
              <a:ahLst/>
              <a:cxnLst>
                <a:cxn ang="0">
                  <a:pos x="wd2" y="hd2"/>
                </a:cxn>
                <a:cxn ang="5400000">
                  <a:pos x="wd2" y="hd2"/>
                </a:cxn>
                <a:cxn ang="10800000">
                  <a:pos x="wd2" y="hd2"/>
                </a:cxn>
                <a:cxn ang="16200000">
                  <a:pos x="wd2" y="hd2"/>
                </a:cxn>
              </a:cxnLst>
              <a:rect l="0" t="0" r="r" b="b"/>
              <a:pathLst>
                <a:path w="21326" h="21413" extrusionOk="0">
                  <a:moveTo>
                    <a:pt x="17554" y="20753"/>
                  </a:moveTo>
                  <a:cubicBezTo>
                    <a:pt x="16336" y="18839"/>
                    <a:pt x="15389" y="16905"/>
                    <a:pt x="14713" y="14949"/>
                  </a:cubicBezTo>
                  <a:cubicBezTo>
                    <a:pt x="14037" y="12929"/>
                    <a:pt x="13631" y="10909"/>
                    <a:pt x="13676" y="8868"/>
                  </a:cubicBezTo>
                  <a:cubicBezTo>
                    <a:pt x="13721" y="6912"/>
                    <a:pt x="14217" y="4935"/>
                    <a:pt x="15299" y="3043"/>
                  </a:cubicBezTo>
                  <a:cubicBezTo>
                    <a:pt x="15750" y="2257"/>
                    <a:pt x="16336" y="1342"/>
                    <a:pt x="17554" y="747"/>
                  </a:cubicBezTo>
                  <a:cubicBezTo>
                    <a:pt x="17824" y="620"/>
                    <a:pt x="18140" y="513"/>
                    <a:pt x="18411" y="450"/>
                  </a:cubicBezTo>
                  <a:cubicBezTo>
                    <a:pt x="18456" y="428"/>
                    <a:pt x="18546" y="428"/>
                    <a:pt x="18636" y="428"/>
                  </a:cubicBezTo>
                  <a:cubicBezTo>
                    <a:pt x="18546" y="428"/>
                    <a:pt x="18726" y="428"/>
                    <a:pt x="18681" y="428"/>
                  </a:cubicBezTo>
                  <a:cubicBezTo>
                    <a:pt x="18771" y="428"/>
                    <a:pt x="18862" y="450"/>
                    <a:pt x="18952" y="450"/>
                  </a:cubicBezTo>
                  <a:cubicBezTo>
                    <a:pt x="19809" y="598"/>
                    <a:pt x="19854" y="1109"/>
                    <a:pt x="19583" y="1449"/>
                  </a:cubicBezTo>
                  <a:cubicBezTo>
                    <a:pt x="18997" y="2257"/>
                    <a:pt x="17193" y="2661"/>
                    <a:pt x="15615" y="2809"/>
                  </a:cubicBezTo>
                  <a:cubicBezTo>
                    <a:pt x="14668" y="2894"/>
                    <a:pt x="13676" y="2937"/>
                    <a:pt x="12684" y="2958"/>
                  </a:cubicBezTo>
                  <a:cubicBezTo>
                    <a:pt x="11511" y="3001"/>
                    <a:pt x="10294" y="3022"/>
                    <a:pt x="9121" y="3022"/>
                  </a:cubicBezTo>
                  <a:cubicBezTo>
                    <a:pt x="7949" y="3022"/>
                    <a:pt x="6776" y="3022"/>
                    <a:pt x="5649" y="3001"/>
                  </a:cubicBezTo>
                  <a:cubicBezTo>
                    <a:pt x="4702" y="2979"/>
                    <a:pt x="3665" y="2916"/>
                    <a:pt x="2898" y="2618"/>
                  </a:cubicBezTo>
                  <a:cubicBezTo>
                    <a:pt x="2177" y="2342"/>
                    <a:pt x="1681" y="1938"/>
                    <a:pt x="1636" y="1491"/>
                  </a:cubicBezTo>
                  <a:cubicBezTo>
                    <a:pt x="1591" y="1300"/>
                    <a:pt x="1681" y="1087"/>
                    <a:pt x="1861" y="917"/>
                  </a:cubicBezTo>
                  <a:cubicBezTo>
                    <a:pt x="1996" y="790"/>
                    <a:pt x="2177" y="683"/>
                    <a:pt x="2312" y="641"/>
                  </a:cubicBezTo>
                  <a:cubicBezTo>
                    <a:pt x="2267" y="641"/>
                    <a:pt x="2402" y="620"/>
                    <a:pt x="2447" y="598"/>
                  </a:cubicBezTo>
                  <a:cubicBezTo>
                    <a:pt x="2538" y="577"/>
                    <a:pt x="2447" y="598"/>
                    <a:pt x="2402" y="598"/>
                  </a:cubicBezTo>
                  <a:cubicBezTo>
                    <a:pt x="2447" y="598"/>
                    <a:pt x="2492" y="577"/>
                    <a:pt x="2538" y="577"/>
                  </a:cubicBezTo>
                  <a:cubicBezTo>
                    <a:pt x="2673" y="556"/>
                    <a:pt x="2447" y="577"/>
                    <a:pt x="2583" y="577"/>
                  </a:cubicBezTo>
                  <a:cubicBezTo>
                    <a:pt x="2718" y="556"/>
                    <a:pt x="2492" y="577"/>
                    <a:pt x="2673" y="577"/>
                  </a:cubicBezTo>
                  <a:cubicBezTo>
                    <a:pt x="2853" y="556"/>
                    <a:pt x="2673" y="577"/>
                    <a:pt x="2763" y="577"/>
                  </a:cubicBezTo>
                  <a:cubicBezTo>
                    <a:pt x="2853" y="577"/>
                    <a:pt x="2898" y="577"/>
                    <a:pt x="2989" y="577"/>
                  </a:cubicBezTo>
                  <a:cubicBezTo>
                    <a:pt x="2898" y="577"/>
                    <a:pt x="3079" y="577"/>
                    <a:pt x="3124" y="577"/>
                  </a:cubicBezTo>
                  <a:cubicBezTo>
                    <a:pt x="3214" y="577"/>
                    <a:pt x="3304" y="598"/>
                    <a:pt x="3349" y="598"/>
                  </a:cubicBezTo>
                  <a:cubicBezTo>
                    <a:pt x="3981" y="683"/>
                    <a:pt x="4477" y="896"/>
                    <a:pt x="4837" y="1151"/>
                  </a:cubicBezTo>
                  <a:cubicBezTo>
                    <a:pt x="5875" y="1916"/>
                    <a:pt x="5875" y="2937"/>
                    <a:pt x="5920" y="3809"/>
                  </a:cubicBezTo>
                  <a:cubicBezTo>
                    <a:pt x="6055" y="5679"/>
                    <a:pt x="6325" y="7529"/>
                    <a:pt x="6416" y="9400"/>
                  </a:cubicBezTo>
                  <a:cubicBezTo>
                    <a:pt x="6506" y="11292"/>
                    <a:pt x="6461" y="13184"/>
                    <a:pt x="6055" y="15055"/>
                  </a:cubicBezTo>
                  <a:cubicBezTo>
                    <a:pt x="5649" y="16798"/>
                    <a:pt x="4928" y="18542"/>
                    <a:pt x="3485" y="20157"/>
                  </a:cubicBezTo>
                  <a:cubicBezTo>
                    <a:pt x="3169" y="20519"/>
                    <a:pt x="2808" y="20880"/>
                    <a:pt x="2402" y="21220"/>
                  </a:cubicBezTo>
                  <a:cubicBezTo>
                    <a:pt x="2042" y="21518"/>
                    <a:pt x="3620" y="21433"/>
                    <a:pt x="3890" y="21220"/>
                  </a:cubicBezTo>
                  <a:cubicBezTo>
                    <a:pt x="5784" y="19605"/>
                    <a:pt x="6821" y="17819"/>
                    <a:pt x="7408" y="15990"/>
                  </a:cubicBezTo>
                  <a:cubicBezTo>
                    <a:pt x="8039" y="14013"/>
                    <a:pt x="8129" y="12015"/>
                    <a:pt x="8084" y="10016"/>
                  </a:cubicBezTo>
                  <a:cubicBezTo>
                    <a:pt x="8039" y="8018"/>
                    <a:pt x="7768" y="6020"/>
                    <a:pt x="7588" y="4021"/>
                  </a:cubicBezTo>
                  <a:cubicBezTo>
                    <a:pt x="7498" y="3064"/>
                    <a:pt x="7633" y="2001"/>
                    <a:pt x="6686" y="1109"/>
                  </a:cubicBezTo>
                  <a:cubicBezTo>
                    <a:pt x="6325" y="768"/>
                    <a:pt x="5784" y="471"/>
                    <a:pt x="5018" y="301"/>
                  </a:cubicBezTo>
                  <a:cubicBezTo>
                    <a:pt x="4296" y="152"/>
                    <a:pt x="3485" y="109"/>
                    <a:pt x="2718" y="173"/>
                  </a:cubicBezTo>
                  <a:cubicBezTo>
                    <a:pt x="1861" y="258"/>
                    <a:pt x="1004" y="428"/>
                    <a:pt x="508" y="768"/>
                  </a:cubicBezTo>
                  <a:cubicBezTo>
                    <a:pt x="-33" y="1109"/>
                    <a:pt x="-123" y="1576"/>
                    <a:pt x="148" y="1980"/>
                  </a:cubicBezTo>
                  <a:cubicBezTo>
                    <a:pt x="418" y="2448"/>
                    <a:pt x="1095" y="2831"/>
                    <a:pt x="1951" y="3064"/>
                  </a:cubicBezTo>
                  <a:cubicBezTo>
                    <a:pt x="2943" y="3320"/>
                    <a:pt x="4071" y="3383"/>
                    <a:pt x="5153" y="3405"/>
                  </a:cubicBezTo>
                  <a:cubicBezTo>
                    <a:pt x="7723" y="3447"/>
                    <a:pt x="10339" y="3426"/>
                    <a:pt x="12909" y="3341"/>
                  </a:cubicBezTo>
                  <a:cubicBezTo>
                    <a:pt x="14983" y="3256"/>
                    <a:pt x="17193" y="3128"/>
                    <a:pt x="18997" y="2554"/>
                  </a:cubicBezTo>
                  <a:cubicBezTo>
                    <a:pt x="19854" y="2278"/>
                    <a:pt x="20620" y="1938"/>
                    <a:pt x="21071" y="1470"/>
                  </a:cubicBezTo>
                  <a:cubicBezTo>
                    <a:pt x="21432" y="1087"/>
                    <a:pt x="21477" y="556"/>
                    <a:pt x="20756" y="237"/>
                  </a:cubicBezTo>
                  <a:cubicBezTo>
                    <a:pt x="19989" y="-82"/>
                    <a:pt x="18771" y="-39"/>
                    <a:pt x="17869" y="131"/>
                  </a:cubicBezTo>
                  <a:cubicBezTo>
                    <a:pt x="16968" y="279"/>
                    <a:pt x="16246" y="598"/>
                    <a:pt x="15660" y="960"/>
                  </a:cubicBezTo>
                  <a:cubicBezTo>
                    <a:pt x="14442" y="1725"/>
                    <a:pt x="13901" y="2703"/>
                    <a:pt x="13405" y="3617"/>
                  </a:cubicBezTo>
                  <a:cubicBezTo>
                    <a:pt x="12864" y="4638"/>
                    <a:pt x="12503" y="5658"/>
                    <a:pt x="12278" y="6700"/>
                  </a:cubicBezTo>
                  <a:cubicBezTo>
                    <a:pt x="11827" y="8847"/>
                    <a:pt x="11962" y="11037"/>
                    <a:pt x="12458" y="13184"/>
                  </a:cubicBezTo>
                  <a:cubicBezTo>
                    <a:pt x="12954" y="15310"/>
                    <a:pt x="13856" y="17436"/>
                    <a:pt x="15029" y="19520"/>
                  </a:cubicBezTo>
                  <a:cubicBezTo>
                    <a:pt x="15299" y="20009"/>
                    <a:pt x="15615" y="20498"/>
                    <a:pt x="15885" y="20986"/>
                  </a:cubicBezTo>
                  <a:cubicBezTo>
                    <a:pt x="16111" y="21199"/>
                    <a:pt x="17689" y="20987"/>
                    <a:pt x="17554" y="20753"/>
                  </a:cubicBezTo>
                  <a:lnTo>
                    <a:pt x="17554" y="20753"/>
                  </a:lnTo>
                  <a:close/>
                </a:path>
              </a:pathLst>
            </a:custGeom>
            <a:solidFill>
              <a:sysClr val="windowText" lastClr="000000">
                <a:lumMod val="75000"/>
                <a:lumOff val="2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8" name="Shape">
              <a:extLst>
                <a:ext uri="{FF2B5EF4-FFF2-40B4-BE49-F238E27FC236}">
                  <a16:creationId xmlns:a16="http://schemas.microsoft.com/office/drawing/2014/main" id="{66E28C3B-2DA7-4D2D-AD0A-27BD9449CC78}"/>
                </a:ext>
              </a:extLst>
            </p:cNvPr>
            <p:cNvSpPr/>
            <p:nvPr/>
          </p:nvSpPr>
          <p:spPr>
            <a:xfrm>
              <a:off x="3313960" y="3553350"/>
              <a:ext cx="1307150" cy="18663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674"/>
                  </a:lnTo>
                  <a:lnTo>
                    <a:pt x="21600" y="21600"/>
                  </a:lnTo>
                  <a:lnTo>
                    <a:pt x="0" y="18926"/>
                  </a:lnTo>
                  <a:close/>
                </a:path>
              </a:pathLst>
            </a:custGeom>
            <a:solidFill>
              <a:srgbClr val="F7931F"/>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9" name="Shape">
              <a:extLst>
                <a:ext uri="{FF2B5EF4-FFF2-40B4-BE49-F238E27FC236}">
                  <a16:creationId xmlns:a16="http://schemas.microsoft.com/office/drawing/2014/main" id="{8BE02893-E6D9-479E-9B18-B6AEB935C1DD}"/>
                </a:ext>
              </a:extLst>
            </p:cNvPr>
            <p:cNvSpPr/>
            <p:nvPr/>
          </p:nvSpPr>
          <p:spPr>
            <a:xfrm>
              <a:off x="3218248" y="3034902"/>
              <a:ext cx="1404230" cy="75339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86" y="3803"/>
                  </a:lnTo>
                  <a:lnTo>
                    <a:pt x="21600" y="21600"/>
                  </a:lnTo>
                  <a:lnTo>
                    <a:pt x="1514" y="15014"/>
                  </a:lnTo>
                  <a:lnTo>
                    <a:pt x="0" y="0"/>
                  </a:lnTo>
                  <a:lnTo>
                    <a:pt x="0" y="0"/>
                  </a:lnTo>
                  <a:close/>
                </a:path>
              </a:pathLst>
            </a:custGeom>
            <a:solidFill>
              <a:srgbClr val="F7931F">
                <a:lumMod val="60000"/>
                <a:lumOff val="40000"/>
              </a:srgb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0" name="Shape">
              <a:extLst>
                <a:ext uri="{FF2B5EF4-FFF2-40B4-BE49-F238E27FC236}">
                  <a16:creationId xmlns:a16="http://schemas.microsoft.com/office/drawing/2014/main" id="{3BCAB2D2-B732-4024-9CBE-869CE4DA727D}"/>
                </a:ext>
              </a:extLst>
            </p:cNvPr>
            <p:cNvSpPr/>
            <p:nvPr/>
          </p:nvSpPr>
          <p:spPr>
            <a:xfrm>
              <a:off x="4619177" y="3553351"/>
              <a:ext cx="1148542" cy="186911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670"/>
                  </a:lnTo>
                  <a:lnTo>
                    <a:pt x="0" y="21600"/>
                  </a:lnTo>
                  <a:lnTo>
                    <a:pt x="21600" y="18930"/>
                  </a:lnTo>
                  <a:close/>
                </a:path>
              </a:pathLst>
            </a:custGeom>
            <a:solidFill>
              <a:srgbClr val="F7931F">
                <a:lumMod val="75000"/>
              </a:srgb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1" name="Shape">
              <a:extLst>
                <a:ext uri="{FF2B5EF4-FFF2-40B4-BE49-F238E27FC236}">
                  <a16:creationId xmlns:a16="http://schemas.microsoft.com/office/drawing/2014/main" id="{F1716BC3-11AD-40F4-B46F-320F03A702F9}"/>
                </a:ext>
              </a:extLst>
            </p:cNvPr>
            <p:cNvSpPr/>
            <p:nvPr/>
          </p:nvSpPr>
          <p:spPr>
            <a:xfrm>
              <a:off x="4626579" y="3553351"/>
              <a:ext cx="1307150" cy="756125"/>
            </a:xfrm>
            <a:custGeom>
              <a:avLst/>
              <a:gdLst/>
              <a:ahLst/>
              <a:cxnLst>
                <a:cxn ang="0">
                  <a:pos x="wd2" y="hd2"/>
                </a:cxn>
                <a:cxn ang="5400000">
                  <a:pos x="wd2" y="hd2"/>
                </a:cxn>
                <a:cxn ang="10800000">
                  <a:pos x="wd2" y="hd2"/>
                </a:cxn>
                <a:cxn ang="16200000">
                  <a:pos x="wd2" y="hd2"/>
                </a:cxn>
              </a:cxnLst>
              <a:rect l="0" t="0" r="r" b="b"/>
              <a:pathLst>
                <a:path w="21600" h="21600" extrusionOk="0">
                  <a:moveTo>
                    <a:pt x="3254" y="21600"/>
                  </a:moveTo>
                  <a:lnTo>
                    <a:pt x="21600" y="12421"/>
                  </a:lnTo>
                  <a:lnTo>
                    <a:pt x="19002" y="0"/>
                  </a:lnTo>
                  <a:lnTo>
                    <a:pt x="0" y="6601"/>
                  </a:lnTo>
                  <a:lnTo>
                    <a:pt x="3254" y="21600"/>
                  </a:lnTo>
                  <a:lnTo>
                    <a:pt x="3254" y="21600"/>
                  </a:lnTo>
                  <a:close/>
                </a:path>
              </a:pathLst>
            </a:custGeom>
            <a:solidFill>
              <a:srgbClr val="F7931F">
                <a:lumMod val="60000"/>
                <a:lumOff val="40000"/>
              </a:srgb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2" name="Shape">
              <a:extLst>
                <a:ext uri="{FF2B5EF4-FFF2-40B4-BE49-F238E27FC236}">
                  <a16:creationId xmlns:a16="http://schemas.microsoft.com/office/drawing/2014/main" id="{7876C0C2-41B1-4361-9F5F-16F4BABD8C0A}"/>
                </a:ext>
              </a:extLst>
            </p:cNvPr>
            <p:cNvSpPr/>
            <p:nvPr/>
          </p:nvSpPr>
          <p:spPr>
            <a:xfrm>
              <a:off x="851645" y="3529295"/>
              <a:ext cx="417030" cy="528066"/>
            </a:xfrm>
            <a:custGeom>
              <a:avLst/>
              <a:gdLst/>
              <a:ahLst/>
              <a:cxnLst>
                <a:cxn ang="0">
                  <a:pos x="wd2" y="hd2"/>
                </a:cxn>
                <a:cxn ang="5400000">
                  <a:pos x="wd2" y="hd2"/>
                </a:cxn>
                <a:cxn ang="10800000">
                  <a:pos x="wd2" y="hd2"/>
                </a:cxn>
                <a:cxn ang="16200000">
                  <a:pos x="wd2" y="hd2"/>
                </a:cxn>
              </a:cxnLst>
              <a:rect l="0" t="0" r="r" b="b"/>
              <a:pathLst>
                <a:path w="21600" h="21600" extrusionOk="0">
                  <a:moveTo>
                    <a:pt x="19405" y="3405"/>
                  </a:moveTo>
                  <a:lnTo>
                    <a:pt x="12960" y="3405"/>
                  </a:lnTo>
                  <a:lnTo>
                    <a:pt x="12960" y="19926"/>
                  </a:lnTo>
                  <a:cubicBezTo>
                    <a:pt x="12960" y="20874"/>
                    <a:pt x="11968" y="21600"/>
                    <a:pt x="10765" y="21600"/>
                  </a:cubicBezTo>
                  <a:cubicBezTo>
                    <a:pt x="9561" y="21600"/>
                    <a:pt x="8569" y="20874"/>
                    <a:pt x="8569" y="19926"/>
                  </a:cubicBezTo>
                  <a:lnTo>
                    <a:pt x="8569" y="3405"/>
                  </a:lnTo>
                  <a:lnTo>
                    <a:pt x="2195" y="3405"/>
                  </a:lnTo>
                  <a:cubicBezTo>
                    <a:pt x="921" y="3405"/>
                    <a:pt x="0" y="2623"/>
                    <a:pt x="0" y="1674"/>
                  </a:cubicBezTo>
                  <a:cubicBezTo>
                    <a:pt x="0" y="726"/>
                    <a:pt x="991" y="0"/>
                    <a:pt x="2195" y="0"/>
                  </a:cubicBezTo>
                  <a:lnTo>
                    <a:pt x="19405" y="0"/>
                  </a:lnTo>
                  <a:cubicBezTo>
                    <a:pt x="20609" y="0"/>
                    <a:pt x="21600" y="726"/>
                    <a:pt x="21600" y="1674"/>
                  </a:cubicBezTo>
                  <a:cubicBezTo>
                    <a:pt x="21600" y="2623"/>
                    <a:pt x="20609" y="3405"/>
                    <a:pt x="19405" y="3405"/>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3" name="Shape">
              <a:extLst>
                <a:ext uri="{FF2B5EF4-FFF2-40B4-BE49-F238E27FC236}">
                  <a16:creationId xmlns:a16="http://schemas.microsoft.com/office/drawing/2014/main" id="{E73492CC-F6AA-466D-925D-D23FF81B0296}"/>
                </a:ext>
              </a:extLst>
            </p:cNvPr>
            <p:cNvSpPr/>
            <p:nvPr/>
          </p:nvSpPr>
          <p:spPr>
            <a:xfrm>
              <a:off x="1431630" y="3529295"/>
              <a:ext cx="374644" cy="528066"/>
            </a:xfrm>
            <a:custGeom>
              <a:avLst/>
              <a:gdLst/>
              <a:ahLst/>
              <a:cxnLst>
                <a:cxn ang="0">
                  <a:pos x="wd2" y="hd2"/>
                </a:cxn>
                <a:cxn ang="5400000">
                  <a:pos x="wd2" y="hd2"/>
                </a:cxn>
                <a:cxn ang="10800000">
                  <a:pos x="wd2" y="hd2"/>
                </a:cxn>
                <a:cxn ang="16200000">
                  <a:pos x="wd2" y="hd2"/>
                </a:cxn>
              </a:cxnLst>
              <a:rect l="0" t="0" r="r" b="b"/>
              <a:pathLst>
                <a:path w="21600" h="21547" extrusionOk="0">
                  <a:moveTo>
                    <a:pt x="0" y="19874"/>
                  </a:moveTo>
                  <a:lnTo>
                    <a:pt x="0" y="1670"/>
                  </a:lnTo>
                  <a:cubicBezTo>
                    <a:pt x="0" y="724"/>
                    <a:pt x="1104" y="0"/>
                    <a:pt x="2444" y="0"/>
                  </a:cubicBezTo>
                  <a:cubicBezTo>
                    <a:pt x="3863" y="0"/>
                    <a:pt x="4966" y="724"/>
                    <a:pt x="4966" y="1670"/>
                  </a:cubicBezTo>
                  <a:lnTo>
                    <a:pt x="4966" y="9074"/>
                  </a:lnTo>
                  <a:lnTo>
                    <a:pt x="16634" y="9074"/>
                  </a:lnTo>
                  <a:lnTo>
                    <a:pt x="16634" y="1670"/>
                  </a:lnTo>
                  <a:cubicBezTo>
                    <a:pt x="16634" y="724"/>
                    <a:pt x="17737" y="0"/>
                    <a:pt x="19077" y="0"/>
                  </a:cubicBezTo>
                  <a:cubicBezTo>
                    <a:pt x="20496" y="0"/>
                    <a:pt x="21600" y="724"/>
                    <a:pt x="21600" y="1670"/>
                  </a:cubicBezTo>
                  <a:lnTo>
                    <a:pt x="21600" y="19874"/>
                  </a:lnTo>
                  <a:cubicBezTo>
                    <a:pt x="21600" y="20821"/>
                    <a:pt x="20496" y="21544"/>
                    <a:pt x="19077" y="21544"/>
                  </a:cubicBezTo>
                  <a:cubicBezTo>
                    <a:pt x="17658" y="21544"/>
                    <a:pt x="16634" y="20821"/>
                    <a:pt x="16634" y="19874"/>
                  </a:cubicBezTo>
                  <a:lnTo>
                    <a:pt x="16634" y="12470"/>
                  </a:lnTo>
                  <a:lnTo>
                    <a:pt x="4966" y="12470"/>
                  </a:lnTo>
                  <a:lnTo>
                    <a:pt x="4966" y="19874"/>
                  </a:lnTo>
                  <a:cubicBezTo>
                    <a:pt x="4966" y="20821"/>
                    <a:pt x="3863" y="21544"/>
                    <a:pt x="2444" y="21544"/>
                  </a:cubicBezTo>
                  <a:cubicBezTo>
                    <a:pt x="1104" y="21600"/>
                    <a:pt x="0" y="20821"/>
                    <a:pt x="0" y="19874"/>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4" name="Shape">
              <a:extLst>
                <a:ext uri="{FF2B5EF4-FFF2-40B4-BE49-F238E27FC236}">
                  <a16:creationId xmlns:a16="http://schemas.microsoft.com/office/drawing/2014/main" id="{FA76131F-5DCC-46AA-8760-C8259907ECB2}"/>
                </a:ext>
              </a:extLst>
            </p:cNvPr>
            <p:cNvSpPr/>
            <p:nvPr/>
          </p:nvSpPr>
          <p:spPr>
            <a:xfrm>
              <a:off x="1969228" y="3529295"/>
              <a:ext cx="86142" cy="528066"/>
            </a:xfrm>
            <a:custGeom>
              <a:avLst/>
              <a:gdLst/>
              <a:ahLst/>
              <a:cxnLst>
                <a:cxn ang="0">
                  <a:pos x="wd2" y="hd2"/>
                </a:cxn>
                <a:cxn ang="5400000">
                  <a:pos x="wd2" y="hd2"/>
                </a:cxn>
                <a:cxn ang="10800000">
                  <a:pos x="wd2" y="hd2"/>
                </a:cxn>
                <a:cxn ang="16200000">
                  <a:pos x="wd2" y="hd2"/>
                </a:cxn>
              </a:cxnLst>
              <a:rect l="0" t="0" r="r" b="b"/>
              <a:pathLst>
                <a:path w="21600" h="21600" extrusionOk="0">
                  <a:moveTo>
                    <a:pt x="0" y="1674"/>
                  </a:moveTo>
                  <a:cubicBezTo>
                    <a:pt x="0" y="726"/>
                    <a:pt x="4800" y="0"/>
                    <a:pt x="10629" y="0"/>
                  </a:cubicBezTo>
                  <a:cubicBezTo>
                    <a:pt x="16457" y="0"/>
                    <a:pt x="21600" y="726"/>
                    <a:pt x="21600" y="1674"/>
                  </a:cubicBezTo>
                  <a:lnTo>
                    <a:pt x="21600" y="19926"/>
                  </a:lnTo>
                  <a:cubicBezTo>
                    <a:pt x="21600" y="20874"/>
                    <a:pt x="16457" y="21600"/>
                    <a:pt x="10629" y="21600"/>
                  </a:cubicBezTo>
                  <a:cubicBezTo>
                    <a:pt x="4457" y="21600"/>
                    <a:pt x="0" y="20874"/>
                    <a:pt x="0" y="19926"/>
                  </a:cubicBezTo>
                  <a:lnTo>
                    <a:pt x="0" y="1674"/>
                  </a:ln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5" name="Shape">
              <a:extLst>
                <a:ext uri="{FF2B5EF4-FFF2-40B4-BE49-F238E27FC236}">
                  <a16:creationId xmlns:a16="http://schemas.microsoft.com/office/drawing/2014/main" id="{DFDD038F-E0CC-4A9B-BEFD-7B7A763E1908}"/>
                </a:ext>
              </a:extLst>
            </p:cNvPr>
            <p:cNvSpPr/>
            <p:nvPr/>
          </p:nvSpPr>
          <p:spPr>
            <a:xfrm>
              <a:off x="2218325" y="3529295"/>
              <a:ext cx="413102" cy="528066"/>
            </a:xfrm>
            <a:custGeom>
              <a:avLst/>
              <a:gdLst/>
              <a:ahLst/>
              <a:cxnLst>
                <a:cxn ang="0">
                  <a:pos x="wd2" y="hd2"/>
                </a:cxn>
                <a:cxn ang="5400000">
                  <a:pos x="wd2" y="hd2"/>
                </a:cxn>
                <a:cxn ang="10800000">
                  <a:pos x="wd2" y="hd2"/>
                </a:cxn>
                <a:cxn ang="16200000">
                  <a:pos x="wd2" y="hd2"/>
                </a:cxn>
              </a:cxnLst>
              <a:rect l="0" t="0" r="r" b="b"/>
              <a:pathLst>
                <a:path w="21538" h="21403" extrusionOk="0">
                  <a:moveTo>
                    <a:pt x="4429" y="19733"/>
                  </a:moveTo>
                  <a:cubicBezTo>
                    <a:pt x="4429" y="20679"/>
                    <a:pt x="3431" y="21403"/>
                    <a:pt x="2219" y="21403"/>
                  </a:cubicBezTo>
                  <a:cubicBezTo>
                    <a:pt x="936" y="21403"/>
                    <a:pt x="9" y="20624"/>
                    <a:pt x="9" y="19733"/>
                  </a:cubicBezTo>
                  <a:lnTo>
                    <a:pt x="9" y="1807"/>
                  </a:lnTo>
                  <a:cubicBezTo>
                    <a:pt x="9" y="1807"/>
                    <a:pt x="9" y="1807"/>
                    <a:pt x="9" y="1751"/>
                  </a:cubicBezTo>
                  <a:cubicBezTo>
                    <a:pt x="-62" y="1250"/>
                    <a:pt x="294" y="694"/>
                    <a:pt x="936" y="304"/>
                  </a:cubicBezTo>
                  <a:cubicBezTo>
                    <a:pt x="1934" y="-197"/>
                    <a:pt x="3360" y="-86"/>
                    <a:pt x="4001" y="694"/>
                  </a:cubicBezTo>
                  <a:lnTo>
                    <a:pt x="17118" y="14500"/>
                  </a:lnTo>
                  <a:lnTo>
                    <a:pt x="17118" y="1807"/>
                  </a:lnTo>
                  <a:cubicBezTo>
                    <a:pt x="17118" y="916"/>
                    <a:pt x="18116" y="137"/>
                    <a:pt x="19328" y="137"/>
                  </a:cubicBezTo>
                  <a:cubicBezTo>
                    <a:pt x="20540" y="137"/>
                    <a:pt x="21538" y="916"/>
                    <a:pt x="21538" y="1807"/>
                  </a:cubicBezTo>
                  <a:lnTo>
                    <a:pt x="21538" y="19733"/>
                  </a:lnTo>
                  <a:cubicBezTo>
                    <a:pt x="21538" y="20679"/>
                    <a:pt x="20540" y="21403"/>
                    <a:pt x="19328" y="21403"/>
                  </a:cubicBezTo>
                  <a:cubicBezTo>
                    <a:pt x="18687" y="21403"/>
                    <a:pt x="18045" y="21180"/>
                    <a:pt x="17689" y="20791"/>
                  </a:cubicBezTo>
                  <a:cubicBezTo>
                    <a:pt x="17617" y="20735"/>
                    <a:pt x="17546" y="20679"/>
                    <a:pt x="17475" y="20624"/>
                  </a:cubicBezTo>
                  <a:lnTo>
                    <a:pt x="4500" y="6929"/>
                  </a:lnTo>
                  <a:lnTo>
                    <a:pt x="4500" y="19733"/>
                  </a:ln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6" name="Shape">
              <a:extLst>
                <a:ext uri="{FF2B5EF4-FFF2-40B4-BE49-F238E27FC236}">
                  <a16:creationId xmlns:a16="http://schemas.microsoft.com/office/drawing/2014/main" id="{1F1E91A5-30DA-4DC9-A713-FF803F3E72FD}"/>
                </a:ext>
              </a:extLst>
            </p:cNvPr>
            <p:cNvSpPr/>
            <p:nvPr/>
          </p:nvSpPr>
          <p:spPr>
            <a:xfrm>
              <a:off x="2794381" y="3529295"/>
              <a:ext cx="410274" cy="528066"/>
            </a:xfrm>
            <a:custGeom>
              <a:avLst/>
              <a:gdLst/>
              <a:ahLst/>
              <a:cxnLst>
                <a:cxn ang="0">
                  <a:pos x="wd2" y="hd2"/>
                </a:cxn>
                <a:cxn ang="5400000">
                  <a:pos x="wd2" y="hd2"/>
                </a:cxn>
                <a:cxn ang="10800000">
                  <a:pos x="wd2" y="hd2"/>
                </a:cxn>
                <a:cxn ang="16200000">
                  <a:pos x="wd2" y="hd2"/>
                </a:cxn>
              </a:cxnLst>
              <a:rect l="0" t="0" r="r" b="b"/>
              <a:pathLst>
                <a:path w="21320" h="21433" extrusionOk="0">
                  <a:moveTo>
                    <a:pt x="0" y="19759"/>
                  </a:moveTo>
                  <a:lnTo>
                    <a:pt x="0" y="1675"/>
                  </a:lnTo>
                  <a:cubicBezTo>
                    <a:pt x="0" y="782"/>
                    <a:pt x="995" y="0"/>
                    <a:pt x="2203" y="0"/>
                  </a:cubicBezTo>
                  <a:cubicBezTo>
                    <a:pt x="3410" y="0"/>
                    <a:pt x="4405" y="782"/>
                    <a:pt x="4405" y="1675"/>
                  </a:cubicBezTo>
                  <a:lnTo>
                    <a:pt x="4405" y="10549"/>
                  </a:lnTo>
                  <a:lnTo>
                    <a:pt x="17550" y="503"/>
                  </a:lnTo>
                  <a:cubicBezTo>
                    <a:pt x="18474" y="-167"/>
                    <a:pt x="19824" y="-167"/>
                    <a:pt x="20676" y="503"/>
                  </a:cubicBezTo>
                  <a:cubicBezTo>
                    <a:pt x="21529" y="1173"/>
                    <a:pt x="21529" y="2233"/>
                    <a:pt x="20676" y="2903"/>
                  </a:cubicBezTo>
                  <a:lnTo>
                    <a:pt x="11795" y="9656"/>
                  </a:lnTo>
                  <a:lnTo>
                    <a:pt x="20818" y="18642"/>
                  </a:lnTo>
                  <a:cubicBezTo>
                    <a:pt x="21600" y="19368"/>
                    <a:pt x="21458" y="20428"/>
                    <a:pt x="20463" y="21042"/>
                  </a:cubicBezTo>
                  <a:cubicBezTo>
                    <a:pt x="20037" y="21321"/>
                    <a:pt x="19539" y="21433"/>
                    <a:pt x="19042" y="21433"/>
                  </a:cubicBezTo>
                  <a:cubicBezTo>
                    <a:pt x="18403" y="21433"/>
                    <a:pt x="17834" y="21210"/>
                    <a:pt x="17408" y="20819"/>
                  </a:cubicBezTo>
                  <a:lnTo>
                    <a:pt x="8668" y="12056"/>
                  </a:lnTo>
                  <a:lnTo>
                    <a:pt x="4476" y="15349"/>
                  </a:lnTo>
                  <a:lnTo>
                    <a:pt x="4476" y="19759"/>
                  </a:lnTo>
                  <a:cubicBezTo>
                    <a:pt x="4476" y="20707"/>
                    <a:pt x="3482" y="21433"/>
                    <a:pt x="2274" y="21433"/>
                  </a:cubicBezTo>
                  <a:cubicBezTo>
                    <a:pt x="1066" y="21433"/>
                    <a:pt x="0" y="20707"/>
                    <a:pt x="0" y="19759"/>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7" name="Shape">
              <a:extLst>
                <a:ext uri="{FF2B5EF4-FFF2-40B4-BE49-F238E27FC236}">
                  <a16:creationId xmlns:a16="http://schemas.microsoft.com/office/drawing/2014/main" id="{5F5793BD-3D5F-4802-95EE-BC28C7018F0D}"/>
                </a:ext>
              </a:extLst>
            </p:cNvPr>
            <p:cNvSpPr/>
            <p:nvPr/>
          </p:nvSpPr>
          <p:spPr>
            <a:xfrm>
              <a:off x="877622" y="4143165"/>
              <a:ext cx="365075" cy="384048"/>
            </a:xfrm>
            <a:custGeom>
              <a:avLst/>
              <a:gdLst/>
              <a:ahLst/>
              <a:cxnLst>
                <a:cxn ang="0">
                  <a:pos x="wd2" y="hd2"/>
                </a:cxn>
                <a:cxn ang="5400000">
                  <a:pos x="wd2" y="hd2"/>
                </a:cxn>
                <a:cxn ang="10800000">
                  <a:pos x="wd2" y="hd2"/>
                </a:cxn>
                <a:cxn ang="16200000">
                  <a:pos x="wd2" y="hd2"/>
                </a:cxn>
              </a:cxnLst>
              <a:rect l="0" t="0" r="r" b="b"/>
              <a:pathLst>
                <a:path w="21600" h="21600" extrusionOk="0">
                  <a:moveTo>
                    <a:pt x="18445" y="3217"/>
                  </a:moveTo>
                  <a:cubicBezTo>
                    <a:pt x="20387" y="5209"/>
                    <a:pt x="21600" y="7813"/>
                    <a:pt x="21600" y="10800"/>
                  </a:cubicBezTo>
                  <a:cubicBezTo>
                    <a:pt x="21600" y="13787"/>
                    <a:pt x="20387" y="16391"/>
                    <a:pt x="18445" y="18383"/>
                  </a:cubicBezTo>
                  <a:cubicBezTo>
                    <a:pt x="16584" y="20298"/>
                    <a:pt x="13834" y="21600"/>
                    <a:pt x="10921" y="21600"/>
                  </a:cubicBezTo>
                  <a:cubicBezTo>
                    <a:pt x="7928" y="21600"/>
                    <a:pt x="5097" y="20374"/>
                    <a:pt x="3155" y="18383"/>
                  </a:cubicBezTo>
                  <a:cubicBezTo>
                    <a:pt x="1213" y="16468"/>
                    <a:pt x="0" y="13787"/>
                    <a:pt x="0" y="10800"/>
                  </a:cubicBezTo>
                  <a:cubicBezTo>
                    <a:pt x="0" y="7813"/>
                    <a:pt x="1133" y="5209"/>
                    <a:pt x="3155" y="3217"/>
                  </a:cubicBezTo>
                  <a:cubicBezTo>
                    <a:pt x="5097" y="1226"/>
                    <a:pt x="7847" y="0"/>
                    <a:pt x="10921" y="0"/>
                  </a:cubicBezTo>
                  <a:cubicBezTo>
                    <a:pt x="13753" y="0"/>
                    <a:pt x="16584" y="1226"/>
                    <a:pt x="18445" y="3217"/>
                  </a:cubicBezTo>
                  <a:close/>
                  <a:moveTo>
                    <a:pt x="18040" y="10800"/>
                  </a:moveTo>
                  <a:cubicBezTo>
                    <a:pt x="18040" y="8732"/>
                    <a:pt x="17151" y="6894"/>
                    <a:pt x="15856" y="5592"/>
                  </a:cubicBezTo>
                  <a:cubicBezTo>
                    <a:pt x="14562" y="4213"/>
                    <a:pt x="12782" y="3447"/>
                    <a:pt x="10840" y="3447"/>
                  </a:cubicBezTo>
                  <a:cubicBezTo>
                    <a:pt x="8818" y="3447"/>
                    <a:pt x="7038" y="4213"/>
                    <a:pt x="5744" y="5592"/>
                  </a:cubicBezTo>
                  <a:cubicBezTo>
                    <a:pt x="4449" y="6894"/>
                    <a:pt x="3560" y="8809"/>
                    <a:pt x="3560" y="10800"/>
                  </a:cubicBezTo>
                  <a:cubicBezTo>
                    <a:pt x="3560" y="12868"/>
                    <a:pt x="4369" y="14706"/>
                    <a:pt x="5744" y="16008"/>
                  </a:cubicBezTo>
                  <a:cubicBezTo>
                    <a:pt x="7038" y="17387"/>
                    <a:pt x="8818" y="18153"/>
                    <a:pt x="10840" y="18153"/>
                  </a:cubicBezTo>
                  <a:cubicBezTo>
                    <a:pt x="12701" y="18153"/>
                    <a:pt x="14481" y="17311"/>
                    <a:pt x="15856" y="16008"/>
                  </a:cubicBezTo>
                  <a:cubicBezTo>
                    <a:pt x="17151" y="14706"/>
                    <a:pt x="18040" y="12791"/>
                    <a:pt x="18040" y="10800"/>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8" name="Shape">
              <a:extLst>
                <a:ext uri="{FF2B5EF4-FFF2-40B4-BE49-F238E27FC236}">
                  <a16:creationId xmlns:a16="http://schemas.microsoft.com/office/drawing/2014/main" id="{DC9C4DC0-B3E4-4237-B517-E0B973CD02E5}"/>
                </a:ext>
              </a:extLst>
            </p:cNvPr>
            <p:cNvSpPr/>
            <p:nvPr/>
          </p:nvSpPr>
          <p:spPr>
            <a:xfrm>
              <a:off x="1312989" y="4141295"/>
              <a:ext cx="306358" cy="384048"/>
            </a:xfrm>
            <a:custGeom>
              <a:avLst/>
              <a:gdLst/>
              <a:ahLst/>
              <a:cxnLst>
                <a:cxn ang="0">
                  <a:pos x="wd2" y="hd2"/>
                </a:cxn>
                <a:cxn ang="5400000">
                  <a:pos x="wd2" y="hd2"/>
                </a:cxn>
                <a:cxn ang="10800000">
                  <a:pos x="wd2" y="hd2"/>
                </a:cxn>
                <a:cxn ang="16200000">
                  <a:pos x="wd2" y="hd2"/>
                </a:cxn>
              </a:cxnLst>
              <a:rect l="0" t="0" r="r" b="b"/>
              <a:pathLst>
                <a:path w="21414" h="21600" extrusionOk="0">
                  <a:moveTo>
                    <a:pt x="10800" y="21600"/>
                  </a:moveTo>
                  <a:cubicBezTo>
                    <a:pt x="4779" y="21600"/>
                    <a:pt x="0" y="17565"/>
                    <a:pt x="0" y="12659"/>
                  </a:cubicBezTo>
                  <a:lnTo>
                    <a:pt x="0" y="1662"/>
                  </a:lnTo>
                  <a:cubicBezTo>
                    <a:pt x="0" y="712"/>
                    <a:pt x="860" y="0"/>
                    <a:pt x="2007" y="0"/>
                  </a:cubicBezTo>
                  <a:cubicBezTo>
                    <a:pt x="3154" y="0"/>
                    <a:pt x="4110" y="712"/>
                    <a:pt x="4110" y="1662"/>
                  </a:cubicBezTo>
                  <a:lnTo>
                    <a:pt x="4110" y="12659"/>
                  </a:lnTo>
                  <a:cubicBezTo>
                    <a:pt x="4110" y="15666"/>
                    <a:pt x="7073" y="18119"/>
                    <a:pt x="10704" y="18119"/>
                  </a:cubicBezTo>
                  <a:cubicBezTo>
                    <a:pt x="14432" y="18119"/>
                    <a:pt x="17299" y="15666"/>
                    <a:pt x="17299" y="12659"/>
                  </a:cubicBezTo>
                  <a:lnTo>
                    <a:pt x="17299" y="1662"/>
                  </a:lnTo>
                  <a:cubicBezTo>
                    <a:pt x="17299" y="712"/>
                    <a:pt x="18255" y="0"/>
                    <a:pt x="19402" y="0"/>
                  </a:cubicBezTo>
                  <a:cubicBezTo>
                    <a:pt x="20549" y="0"/>
                    <a:pt x="21409" y="712"/>
                    <a:pt x="21409" y="1662"/>
                  </a:cubicBezTo>
                  <a:lnTo>
                    <a:pt x="21409" y="12659"/>
                  </a:lnTo>
                  <a:cubicBezTo>
                    <a:pt x="21600" y="17565"/>
                    <a:pt x="16821" y="21600"/>
                    <a:pt x="10800" y="21600"/>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9" name="Shape">
              <a:extLst>
                <a:ext uri="{FF2B5EF4-FFF2-40B4-BE49-F238E27FC236}">
                  <a16:creationId xmlns:a16="http://schemas.microsoft.com/office/drawing/2014/main" id="{C30F3F09-80C6-4BD2-894C-BB8BAED12B3E}"/>
                </a:ext>
              </a:extLst>
            </p:cNvPr>
            <p:cNvSpPr/>
            <p:nvPr/>
          </p:nvSpPr>
          <p:spPr>
            <a:xfrm>
              <a:off x="1689640" y="4141295"/>
              <a:ext cx="285770" cy="384048"/>
            </a:xfrm>
            <a:custGeom>
              <a:avLst/>
              <a:gdLst/>
              <a:ahLst/>
              <a:cxnLst>
                <a:cxn ang="0">
                  <a:pos x="wd2" y="hd2"/>
                </a:cxn>
                <a:cxn ang="5400000">
                  <a:pos x="wd2" y="hd2"/>
                </a:cxn>
                <a:cxn ang="10800000">
                  <a:pos x="wd2" y="hd2"/>
                </a:cxn>
                <a:cxn ang="16200000">
                  <a:pos x="wd2" y="hd2"/>
                </a:cxn>
              </a:cxnLst>
              <a:rect l="0" t="0" r="r" b="b"/>
              <a:pathLst>
                <a:path w="21600" h="21600" extrusionOk="0">
                  <a:moveTo>
                    <a:pt x="19326" y="3335"/>
                  </a:moveTo>
                  <a:lnTo>
                    <a:pt x="12919" y="3335"/>
                  </a:lnTo>
                  <a:lnTo>
                    <a:pt x="12919" y="19932"/>
                  </a:lnTo>
                  <a:cubicBezTo>
                    <a:pt x="12919" y="20885"/>
                    <a:pt x="11988" y="21600"/>
                    <a:pt x="10748" y="21600"/>
                  </a:cubicBezTo>
                  <a:cubicBezTo>
                    <a:pt x="9508" y="21600"/>
                    <a:pt x="8578" y="20885"/>
                    <a:pt x="8578" y="19932"/>
                  </a:cubicBezTo>
                  <a:lnTo>
                    <a:pt x="8578" y="3415"/>
                  </a:lnTo>
                  <a:lnTo>
                    <a:pt x="2170" y="3415"/>
                  </a:lnTo>
                  <a:cubicBezTo>
                    <a:pt x="930" y="3415"/>
                    <a:pt x="0" y="2621"/>
                    <a:pt x="0" y="1668"/>
                  </a:cubicBezTo>
                  <a:cubicBezTo>
                    <a:pt x="0" y="715"/>
                    <a:pt x="930" y="0"/>
                    <a:pt x="2170" y="0"/>
                  </a:cubicBezTo>
                  <a:lnTo>
                    <a:pt x="19430" y="0"/>
                  </a:lnTo>
                  <a:cubicBezTo>
                    <a:pt x="20670" y="0"/>
                    <a:pt x="21600" y="715"/>
                    <a:pt x="21600" y="1668"/>
                  </a:cubicBezTo>
                  <a:cubicBezTo>
                    <a:pt x="21600" y="2541"/>
                    <a:pt x="20566" y="3335"/>
                    <a:pt x="19326" y="3335"/>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0" name="Shape">
              <a:extLst>
                <a:ext uri="{FF2B5EF4-FFF2-40B4-BE49-F238E27FC236}">
                  <a16:creationId xmlns:a16="http://schemas.microsoft.com/office/drawing/2014/main" id="{01D8E841-36AF-4684-9803-8516B5538488}"/>
                </a:ext>
              </a:extLst>
            </p:cNvPr>
            <p:cNvSpPr/>
            <p:nvPr/>
          </p:nvSpPr>
          <p:spPr>
            <a:xfrm>
              <a:off x="2045701" y="4141295"/>
              <a:ext cx="291044" cy="384048"/>
            </a:xfrm>
            <a:custGeom>
              <a:avLst/>
              <a:gdLst/>
              <a:ahLst/>
              <a:cxnLst>
                <a:cxn ang="0">
                  <a:pos x="wd2" y="hd2"/>
                </a:cxn>
                <a:cxn ang="5400000">
                  <a:pos x="wd2" y="hd2"/>
                </a:cxn>
                <a:cxn ang="10800000">
                  <a:pos x="wd2" y="hd2"/>
                </a:cxn>
                <a:cxn ang="16200000">
                  <a:pos x="wd2" y="hd2"/>
                </a:cxn>
              </a:cxnLst>
              <a:rect l="0" t="0" r="r" b="b"/>
              <a:pathLst>
                <a:path w="21385" h="21600" extrusionOk="0">
                  <a:moveTo>
                    <a:pt x="388" y="16413"/>
                  </a:moveTo>
                  <a:cubicBezTo>
                    <a:pt x="1091" y="15716"/>
                    <a:pt x="2397" y="15639"/>
                    <a:pt x="3201" y="16181"/>
                  </a:cubicBezTo>
                  <a:cubicBezTo>
                    <a:pt x="4909" y="17265"/>
                    <a:pt x="7923" y="18503"/>
                    <a:pt x="10736" y="18503"/>
                  </a:cubicBezTo>
                  <a:cubicBezTo>
                    <a:pt x="12745" y="18503"/>
                    <a:pt x="14453" y="18039"/>
                    <a:pt x="15658" y="17419"/>
                  </a:cubicBezTo>
                  <a:cubicBezTo>
                    <a:pt x="16864" y="16723"/>
                    <a:pt x="17366" y="16026"/>
                    <a:pt x="17366" y="15252"/>
                  </a:cubicBezTo>
                  <a:cubicBezTo>
                    <a:pt x="17366" y="14865"/>
                    <a:pt x="17266" y="14555"/>
                    <a:pt x="16965" y="14323"/>
                  </a:cubicBezTo>
                  <a:cubicBezTo>
                    <a:pt x="16764" y="14013"/>
                    <a:pt x="16362" y="13703"/>
                    <a:pt x="15759" y="13394"/>
                  </a:cubicBezTo>
                  <a:cubicBezTo>
                    <a:pt x="14654" y="12852"/>
                    <a:pt x="12745" y="12310"/>
                    <a:pt x="10434" y="12000"/>
                  </a:cubicBezTo>
                  <a:lnTo>
                    <a:pt x="10434" y="12000"/>
                  </a:lnTo>
                  <a:cubicBezTo>
                    <a:pt x="8626" y="11690"/>
                    <a:pt x="6918" y="11381"/>
                    <a:pt x="5411" y="10839"/>
                  </a:cubicBezTo>
                  <a:cubicBezTo>
                    <a:pt x="3904" y="10297"/>
                    <a:pt x="2598" y="9523"/>
                    <a:pt x="1794" y="8516"/>
                  </a:cubicBezTo>
                  <a:cubicBezTo>
                    <a:pt x="1192" y="7819"/>
                    <a:pt x="890" y="6968"/>
                    <a:pt x="890" y="6039"/>
                  </a:cubicBezTo>
                  <a:cubicBezTo>
                    <a:pt x="890" y="4258"/>
                    <a:pt x="2196" y="2632"/>
                    <a:pt x="4004" y="1626"/>
                  </a:cubicBezTo>
                  <a:cubicBezTo>
                    <a:pt x="5813" y="619"/>
                    <a:pt x="8224" y="0"/>
                    <a:pt x="10736" y="0"/>
                  </a:cubicBezTo>
                  <a:cubicBezTo>
                    <a:pt x="14453" y="0"/>
                    <a:pt x="17266" y="1394"/>
                    <a:pt x="19275" y="2400"/>
                  </a:cubicBezTo>
                  <a:cubicBezTo>
                    <a:pt x="20179" y="2865"/>
                    <a:pt x="20481" y="3871"/>
                    <a:pt x="19778" y="4568"/>
                  </a:cubicBezTo>
                  <a:cubicBezTo>
                    <a:pt x="19175" y="5265"/>
                    <a:pt x="17969" y="5497"/>
                    <a:pt x="16965" y="5032"/>
                  </a:cubicBezTo>
                  <a:cubicBezTo>
                    <a:pt x="14955" y="4026"/>
                    <a:pt x="13046" y="3097"/>
                    <a:pt x="10635" y="3097"/>
                  </a:cubicBezTo>
                  <a:cubicBezTo>
                    <a:pt x="8827" y="3097"/>
                    <a:pt x="7320" y="3484"/>
                    <a:pt x="6215" y="4103"/>
                  </a:cubicBezTo>
                  <a:cubicBezTo>
                    <a:pt x="5110" y="4723"/>
                    <a:pt x="4708" y="5342"/>
                    <a:pt x="4708" y="6039"/>
                  </a:cubicBezTo>
                  <a:cubicBezTo>
                    <a:pt x="4708" y="6426"/>
                    <a:pt x="4808" y="6658"/>
                    <a:pt x="5009" y="6890"/>
                  </a:cubicBezTo>
                  <a:cubicBezTo>
                    <a:pt x="5210" y="7123"/>
                    <a:pt x="5511" y="7432"/>
                    <a:pt x="6114" y="7665"/>
                  </a:cubicBezTo>
                  <a:cubicBezTo>
                    <a:pt x="7119" y="8206"/>
                    <a:pt x="8927" y="8671"/>
                    <a:pt x="11037" y="8981"/>
                  </a:cubicBezTo>
                  <a:lnTo>
                    <a:pt x="11137" y="8981"/>
                  </a:lnTo>
                  <a:cubicBezTo>
                    <a:pt x="13147" y="9290"/>
                    <a:pt x="14955" y="9677"/>
                    <a:pt x="16563" y="10219"/>
                  </a:cubicBezTo>
                  <a:cubicBezTo>
                    <a:pt x="18170" y="10839"/>
                    <a:pt x="19577" y="11613"/>
                    <a:pt x="20481" y="12697"/>
                  </a:cubicBezTo>
                  <a:cubicBezTo>
                    <a:pt x="21084" y="13394"/>
                    <a:pt x="21385" y="14323"/>
                    <a:pt x="21385" y="15252"/>
                  </a:cubicBezTo>
                  <a:cubicBezTo>
                    <a:pt x="21385" y="17187"/>
                    <a:pt x="19978" y="18813"/>
                    <a:pt x="17969" y="19897"/>
                  </a:cubicBezTo>
                  <a:cubicBezTo>
                    <a:pt x="16060" y="20981"/>
                    <a:pt x="13549" y="21600"/>
                    <a:pt x="10736" y="21600"/>
                  </a:cubicBezTo>
                  <a:cubicBezTo>
                    <a:pt x="6516" y="21600"/>
                    <a:pt x="2899" y="19974"/>
                    <a:pt x="689" y="18581"/>
                  </a:cubicBezTo>
                  <a:cubicBezTo>
                    <a:pt x="-115" y="18116"/>
                    <a:pt x="-215" y="17110"/>
                    <a:pt x="388" y="16413"/>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1" name="Shape">
              <a:extLst>
                <a:ext uri="{FF2B5EF4-FFF2-40B4-BE49-F238E27FC236}">
                  <a16:creationId xmlns:a16="http://schemas.microsoft.com/office/drawing/2014/main" id="{FE81BEF8-2316-4EC5-AB5C-3A2EFD69A667}"/>
                </a:ext>
              </a:extLst>
            </p:cNvPr>
            <p:cNvSpPr/>
            <p:nvPr/>
          </p:nvSpPr>
          <p:spPr>
            <a:xfrm>
              <a:off x="2407037" y="4141295"/>
              <a:ext cx="58796" cy="384048"/>
            </a:xfrm>
            <a:custGeom>
              <a:avLst/>
              <a:gdLst/>
              <a:ahLst/>
              <a:cxnLst>
                <a:cxn ang="0">
                  <a:pos x="wd2" y="hd2"/>
                </a:cxn>
                <a:cxn ang="5400000">
                  <a:pos x="wd2" y="hd2"/>
                </a:cxn>
                <a:cxn ang="10800000">
                  <a:pos x="wd2" y="hd2"/>
                </a:cxn>
                <a:cxn ang="16200000">
                  <a:pos x="wd2" y="hd2"/>
                </a:cxn>
              </a:cxnLst>
              <a:rect l="0" t="0" r="r" b="b"/>
              <a:pathLst>
                <a:path w="21600" h="21600" extrusionOk="0">
                  <a:moveTo>
                    <a:pt x="0" y="1668"/>
                  </a:moveTo>
                  <a:cubicBezTo>
                    <a:pt x="0" y="715"/>
                    <a:pt x="4521" y="0"/>
                    <a:pt x="10549" y="0"/>
                  </a:cubicBezTo>
                  <a:cubicBezTo>
                    <a:pt x="16577" y="0"/>
                    <a:pt x="21600" y="715"/>
                    <a:pt x="21600" y="1668"/>
                  </a:cubicBezTo>
                  <a:lnTo>
                    <a:pt x="21600" y="19932"/>
                  </a:lnTo>
                  <a:cubicBezTo>
                    <a:pt x="21600" y="20885"/>
                    <a:pt x="16577" y="21600"/>
                    <a:pt x="10549" y="21600"/>
                  </a:cubicBezTo>
                  <a:cubicBezTo>
                    <a:pt x="4521" y="21600"/>
                    <a:pt x="0" y="20885"/>
                    <a:pt x="0" y="19932"/>
                  </a:cubicBezTo>
                  <a:lnTo>
                    <a:pt x="0" y="1668"/>
                  </a:ln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2" name="Shape">
              <a:extLst>
                <a:ext uri="{FF2B5EF4-FFF2-40B4-BE49-F238E27FC236}">
                  <a16:creationId xmlns:a16="http://schemas.microsoft.com/office/drawing/2014/main" id="{ACA863F1-F436-42E1-A31A-FCF65E8B636F}"/>
                </a:ext>
              </a:extLst>
            </p:cNvPr>
            <p:cNvSpPr/>
            <p:nvPr/>
          </p:nvSpPr>
          <p:spPr>
            <a:xfrm>
              <a:off x="2536125" y="4141295"/>
              <a:ext cx="277563" cy="384048"/>
            </a:xfrm>
            <a:custGeom>
              <a:avLst/>
              <a:gdLst/>
              <a:ahLst/>
              <a:cxnLst>
                <a:cxn ang="0">
                  <a:pos x="wd2" y="hd2"/>
                </a:cxn>
                <a:cxn ang="5400000">
                  <a:pos x="wd2" y="hd2"/>
                </a:cxn>
                <a:cxn ang="10800000">
                  <a:pos x="wd2" y="hd2"/>
                </a:cxn>
                <a:cxn ang="16200000">
                  <a:pos x="wd2" y="hd2"/>
                </a:cxn>
              </a:cxnLst>
              <a:rect l="0" t="0" r="r" b="b"/>
              <a:pathLst>
                <a:path w="21600" h="21600" extrusionOk="0">
                  <a:moveTo>
                    <a:pt x="0" y="19859"/>
                  </a:moveTo>
                  <a:lnTo>
                    <a:pt x="0" y="1662"/>
                  </a:lnTo>
                  <a:cubicBezTo>
                    <a:pt x="0" y="712"/>
                    <a:pt x="958" y="0"/>
                    <a:pt x="2234" y="0"/>
                  </a:cubicBezTo>
                  <a:lnTo>
                    <a:pt x="7129" y="0"/>
                  </a:lnTo>
                  <a:cubicBezTo>
                    <a:pt x="15109" y="0"/>
                    <a:pt x="21600" y="4826"/>
                    <a:pt x="21600" y="10760"/>
                  </a:cubicBezTo>
                  <a:cubicBezTo>
                    <a:pt x="21600" y="16774"/>
                    <a:pt x="15109" y="21600"/>
                    <a:pt x="7129" y="21600"/>
                  </a:cubicBezTo>
                  <a:lnTo>
                    <a:pt x="2341" y="21600"/>
                  </a:lnTo>
                  <a:cubicBezTo>
                    <a:pt x="1064" y="21521"/>
                    <a:pt x="0" y="20730"/>
                    <a:pt x="0" y="19859"/>
                  </a:cubicBezTo>
                  <a:close/>
                  <a:moveTo>
                    <a:pt x="4682" y="18119"/>
                  </a:moveTo>
                  <a:lnTo>
                    <a:pt x="7236" y="18119"/>
                  </a:lnTo>
                  <a:cubicBezTo>
                    <a:pt x="12662" y="18119"/>
                    <a:pt x="17131" y="14796"/>
                    <a:pt x="17131" y="10681"/>
                  </a:cubicBezTo>
                  <a:cubicBezTo>
                    <a:pt x="17131" y="6646"/>
                    <a:pt x="12769" y="3323"/>
                    <a:pt x="7236" y="3323"/>
                  </a:cubicBezTo>
                  <a:lnTo>
                    <a:pt x="4682" y="3323"/>
                  </a:lnTo>
                  <a:lnTo>
                    <a:pt x="4682" y="18119"/>
                  </a:ln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3" name="Shape">
              <a:extLst>
                <a:ext uri="{FF2B5EF4-FFF2-40B4-BE49-F238E27FC236}">
                  <a16:creationId xmlns:a16="http://schemas.microsoft.com/office/drawing/2014/main" id="{65226533-5C90-4948-AC90-7B7F98BD1340}"/>
                </a:ext>
              </a:extLst>
            </p:cNvPr>
            <p:cNvSpPr/>
            <p:nvPr/>
          </p:nvSpPr>
          <p:spPr>
            <a:xfrm>
              <a:off x="2883981" y="4141295"/>
              <a:ext cx="231076" cy="384048"/>
            </a:xfrm>
            <a:custGeom>
              <a:avLst/>
              <a:gdLst/>
              <a:ahLst/>
              <a:cxnLst>
                <a:cxn ang="0">
                  <a:pos x="wd2" y="hd2"/>
                </a:cxn>
                <a:cxn ang="5400000">
                  <a:pos x="wd2" y="hd2"/>
                </a:cxn>
                <a:cxn ang="10800000">
                  <a:pos x="wd2" y="hd2"/>
                </a:cxn>
                <a:cxn ang="16200000">
                  <a:pos x="wd2" y="hd2"/>
                </a:cxn>
              </a:cxnLst>
              <a:rect l="0" t="0" r="r" b="b"/>
              <a:pathLst>
                <a:path w="21600" h="21600" extrusionOk="0">
                  <a:moveTo>
                    <a:pt x="0" y="19932"/>
                  </a:moveTo>
                  <a:lnTo>
                    <a:pt x="0" y="1668"/>
                  </a:lnTo>
                  <a:cubicBezTo>
                    <a:pt x="0" y="715"/>
                    <a:pt x="1150" y="0"/>
                    <a:pt x="2684" y="0"/>
                  </a:cubicBezTo>
                  <a:lnTo>
                    <a:pt x="2684" y="0"/>
                  </a:lnTo>
                  <a:cubicBezTo>
                    <a:pt x="2684" y="0"/>
                    <a:pt x="2684" y="0"/>
                    <a:pt x="2812" y="0"/>
                  </a:cubicBezTo>
                  <a:lnTo>
                    <a:pt x="18916" y="0"/>
                  </a:lnTo>
                  <a:cubicBezTo>
                    <a:pt x="20322" y="0"/>
                    <a:pt x="21600" y="715"/>
                    <a:pt x="21600" y="1668"/>
                  </a:cubicBezTo>
                  <a:cubicBezTo>
                    <a:pt x="21600" y="2621"/>
                    <a:pt x="20322" y="3415"/>
                    <a:pt x="18916" y="3415"/>
                  </a:cubicBezTo>
                  <a:lnTo>
                    <a:pt x="5368" y="3415"/>
                  </a:lnTo>
                  <a:lnTo>
                    <a:pt x="5368" y="9053"/>
                  </a:lnTo>
                  <a:lnTo>
                    <a:pt x="16999" y="9053"/>
                  </a:lnTo>
                  <a:cubicBezTo>
                    <a:pt x="18533" y="9053"/>
                    <a:pt x="19683" y="9847"/>
                    <a:pt x="19683" y="10721"/>
                  </a:cubicBezTo>
                  <a:cubicBezTo>
                    <a:pt x="19683" y="11674"/>
                    <a:pt x="18405" y="12468"/>
                    <a:pt x="16999" y="12468"/>
                  </a:cubicBezTo>
                  <a:lnTo>
                    <a:pt x="5368" y="12468"/>
                  </a:lnTo>
                  <a:lnTo>
                    <a:pt x="5368" y="18185"/>
                  </a:lnTo>
                  <a:lnTo>
                    <a:pt x="18916" y="18185"/>
                  </a:lnTo>
                  <a:cubicBezTo>
                    <a:pt x="20322" y="18185"/>
                    <a:pt x="21600" y="18979"/>
                    <a:pt x="21600" y="19932"/>
                  </a:cubicBezTo>
                  <a:cubicBezTo>
                    <a:pt x="21600" y="20885"/>
                    <a:pt x="20322" y="21600"/>
                    <a:pt x="18916" y="21600"/>
                  </a:cubicBezTo>
                  <a:lnTo>
                    <a:pt x="2812" y="21600"/>
                  </a:lnTo>
                  <a:cubicBezTo>
                    <a:pt x="2684" y="21600"/>
                    <a:pt x="2684" y="21600"/>
                    <a:pt x="2684" y="21600"/>
                  </a:cubicBezTo>
                  <a:lnTo>
                    <a:pt x="2684" y="21600"/>
                  </a:lnTo>
                  <a:cubicBezTo>
                    <a:pt x="1278" y="21600"/>
                    <a:pt x="0" y="20806"/>
                    <a:pt x="0" y="19932"/>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4" name="Shape">
              <a:extLst>
                <a:ext uri="{FF2B5EF4-FFF2-40B4-BE49-F238E27FC236}">
                  <a16:creationId xmlns:a16="http://schemas.microsoft.com/office/drawing/2014/main" id="{66376EA0-102D-4560-95E4-3DB9274468E7}"/>
                </a:ext>
              </a:extLst>
            </p:cNvPr>
            <p:cNvSpPr/>
            <p:nvPr/>
          </p:nvSpPr>
          <p:spPr>
            <a:xfrm>
              <a:off x="913172" y="4613017"/>
              <a:ext cx="293975" cy="384048"/>
            </a:xfrm>
            <a:custGeom>
              <a:avLst/>
              <a:gdLst/>
              <a:ahLst/>
              <a:cxnLst>
                <a:cxn ang="0">
                  <a:pos x="wd2" y="hd2"/>
                </a:cxn>
                <a:cxn ang="5400000">
                  <a:pos x="wd2" y="hd2"/>
                </a:cxn>
                <a:cxn ang="10800000">
                  <a:pos x="wd2" y="hd2"/>
                </a:cxn>
                <a:cxn ang="16200000">
                  <a:pos x="wd2" y="hd2"/>
                </a:cxn>
              </a:cxnLst>
              <a:rect l="0" t="0" r="r" b="b"/>
              <a:pathLst>
                <a:path w="21600" h="21600" extrusionOk="0">
                  <a:moveTo>
                    <a:pt x="19390" y="3447"/>
                  </a:moveTo>
                  <a:lnTo>
                    <a:pt x="12960" y="3447"/>
                  </a:lnTo>
                  <a:lnTo>
                    <a:pt x="12960" y="19915"/>
                  </a:lnTo>
                  <a:cubicBezTo>
                    <a:pt x="12960" y="20911"/>
                    <a:pt x="11955" y="21600"/>
                    <a:pt x="10750" y="21600"/>
                  </a:cubicBezTo>
                  <a:cubicBezTo>
                    <a:pt x="9544" y="21600"/>
                    <a:pt x="8540" y="20834"/>
                    <a:pt x="8540" y="19915"/>
                  </a:cubicBezTo>
                  <a:lnTo>
                    <a:pt x="8540" y="3447"/>
                  </a:lnTo>
                  <a:lnTo>
                    <a:pt x="2210" y="3447"/>
                  </a:lnTo>
                  <a:cubicBezTo>
                    <a:pt x="1005" y="3447"/>
                    <a:pt x="0" y="2681"/>
                    <a:pt x="0" y="1685"/>
                  </a:cubicBezTo>
                  <a:cubicBezTo>
                    <a:pt x="0" y="689"/>
                    <a:pt x="1005" y="0"/>
                    <a:pt x="2210" y="0"/>
                  </a:cubicBezTo>
                  <a:lnTo>
                    <a:pt x="19390" y="0"/>
                  </a:lnTo>
                  <a:cubicBezTo>
                    <a:pt x="20595" y="0"/>
                    <a:pt x="21600" y="766"/>
                    <a:pt x="21600" y="1685"/>
                  </a:cubicBezTo>
                  <a:cubicBezTo>
                    <a:pt x="21600" y="2604"/>
                    <a:pt x="20595" y="3447"/>
                    <a:pt x="19390" y="3447"/>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5" name="Shape">
              <a:extLst>
                <a:ext uri="{FF2B5EF4-FFF2-40B4-BE49-F238E27FC236}">
                  <a16:creationId xmlns:a16="http://schemas.microsoft.com/office/drawing/2014/main" id="{32989B95-CEBC-470F-BD16-68A0562A5E8F}"/>
                </a:ext>
              </a:extLst>
            </p:cNvPr>
            <p:cNvSpPr/>
            <p:nvPr/>
          </p:nvSpPr>
          <p:spPr>
            <a:xfrm>
              <a:off x="1286569" y="4613017"/>
              <a:ext cx="263894" cy="384048"/>
            </a:xfrm>
            <a:custGeom>
              <a:avLst/>
              <a:gdLst/>
              <a:ahLst/>
              <a:cxnLst>
                <a:cxn ang="0">
                  <a:pos x="wd2" y="hd2"/>
                </a:cxn>
                <a:cxn ang="5400000">
                  <a:pos x="wd2" y="hd2"/>
                </a:cxn>
                <a:cxn ang="10800000">
                  <a:pos x="wd2" y="hd2"/>
                </a:cxn>
                <a:cxn ang="16200000">
                  <a:pos x="wd2" y="hd2"/>
                </a:cxn>
              </a:cxnLst>
              <a:rect l="0" t="0" r="r" b="b"/>
              <a:pathLst>
                <a:path w="21600" h="21600" extrusionOk="0">
                  <a:moveTo>
                    <a:pt x="0" y="19915"/>
                  </a:moveTo>
                  <a:lnTo>
                    <a:pt x="0" y="1685"/>
                  </a:lnTo>
                  <a:cubicBezTo>
                    <a:pt x="0" y="689"/>
                    <a:pt x="1119" y="0"/>
                    <a:pt x="2462" y="0"/>
                  </a:cubicBezTo>
                  <a:cubicBezTo>
                    <a:pt x="3805" y="0"/>
                    <a:pt x="4924" y="766"/>
                    <a:pt x="4924" y="1685"/>
                  </a:cubicBezTo>
                  <a:lnTo>
                    <a:pt x="4924" y="9115"/>
                  </a:lnTo>
                  <a:lnTo>
                    <a:pt x="16676" y="9115"/>
                  </a:lnTo>
                  <a:lnTo>
                    <a:pt x="16676" y="1685"/>
                  </a:lnTo>
                  <a:cubicBezTo>
                    <a:pt x="16676" y="689"/>
                    <a:pt x="17795" y="0"/>
                    <a:pt x="19138" y="0"/>
                  </a:cubicBezTo>
                  <a:cubicBezTo>
                    <a:pt x="20481" y="0"/>
                    <a:pt x="21600" y="766"/>
                    <a:pt x="21600" y="1685"/>
                  </a:cubicBezTo>
                  <a:lnTo>
                    <a:pt x="21600" y="19915"/>
                  </a:lnTo>
                  <a:cubicBezTo>
                    <a:pt x="21600" y="20911"/>
                    <a:pt x="20481" y="21600"/>
                    <a:pt x="19138" y="21600"/>
                  </a:cubicBezTo>
                  <a:cubicBezTo>
                    <a:pt x="17795" y="21600"/>
                    <a:pt x="16676" y="20834"/>
                    <a:pt x="16676" y="19915"/>
                  </a:cubicBezTo>
                  <a:lnTo>
                    <a:pt x="16676" y="12485"/>
                  </a:lnTo>
                  <a:lnTo>
                    <a:pt x="5036" y="12485"/>
                  </a:lnTo>
                  <a:lnTo>
                    <a:pt x="5036" y="19915"/>
                  </a:lnTo>
                  <a:cubicBezTo>
                    <a:pt x="5036" y="20911"/>
                    <a:pt x="3917" y="21600"/>
                    <a:pt x="2574" y="21600"/>
                  </a:cubicBezTo>
                  <a:cubicBezTo>
                    <a:pt x="1231" y="21600"/>
                    <a:pt x="0" y="20911"/>
                    <a:pt x="0" y="19915"/>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6" name="Shape">
              <a:extLst>
                <a:ext uri="{FF2B5EF4-FFF2-40B4-BE49-F238E27FC236}">
                  <a16:creationId xmlns:a16="http://schemas.microsoft.com/office/drawing/2014/main" id="{86A1809C-1099-4AAE-8C8F-A47B49A079DC}"/>
                </a:ext>
              </a:extLst>
            </p:cNvPr>
            <p:cNvSpPr/>
            <p:nvPr/>
          </p:nvSpPr>
          <p:spPr>
            <a:xfrm>
              <a:off x="1629886" y="4613017"/>
              <a:ext cx="239279" cy="384048"/>
            </a:xfrm>
            <a:custGeom>
              <a:avLst/>
              <a:gdLst/>
              <a:ahLst/>
              <a:cxnLst>
                <a:cxn ang="0">
                  <a:pos x="wd2" y="hd2"/>
                </a:cxn>
                <a:cxn ang="5400000">
                  <a:pos x="wd2" y="hd2"/>
                </a:cxn>
                <a:cxn ang="10800000">
                  <a:pos x="wd2" y="hd2"/>
                </a:cxn>
                <a:cxn ang="16200000">
                  <a:pos x="wd2" y="hd2"/>
                </a:cxn>
              </a:cxnLst>
              <a:rect l="0" t="0" r="r" b="b"/>
              <a:pathLst>
                <a:path w="21600" h="21600" extrusionOk="0">
                  <a:moveTo>
                    <a:pt x="0" y="19845"/>
                  </a:moveTo>
                  <a:lnTo>
                    <a:pt x="0" y="1679"/>
                  </a:lnTo>
                  <a:cubicBezTo>
                    <a:pt x="0" y="687"/>
                    <a:pt x="1234" y="0"/>
                    <a:pt x="2715" y="0"/>
                  </a:cubicBezTo>
                  <a:lnTo>
                    <a:pt x="2715" y="0"/>
                  </a:lnTo>
                  <a:cubicBezTo>
                    <a:pt x="2715" y="0"/>
                    <a:pt x="2715" y="0"/>
                    <a:pt x="2839" y="0"/>
                  </a:cubicBezTo>
                  <a:lnTo>
                    <a:pt x="18885" y="0"/>
                  </a:lnTo>
                  <a:cubicBezTo>
                    <a:pt x="20366" y="0"/>
                    <a:pt x="21600" y="763"/>
                    <a:pt x="21600" y="1679"/>
                  </a:cubicBezTo>
                  <a:cubicBezTo>
                    <a:pt x="21600" y="2671"/>
                    <a:pt x="20366" y="3435"/>
                    <a:pt x="18885" y="3435"/>
                  </a:cubicBezTo>
                  <a:lnTo>
                    <a:pt x="5431" y="3435"/>
                  </a:lnTo>
                  <a:lnTo>
                    <a:pt x="5431" y="9083"/>
                  </a:lnTo>
                  <a:lnTo>
                    <a:pt x="17033" y="9083"/>
                  </a:lnTo>
                  <a:cubicBezTo>
                    <a:pt x="18514" y="9083"/>
                    <a:pt x="19749" y="9846"/>
                    <a:pt x="19749" y="10762"/>
                  </a:cubicBezTo>
                  <a:cubicBezTo>
                    <a:pt x="19749" y="11754"/>
                    <a:pt x="18514" y="12517"/>
                    <a:pt x="17033" y="12517"/>
                  </a:cubicBezTo>
                  <a:lnTo>
                    <a:pt x="5431" y="12517"/>
                  </a:lnTo>
                  <a:lnTo>
                    <a:pt x="5431" y="18165"/>
                  </a:lnTo>
                  <a:lnTo>
                    <a:pt x="18885" y="18165"/>
                  </a:lnTo>
                  <a:cubicBezTo>
                    <a:pt x="20366" y="18165"/>
                    <a:pt x="21600" y="18929"/>
                    <a:pt x="21600" y="19921"/>
                  </a:cubicBezTo>
                  <a:cubicBezTo>
                    <a:pt x="21600" y="20837"/>
                    <a:pt x="20366" y="21600"/>
                    <a:pt x="18885" y="21600"/>
                  </a:cubicBezTo>
                  <a:lnTo>
                    <a:pt x="2839" y="21600"/>
                  </a:lnTo>
                  <a:cubicBezTo>
                    <a:pt x="2715" y="21600"/>
                    <a:pt x="2715" y="21600"/>
                    <a:pt x="2715" y="21600"/>
                  </a:cubicBezTo>
                  <a:lnTo>
                    <a:pt x="2715" y="21600"/>
                  </a:lnTo>
                  <a:cubicBezTo>
                    <a:pt x="1234" y="21524"/>
                    <a:pt x="0" y="20760"/>
                    <a:pt x="0" y="19845"/>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7" name="Shape">
              <a:extLst>
                <a:ext uri="{FF2B5EF4-FFF2-40B4-BE49-F238E27FC236}">
                  <a16:creationId xmlns:a16="http://schemas.microsoft.com/office/drawing/2014/main" id="{979738F9-D04A-4A0F-B9F2-F6D45FCF8A58}"/>
                </a:ext>
              </a:extLst>
            </p:cNvPr>
            <p:cNvSpPr/>
            <p:nvPr/>
          </p:nvSpPr>
          <p:spPr>
            <a:xfrm>
              <a:off x="2151744" y="4613017"/>
              <a:ext cx="246116" cy="384048"/>
            </a:xfrm>
            <a:custGeom>
              <a:avLst/>
              <a:gdLst/>
              <a:ahLst/>
              <a:cxnLst>
                <a:cxn ang="0">
                  <a:pos x="wd2" y="hd2"/>
                </a:cxn>
                <a:cxn ang="5400000">
                  <a:pos x="wd2" y="hd2"/>
                </a:cxn>
                <a:cxn ang="10800000">
                  <a:pos x="wd2" y="hd2"/>
                </a:cxn>
                <a:cxn ang="16200000">
                  <a:pos x="wd2" y="hd2"/>
                </a:cxn>
              </a:cxnLst>
              <a:rect l="0" t="0" r="r" b="b"/>
              <a:pathLst>
                <a:path w="21600" h="21600" extrusionOk="0">
                  <a:moveTo>
                    <a:pt x="0" y="19845"/>
                  </a:moveTo>
                  <a:lnTo>
                    <a:pt x="0" y="1679"/>
                  </a:lnTo>
                  <a:cubicBezTo>
                    <a:pt x="0" y="687"/>
                    <a:pt x="1200" y="0"/>
                    <a:pt x="2640" y="0"/>
                  </a:cubicBezTo>
                  <a:cubicBezTo>
                    <a:pt x="2640" y="0"/>
                    <a:pt x="2640" y="0"/>
                    <a:pt x="2760" y="0"/>
                  </a:cubicBezTo>
                  <a:cubicBezTo>
                    <a:pt x="2760" y="0"/>
                    <a:pt x="2760" y="0"/>
                    <a:pt x="2760" y="0"/>
                  </a:cubicBezTo>
                  <a:lnTo>
                    <a:pt x="9360" y="0"/>
                  </a:lnTo>
                  <a:cubicBezTo>
                    <a:pt x="14400" y="0"/>
                    <a:pt x="18480" y="2595"/>
                    <a:pt x="18480" y="5877"/>
                  </a:cubicBezTo>
                  <a:cubicBezTo>
                    <a:pt x="18480" y="7175"/>
                    <a:pt x="17760" y="8396"/>
                    <a:pt x="16680" y="9388"/>
                  </a:cubicBezTo>
                  <a:cubicBezTo>
                    <a:pt x="19560" y="10533"/>
                    <a:pt x="21600" y="12594"/>
                    <a:pt x="21600" y="14960"/>
                  </a:cubicBezTo>
                  <a:cubicBezTo>
                    <a:pt x="21600" y="18623"/>
                    <a:pt x="16920" y="21600"/>
                    <a:pt x="11280" y="21600"/>
                  </a:cubicBezTo>
                  <a:lnTo>
                    <a:pt x="2760" y="21600"/>
                  </a:lnTo>
                  <a:cubicBezTo>
                    <a:pt x="2760" y="21600"/>
                    <a:pt x="2760" y="21600"/>
                    <a:pt x="2760" y="21600"/>
                  </a:cubicBezTo>
                  <a:cubicBezTo>
                    <a:pt x="2640" y="21600"/>
                    <a:pt x="2640" y="21600"/>
                    <a:pt x="2640" y="21600"/>
                  </a:cubicBezTo>
                  <a:cubicBezTo>
                    <a:pt x="1200" y="21524"/>
                    <a:pt x="0" y="20760"/>
                    <a:pt x="0" y="19845"/>
                  </a:cubicBezTo>
                  <a:close/>
                  <a:moveTo>
                    <a:pt x="5280" y="8319"/>
                  </a:moveTo>
                  <a:lnTo>
                    <a:pt x="9480" y="8319"/>
                  </a:lnTo>
                  <a:cubicBezTo>
                    <a:pt x="11640" y="8319"/>
                    <a:pt x="13320" y="7175"/>
                    <a:pt x="13320" y="5801"/>
                  </a:cubicBezTo>
                  <a:cubicBezTo>
                    <a:pt x="13320" y="4427"/>
                    <a:pt x="11640" y="3358"/>
                    <a:pt x="9480" y="3358"/>
                  </a:cubicBezTo>
                  <a:lnTo>
                    <a:pt x="5280" y="3358"/>
                  </a:lnTo>
                  <a:lnTo>
                    <a:pt x="5280" y="8319"/>
                  </a:lnTo>
                  <a:close/>
                  <a:moveTo>
                    <a:pt x="5280" y="18165"/>
                  </a:moveTo>
                  <a:lnTo>
                    <a:pt x="11280" y="18165"/>
                  </a:lnTo>
                  <a:cubicBezTo>
                    <a:pt x="14040" y="18165"/>
                    <a:pt x="16200" y="16715"/>
                    <a:pt x="16200" y="14960"/>
                  </a:cubicBezTo>
                  <a:cubicBezTo>
                    <a:pt x="16200" y="13204"/>
                    <a:pt x="14040" y="11830"/>
                    <a:pt x="11280" y="11754"/>
                  </a:cubicBezTo>
                  <a:lnTo>
                    <a:pt x="5280" y="11754"/>
                  </a:lnTo>
                  <a:lnTo>
                    <a:pt x="5280" y="18165"/>
                  </a:ln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8" name="Shape">
              <a:extLst>
                <a:ext uri="{FF2B5EF4-FFF2-40B4-BE49-F238E27FC236}">
                  <a16:creationId xmlns:a16="http://schemas.microsoft.com/office/drawing/2014/main" id="{5795B015-7515-4008-AA0E-F3AD94C14D97}"/>
                </a:ext>
              </a:extLst>
            </p:cNvPr>
            <p:cNvSpPr/>
            <p:nvPr/>
          </p:nvSpPr>
          <p:spPr>
            <a:xfrm>
              <a:off x="2466224" y="4613017"/>
              <a:ext cx="376011" cy="384048"/>
            </a:xfrm>
            <a:custGeom>
              <a:avLst/>
              <a:gdLst/>
              <a:ahLst/>
              <a:cxnLst>
                <a:cxn ang="0">
                  <a:pos x="wd2" y="hd2"/>
                </a:cxn>
                <a:cxn ang="5400000">
                  <a:pos x="wd2" y="hd2"/>
                </a:cxn>
                <a:cxn ang="10800000">
                  <a:pos x="wd2" y="hd2"/>
                </a:cxn>
                <a:cxn ang="16200000">
                  <a:pos x="wd2" y="hd2"/>
                </a:cxn>
              </a:cxnLst>
              <a:rect l="0" t="0" r="r" b="b"/>
              <a:pathLst>
                <a:path w="21600" h="21600" extrusionOk="0">
                  <a:moveTo>
                    <a:pt x="18380" y="3203"/>
                  </a:moveTo>
                  <a:cubicBezTo>
                    <a:pt x="20343" y="5214"/>
                    <a:pt x="21600" y="7821"/>
                    <a:pt x="21600" y="10800"/>
                  </a:cubicBezTo>
                  <a:cubicBezTo>
                    <a:pt x="21600" y="13779"/>
                    <a:pt x="20343" y="16461"/>
                    <a:pt x="18380" y="18397"/>
                  </a:cubicBezTo>
                  <a:cubicBezTo>
                    <a:pt x="16495" y="20334"/>
                    <a:pt x="13745" y="21600"/>
                    <a:pt x="10839" y="21600"/>
                  </a:cubicBezTo>
                  <a:cubicBezTo>
                    <a:pt x="7776" y="21600"/>
                    <a:pt x="5027" y="20334"/>
                    <a:pt x="3142" y="18397"/>
                  </a:cubicBezTo>
                  <a:cubicBezTo>
                    <a:pt x="1178" y="16461"/>
                    <a:pt x="0" y="13779"/>
                    <a:pt x="0" y="10800"/>
                  </a:cubicBezTo>
                  <a:cubicBezTo>
                    <a:pt x="0" y="7821"/>
                    <a:pt x="1178" y="5214"/>
                    <a:pt x="3142" y="3203"/>
                  </a:cubicBezTo>
                  <a:cubicBezTo>
                    <a:pt x="5027" y="1192"/>
                    <a:pt x="7855" y="0"/>
                    <a:pt x="10839" y="0"/>
                  </a:cubicBezTo>
                  <a:cubicBezTo>
                    <a:pt x="13745" y="0"/>
                    <a:pt x="16495" y="1192"/>
                    <a:pt x="18380" y="3203"/>
                  </a:cubicBezTo>
                  <a:close/>
                  <a:moveTo>
                    <a:pt x="17987" y="10800"/>
                  </a:moveTo>
                  <a:cubicBezTo>
                    <a:pt x="17987" y="8789"/>
                    <a:pt x="17123" y="6852"/>
                    <a:pt x="15866" y="5512"/>
                  </a:cubicBezTo>
                  <a:cubicBezTo>
                    <a:pt x="14531" y="4171"/>
                    <a:pt x="12803" y="3352"/>
                    <a:pt x="10918" y="3352"/>
                  </a:cubicBezTo>
                  <a:cubicBezTo>
                    <a:pt x="8876" y="3352"/>
                    <a:pt x="7148" y="4097"/>
                    <a:pt x="5812" y="5512"/>
                  </a:cubicBezTo>
                  <a:cubicBezTo>
                    <a:pt x="4477" y="6852"/>
                    <a:pt x="3692" y="8714"/>
                    <a:pt x="3692" y="10800"/>
                  </a:cubicBezTo>
                  <a:cubicBezTo>
                    <a:pt x="3692" y="12811"/>
                    <a:pt x="4477" y="14748"/>
                    <a:pt x="5812" y="16014"/>
                  </a:cubicBezTo>
                  <a:cubicBezTo>
                    <a:pt x="7148" y="17354"/>
                    <a:pt x="8876" y="18174"/>
                    <a:pt x="10918" y="18174"/>
                  </a:cubicBezTo>
                  <a:cubicBezTo>
                    <a:pt x="12803" y="18174"/>
                    <a:pt x="14609" y="17354"/>
                    <a:pt x="15866" y="16014"/>
                  </a:cubicBezTo>
                  <a:cubicBezTo>
                    <a:pt x="17123" y="14748"/>
                    <a:pt x="17987" y="12886"/>
                    <a:pt x="17987" y="10800"/>
                  </a:cubicBezTo>
                  <a:close/>
                </a:path>
              </a:pathLst>
            </a:custGeom>
            <a:solidFill>
              <a:sysClr val="windowText" lastClr="000000">
                <a:lumMod val="95000"/>
                <a:lumOff val="5000"/>
              </a:sys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9" name="Shape">
              <a:extLst>
                <a:ext uri="{FF2B5EF4-FFF2-40B4-BE49-F238E27FC236}">
                  <a16:creationId xmlns:a16="http://schemas.microsoft.com/office/drawing/2014/main" id="{8259CC08-6482-42AC-90BF-CB141375EA9F}"/>
                </a:ext>
              </a:extLst>
            </p:cNvPr>
            <p:cNvSpPr/>
            <p:nvPr/>
          </p:nvSpPr>
          <p:spPr>
            <a:xfrm>
              <a:off x="3819863" y="3785794"/>
              <a:ext cx="270729" cy="350895"/>
            </a:xfrm>
            <a:custGeom>
              <a:avLst/>
              <a:gdLst/>
              <a:ahLst/>
              <a:cxnLst>
                <a:cxn ang="0">
                  <a:pos x="wd2" y="hd2"/>
                </a:cxn>
                <a:cxn ang="5400000">
                  <a:pos x="wd2" y="hd2"/>
                </a:cxn>
                <a:cxn ang="10800000">
                  <a:pos x="wd2" y="hd2"/>
                </a:cxn>
                <a:cxn ang="16200000">
                  <a:pos x="wd2" y="hd2"/>
                </a:cxn>
              </a:cxnLst>
              <a:rect l="0" t="0" r="r" b="b"/>
              <a:pathLst>
                <a:path w="21600" h="20997" extrusionOk="0">
                  <a:moveTo>
                    <a:pt x="18436" y="4366"/>
                  </a:moveTo>
                  <a:cubicBezTo>
                    <a:pt x="20400" y="6575"/>
                    <a:pt x="21600" y="9275"/>
                    <a:pt x="21600" y="12057"/>
                  </a:cubicBezTo>
                  <a:cubicBezTo>
                    <a:pt x="21600" y="14920"/>
                    <a:pt x="20400" y="17293"/>
                    <a:pt x="18436" y="18847"/>
                  </a:cubicBezTo>
                  <a:cubicBezTo>
                    <a:pt x="16582" y="20484"/>
                    <a:pt x="13855" y="21302"/>
                    <a:pt x="10909" y="20893"/>
                  </a:cubicBezTo>
                  <a:cubicBezTo>
                    <a:pt x="7855" y="20484"/>
                    <a:pt x="5127" y="18847"/>
                    <a:pt x="3164" y="16720"/>
                  </a:cubicBezTo>
                  <a:cubicBezTo>
                    <a:pt x="1200" y="14593"/>
                    <a:pt x="0" y="11811"/>
                    <a:pt x="0" y="8947"/>
                  </a:cubicBezTo>
                  <a:cubicBezTo>
                    <a:pt x="0" y="6084"/>
                    <a:pt x="1200" y="3711"/>
                    <a:pt x="3055" y="2075"/>
                  </a:cubicBezTo>
                  <a:cubicBezTo>
                    <a:pt x="5018" y="438"/>
                    <a:pt x="7745" y="-298"/>
                    <a:pt x="10800" y="111"/>
                  </a:cubicBezTo>
                  <a:cubicBezTo>
                    <a:pt x="13855" y="602"/>
                    <a:pt x="16582" y="2157"/>
                    <a:pt x="18436" y="4366"/>
                  </a:cubicBezTo>
                  <a:close/>
                  <a:moveTo>
                    <a:pt x="18109" y="11566"/>
                  </a:moveTo>
                  <a:cubicBezTo>
                    <a:pt x="18109" y="9602"/>
                    <a:pt x="17236" y="7720"/>
                    <a:pt x="15927" y="6247"/>
                  </a:cubicBezTo>
                  <a:cubicBezTo>
                    <a:pt x="14618" y="4775"/>
                    <a:pt x="12873" y="3793"/>
                    <a:pt x="10909" y="3466"/>
                  </a:cubicBezTo>
                  <a:cubicBezTo>
                    <a:pt x="8946" y="3138"/>
                    <a:pt x="7091" y="3629"/>
                    <a:pt x="5782" y="4775"/>
                  </a:cubicBezTo>
                  <a:cubicBezTo>
                    <a:pt x="4473" y="5838"/>
                    <a:pt x="3600" y="7557"/>
                    <a:pt x="3600" y="9520"/>
                  </a:cubicBezTo>
                  <a:cubicBezTo>
                    <a:pt x="3600" y="11484"/>
                    <a:pt x="4473" y="13447"/>
                    <a:pt x="5782" y="14838"/>
                  </a:cubicBezTo>
                  <a:cubicBezTo>
                    <a:pt x="7091" y="16311"/>
                    <a:pt x="8836" y="17375"/>
                    <a:pt x="10909" y="17620"/>
                  </a:cubicBezTo>
                  <a:cubicBezTo>
                    <a:pt x="12764" y="17866"/>
                    <a:pt x="14509" y="17375"/>
                    <a:pt x="15927" y="16229"/>
                  </a:cubicBezTo>
                  <a:cubicBezTo>
                    <a:pt x="17236" y="15247"/>
                    <a:pt x="18109" y="13529"/>
                    <a:pt x="18109" y="11566"/>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0" name="Shape">
              <a:extLst>
                <a:ext uri="{FF2B5EF4-FFF2-40B4-BE49-F238E27FC236}">
                  <a16:creationId xmlns:a16="http://schemas.microsoft.com/office/drawing/2014/main" id="{FCF6255B-71FB-407C-95D6-F77720CA0BEB}"/>
                </a:ext>
              </a:extLst>
            </p:cNvPr>
            <p:cNvSpPr/>
            <p:nvPr/>
          </p:nvSpPr>
          <p:spPr>
            <a:xfrm>
              <a:off x="3395997" y="3690081"/>
              <a:ext cx="256162" cy="378092"/>
            </a:xfrm>
            <a:custGeom>
              <a:avLst/>
              <a:gdLst/>
              <a:ahLst/>
              <a:cxnLst>
                <a:cxn ang="0">
                  <a:pos x="wd2" y="hd2"/>
                </a:cxn>
                <a:cxn ang="5400000">
                  <a:pos x="wd2" y="hd2"/>
                </a:cxn>
                <a:cxn ang="10800000">
                  <a:pos x="wd2" y="hd2"/>
                </a:cxn>
                <a:cxn ang="16200000">
                  <a:pos x="wd2" y="hd2"/>
                </a:cxn>
              </a:cxnLst>
              <a:rect l="0" t="0" r="r" b="b"/>
              <a:pathLst>
                <a:path w="21076" h="21332" extrusionOk="0">
                  <a:moveTo>
                    <a:pt x="20642" y="4947"/>
                  </a:moveTo>
                  <a:lnTo>
                    <a:pt x="13104" y="11041"/>
                  </a:lnTo>
                  <a:lnTo>
                    <a:pt x="20642" y="19141"/>
                  </a:lnTo>
                  <a:cubicBezTo>
                    <a:pt x="21317" y="19912"/>
                    <a:pt x="21204" y="20838"/>
                    <a:pt x="20192" y="21147"/>
                  </a:cubicBezTo>
                  <a:cubicBezTo>
                    <a:pt x="19742" y="21301"/>
                    <a:pt x="19404" y="21378"/>
                    <a:pt x="18954" y="21301"/>
                  </a:cubicBezTo>
                  <a:cubicBezTo>
                    <a:pt x="18279" y="21224"/>
                    <a:pt x="17604" y="20915"/>
                    <a:pt x="17154" y="20452"/>
                  </a:cubicBezTo>
                  <a:lnTo>
                    <a:pt x="10517" y="13201"/>
                  </a:lnTo>
                  <a:lnTo>
                    <a:pt x="3879" y="18755"/>
                  </a:lnTo>
                  <a:cubicBezTo>
                    <a:pt x="3429" y="19064"/>
                    <a:pt x="2867" y="19218"/>
                    <a:pt x="2192" y="19141"/>
                  </a:cubicBezTo>
                  <a:cubicBezTo>
                    <a:pt x="1742" y="19064"/>
                    <a:pt x="1292" y="18909"/>
                    <a:pt x="954" y="18678"/>
                  </a:cubicBezTo>
                  <a:cubicBezTo>
                    <a:pt x="-58" y="18061"/>
                    <a:pt x="-283" y="17058"/>
                    <a:pt x="392" y="16518"/>
                  </a:cubicBezTo>
                  <a:lnTo>
                    <a:pt x="7929" y="10269"/>
                  </a:lnTo>
                  <a:lnTo>
                    <a:pt x="392" y="2169"/>
                  </a:lnTo>
                  <a:cubicBezTo>
                    <a:pt x="-283" y="1398"/>
                    <a:pt x="-58" y="472"/>
                    <a:pt x="842" y="164"/>
                  </a:cubicBezTo>
                  <a:cubicBezTo>
                    <a:pt x="1742" y="-222"/>
                    <a:pt x="3204" y="87"/>
                    <a:pt x="3880" y="935"/>
                  </a:cubicBezTo>
                  <a:lnTo>
                    <a:pt x="10630" y="8187"/>
                  </a:lnTo>
                  <a:lnTo>
                    <a:pt x="17267" y="2709"/>
                  </a:lnTo>
                  <a:cubicBezTo>
                    <a:pt x="18055" y="2092"/>
                    <a:pt x="19292" y="2169"/>
                    <a:pt x="20305" y="2787"/>
                  </a:cubicBezTo>
                  <a:cubicBezTo>
                    <a:pt x="21204" y="3404"/>
                    <a:pt x="21317" y="4407"/>
                    <a:pt x="20642" y="4947"/>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1" name="Shape">
              <a:extLst>
                <a:ext uri="{FF2B5EF4-FFF2-40B4-BE49-F238E27FC236}">
                  <a16:creationId xmlns:a16="http://schemas.microsoft.com/office/drawing/2014/main" id="{F2D8A16B-195B-403A-9B63-99D00639C038}"/>
                </a:ext>
              </a:extLst>
            </p:cNvPr>
            <p:cNvSpPr/>
            <p:nvPr/>
          </p:nvSpPr>
          <p:spPr>
            <a:xfrm>
              <a:off x="4243729" y="3854161"/>
              <a:ext cx="256082" cy="369383"/>
            </a:xfrm>
            <a:custGeom>
              <a:avLst/>
              <a:gdLst/>
              <a:ahLst/>
              <a:cxnLst>
                <a:cxn ang="0">
                  <a:pos x="wd2" y="hd2"/>
                </a:cxn>
                <a:cxn ang="5400000">
                  <a:pos x="wd2" y="hd2"/>
                </a:cxn>
                <a:cxn ang="10800000">
                  <a:pos x="wd2" y="hd2"/>
                </a:cxn>
                <a:cxn ang="16200000">
                  <a:pos x="wd2" y="hd2"/>
                </a:cxn>
              </a:cxnLst>
              <a:rect l="0" t="0" r="r" b="b"/>
              <a:pathLst>
                <a:path w="21070" h="21375" extrusionOk="0">
                  <a:moveTo>
                    <a:pt x="20636" y="5155"/>
                  </a:moveTo>
                  <a:lnTo>
                    <a:pt x="13098" y="11168"/>
                  </a:lnTo>
                  <a:lnTo>
                    <a:pt x="20636" y="19239"/>
                  </a:lnTo>
                  <a:cubicBezTo>
                    <a:pt x="21311" y="19951"/>
                    <a:pt x="21199" y="20900"/>
                    <a:pt x="20186" y="21217"/>
                  </a:cubicBezTo>
                  <a:cubicBezTo>
                    <a:pt x="19736" y="21375"/>
                    <a:pt x="19398" y="21375"/>
                    <a:pt x="18949" y="21375"/>
                  </a:cubicBezTo>
                  <a:cubicBezTo>
                    <a:pt x="18274" y="21296"/>
                    <a:pt x="17599" y="20979"/>
                    <a:pt x="17149" y="20505"/>
                  </a:cubicBezTo>
                  <a:lnTo>
                    <a:pt x="10511" y="13305"/>
                  </a:lnTo>
                  <a:lnTo>
                    <a:pt x="3873" y="18764"/>
                  </a:lnTo>
                  <a:cubicBezTo>
                    <a:pt x="3423" y="19080"/>
                    <a:pt x="2861" y="19239"/>
                    <a:pt x="2186" y="19160"/>
                  </a:cubicBezTo>
                  <a:cubicBezTo>
                    <a:pt x="1736" y="19080"/>
                    <a:pt x="1286" y="18922"/>
                    <a:pt x="948" y="18685"/>
                  </a:cubicBezTo>
                  <a:cubicBezTo>
                    <a:pt x="-64" y="18052"/>
                    <a:pt x="-289" y="17102"/>
                    <a:pt x="386" y="16549"/>
                  </a:cubicBezTo>
                  <a:lnTo>
                    <a:pt x="7924" y="10377"/>
                  </a:lnTo>
                  <a:lnTo>
                    <a:pt x="386" y="2228"/>
                  </a:lnTo>
                  <a:cubicBezTo>
                    <a:pt x="-289" y="1437"/>
                    <a:pt x="-64" y="566"/>
                    <a:pt x="948" y="171"/>
                  </a:cubicBezTo>
                  <a:cubicBezTo>
                    <a:pt x="1848" y="-225"/>
                    <a:pt x="3311" y="91"/>
                    <a:pt x="3986" y="883"/>
                  </a:cubicBezTo>
                  <a:lnTo>
                    <a:pt x="10624" y="8083"/>
                  </a:lnTo>
                  <a:lnTo>
                    <a:pt x="17261" y="2702"/>
                  </a:lnTo>
                  <a:cubicBezTo>
                    <a:pt x="18049" y="2070"/>
                    <a:pt x="19286" y="2149"/>
                    <a:pt x="20299" y="2782"/>
                  </a:cubicBezTo>
                  <a:cubicBezTo>
                    <a:pt x="21199" y="3573"/>
                    <a:pt x="21311" y="4522"/>
                    <a:pt x="20636" y="5155"/>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2" name="Shape">
              <a:extLst>
                <a:ext uri="{FF2B5EF4-FFF2-40B4-BE49-F238E27FC236}">
                  <a16:creationId xmlns:a16="http://schemas.microsoft.com/office/drawing/2014/main" id="{280AEDA8-2623-4F7A-BD01-195F9F0A43C4}"/>
                </a:ext>
              </a:extLst>
            </p:cNvPr>
            <p:cNvSpPr/>
            <p:nvPr/>
          </p:nvSpPr>
          <p:spPr>
            <a:xfrm>
              <a:off x="3819863" y="4319046"/>
              <a:ext cx="270729" cy="347947"/>
            </a:xfrm>
            <a:custGeom>
              <a:avLst/>
              <a:gdLst/>
              <a:ahLst/>
              <a:cxnLst>
                <a:cxn ang="0">
                  <a:pos x="wd2" y="hd2"/>
                </a:cxn>
                <a:cxn ang="5400000">
                  <a:pos x="wd2" y="hd2"/>
                </a:cxn>
                <a:cxn ang="10800000">
                  <a:pos x="wd2" y="hd2"/>
                </a:cxn>
                <a:cxn ang="16200000">
                  <a:pos x="wd2" y="hd2"/>
                </a:cxn>
              </a:cxnLst>
              <a:rect l="0" t="0" r="r" b="b"/>
              <a:pathLst>
                <a:path w="21600" h="20980" extrusionOk="0">
                  <a:moveTo>
                    <a:pt x="18436" y="4062"/>
                  </a:moveTo>
                  <a:cubicBezTo>
                    <a:pt x="20400" y="6206"/>
                    <a:pt x="21600" y="8927"/>
                    <a:pt x="21600" y="11812"/>
                  </a:cubicBezTo>
                  <a:cubicBezTo>
                    <a:pt x="21600" y="14698"/>
                    <a:pt x="20400" y="17088"/>
                    <a:pt x="18436" y="18737"/>
                  </a:cubicBezTo>
                  <a:cubicBezTo>
                    <a:pt x="16582" y="20386"/>
                    <a:pt x="13855" y="21293"/>
                    <a:pt x="10909" y="20881"/>
                  </a:cubicBezTo>
                  <a:cubicBezTo>
                    <a:pt x="7855" y="20469"/>
                    <a:pt x="5127" y="18902"/>
                    <a:pt x="3164" y="16841"/>
                  </a:cubicBezTo>
                  <a:cubicBezTo>
                    <a:pt x="1200" y="14698"/>
                    <a:pt x="0" y="11977"/>
                    <a:pt x="0" y="9091"/>
                  </a:cubicBezTo>
                  <a:cubicBezTo>
                    <a:pt x="0" y="6206"/>
                    <a:pt x="1200" y="3815"/>
                    <a:pt x="3055" y="2166"/>
                  </a:cubicBezTo>
                  <a:cubicBezTo>
                    <a:pt x="5018" y="517"/>
                    <a:pt x="7745" y="-307"/>
                    <a:pt x="10800" y="105"/>
                  </a:cubicBezTo>
                  <a:cubicBezTo>
                    <a:pt x="13745" y="353"/>
                    <a:pt x="16582" y="1919"/>
                    <a:pt x="18436" y="4062"/>
                  </a:cubicBezTo>
                  <a:close/>
                  <a:moveTo>
                    <a:pt x="18000" y="11317"/>
                  </a:moveTo>
                  <a:cubicBezTo>
                    <a:pt x="18000" y="9339"/>
                    <a:pt x="17127" y="7443"/>
                    <a:pt x="15818" y="5959"/>
                  </a:cubicBezTo>
                  <a:cubicBezTo>
                    <a:pt x="14509" y="4475"/>
                    <a:pt x="12764" y="3485"/>
                    <a:pt x="10800" y="3238"/>
                  </a:cubicBezTo>
                  <a:cubicBezTo>
                    <a:pt x="8836" y="2991"/>
                    <a:pt x="6982" y="3485"/>
                    <a:pt x="5673" y="4640"/>
                  </a:cubicBezTo>
                  <a:cubicBezTo>
                    <a:pt x="4364" y="5711"/>
                    <a:pt x="3491" y="7443"/>
                    <a:pt x="3600" y="9421"/>
                  </a:cubicBezTo>
                  <a:cubicBezTo>
                    <a:pt x="3600" y="11400"/>
                    <a:pt x="4473" y="13379"/>
                    <a:pt x="5782" y="14780"/>
                  </a:cubicBezTo>
                  <a:cubicBezTo>
                    <a:pt x="7091" y="16264"/>
                    <a:pt x="8836" y="17253"/>
                    <a:pt x="10909" y="17501"/>
                  </a:cubicBezTo>
                  <a:cubicBezTo>
                    <a:pt x="12764" y="17748"/>
                    <a:pt x="14509" y="17171"/>
                    <a:pt x="15818" y="16017"/>
                  </a:cubicBezTo>
                  <a:cubicBezTo>
                    <a:pt x="17127" y="15027"/>
                    <a:pt x="18000" y="13296"/>
                    <a:pt x="18000" y="11317"/>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3" name="Shape">
              <a:extLst>
                <a:ext uri="{FF2B5EF4-FFF2-40B4-BE49-F238E27FC236}">
                  <a16:creationId xmlns:a16="http://schemas.microsoft.com/office/drawing/2014/main" id="{8FEEDCEE-F851-473F-A45A-90E930F69ECC}"/>
                </a:ext>
              </a:extLst>
            </p:cNvPr>
            <p:cNvSpPr/>
            <p:nvPr/>
          </p:nvSpPr>
          <p:spPr>
            <a:xfrm>
              <a:off x="3395996" y="4237008"/>
              <a:ext cx="270729" cy="355616"/>
            </a:xfrm>
            <a:custGeom>
              <a:avLst/>
              <a:gdLst/>
              <a:ahLst/>
              <a:cxnLst>
                <a:cxn ang="0">
                  <a:pos x="wd2" y="hd2"/>
                </a:cxn>
                <a:cxn ang="5400000">
                  <a:pos x="wd2" y="hd2"/>
                </a:cxn>
                <a:cxn ang="10800000">
                  <a:pos x="wd2" y="hd2"/>
                </a:cxn>
                <a:cxn ang="16200000">
                  <a:pos x="wd2" y="hd2"/>
                </a:cxn>
              </a:cxnLst>
              <a:rect l="0" t="0" r="r" b="b"/>
              <a:pathLst>
                <a:path w="21600" h="21041" extrusionOk="0">
                  <a:moveTo>
                    <a:pt x="18436" y="4228"/>
                  </a:moveTo>
                  <a:cubicBezTo>
                    <a:pt x="20400" y="6413"/>
                    <a:pt x="21600" y="9082"/>
                    <a:pt x="21600" y="11914"/>
                  </a:cubicBezTo>
                  <a:cubicBezTo>
                    <a:pt x="21600" y="14745"/>
                    <a:pt x="20400" y="17172"/>
                    <a:pt x="18436" y="18790"/>
                  </a:cubicBezTo>
                  <a:cubicBezTo>
                    <a:pt x="16582" y="20408"/>
                    <a:pt x="13855" y="21298"/>
                    <a:pt x="10909" y="20974"/>
                  </a:cubicBezTo>
                  <a:cubicBezTo>
                    <a:pt x="7855" y="20570"/>
                    <a:pt x="5127" y="19033"/>
                    <a:pt x="3164" y="16929"/>
                  </a:cubicBezTo>
                  <a:cubicBezTo>
                    <a:pt x="1200" y="14826"/>
                    <a:pt x="0" y="12076"/>
                    <a:pt x="0" y="9163"/>
                  </a:cubicBezTo>
                  <a:cubicBezTo>
                    <a:pt x="0" y="6251"/>
                    <a:pt x="1091" y="3905"/>
                    <a:pt x="3055" y="2206"/>
                  </a:cubicBezTo>
                  <a:cubicBezTo>
                    <a:pt x="5018" y="507"/>
                    <a:pt x="7745" y="-302"/>
                    <a:pt x="10800" y="102"/>
                  </a:cubicBezTo>
                  <a:cubicBezTo>
                    <a:pt x="13855" y="507"/>
                    <a:pt x="16582" y="2044"/>
                    <a:pt x="18436" y="4228"/>
                  </a:cubicBezTo>
                  <a:close/>
                  <a:moveTo>
                    <a:pt x="18109" y="11428"/>
                  </a:moveTo>
                  <a:cubicBezTo>
                    <a:pt x="18109" y="9487"/>
                    <a:pt x="17236" y="7545"/>
                    <a:pt x="15927" y="6089"/>
                  </a:cubicBezTo>
                  <a:cubicBezTo>
                    <a:pt x="14618" y="4633"/>
                    <a:pt x="12873" y="3662"/>
                    <a:pt x="10909" y="3419"/>
                  </a:cubicBezTo>
                  <a:cubicBezTo>
                    <a:pt x="8946" y="3177"/>
                    <a:pt x="7091" y="3662"/>
                    <a:pt x="5782" y="4795"/>
                  </a:cubicBezTo>
                  <a:cubicBezTo>
                    <a:pt x="4473" y="5927"/>
                    <a:pt x="3600" y="7626"/>
                    <a:pt x="3709" y="9568"/>
                  </a:cubicBezTo>
                  <a:cubicBezTo>
                    <a:pt x="3709" y="11509"/>
                    <a:pt x="4582" y="13451"/>
                    <a:pt x="5891" y="14907"/>
                  </a:cubicBezTo>
                  <a:cubicBezTo>
                    <a:pt x="7200" y="16363"/>
                    <a:pt x="8945" y="17415"/>
                    <a:pt x="11018" y="17658"/>
                  </a:cubicBezTo>
                  <a:cubicBezTo>
                    <a:pt x="12873" y="17900"/>
                    <a:pt x="14618" y="17334"/>
                    <a:pt x="15927" y="16201"/>
                  </a:cubicBezTo>
                  <a:cubicBezTo>
                    <a:pt x="17236" y="15150"/>
                    <a:pt x="18109" y="13370"/>
                    <a:pt x="18109" y="11428"/>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4" name="Shape">
              <a:extLst>
                <a:ext uri="{FF2B5EF4-FFF2-40B4-BE49-F238E27FC236}">
                  <a16:creationId xmlns:a16="http://schemas.microsoft.com/office/drawing/2014/main" id="{46899828-9233-4F21-8A08-1F576F742618}"/>
                </a:ext>
              </a:extLst>
            </p:cNvPr>
            <p:cNvSpPr/>
            <p:nvPr/>
          </p:nvSpPr>
          <p:spPr>
            <a:xfrm>
              <a:off x="4243730" y="4893317"/>
              <a:ext cx="270729" cy="344131"/>
            </a:xfrm>
            <a:custGeom>
              <a:avLst/>
              <a:gdLst/>
              <a:ahLst/>
              <a:cxnLst>
                <a:cxn ang="0">
                  <a:pos x="wd2" y="hd2"/>
                </a:cxn>
                <a:cxn ang="5400000">
                  <a:pos x="wd2" y="hd2"/>
                </a:cxn>
                <a:cxn ang="10800000">
                  <a:pos x="wd2" y="hd2"/>
                </a:cxn>
                <a:cxn ang="16200000">
                  <a:pos x="wd2" y="hd2"/>
                </a:cxn>
              </a:cxnLst>
              <a:rect l="0" t="0" r="r" b="b"/>
              <a:pathLst>
                <a:path w="21600" h="21071" extrusionOk="0">
                  <a:moveTo>
                    <a:pt x="18436" y="4091"/>
                  </a:moveTo>
                  <a:cubicBezTo>
                    <a:pt x="20400" y="6268"/>
                    <a:pt x="21600" y="8947"/>
                    <a:pt x="21600" y="11794"/>
                  </a:cubicBezTo>
                  <a:cubicBezTo>
                    <a:pt x="21600" y="14640"/>
                    <a:pt x="20400" y="17068"/>
                    <a:pt x="18436" y="18743"/>
                  </a:cubicBezTo>
                  <a:cubicBezTo>
                    <a:pt x="16582" y="20417"/>
                    <a:pt x="13855" y="21338"/>
                    <a:pt x="10909" y="21003"/>
                  </a:cubicBezTo>
                  <a:cubicBezTo>
                    <a:pt x="7855" y="20668"/>
                    <a:pt x="5127" y="19161"/>
                    <a:pt x="3164" y="16985"/>
                  </a:cubicBezTo>
                  <a:cubicBezTo>
                    <a:pt x="1200" y="14892"/>
                    <a:pt x="0" y="12129"/>
                    <a:pt x="0" y="9282"/>
                  </a:cubicBezTo>
                  <a:cubicBezTo>
                    <a:pt x="0" y="6352"/>
                    <a:pt x="1200" y="3924"/>
                    <a:pt x="3055" y="2250"/>
                  </a:cubicBezTo>
                  <a:cubicBezTo>
                    <a:pt x="5018" y="575"/>
                    <a:pt x="7745" y="-262"/>
                    <a:pt x="10800" y="73"/>
                  </a:cubicBezTo>
                  <a:cubicBezTo>
                    <a:pt x="13745" y="408"/>
                    <a:pt x="16582" y="1915"/>
                    <a:pt x="18436" y="4091"/>
                  </a:cubicBezTo>
                  <a:close/>
                  <a:moveTo>
                    <a:pt x="18000" y="11375"/>
                  </a:moveTo>
                  <a:cubicBezTo>
                    <a:pt x="18000" y="9366"/>
                    <a:pt x="17127" y="7524"/>
                    <a:pt x="15818" y="6017"/>
                  </a:cubicBezTo>
                  <a:cubicBezTo>
                    <a:pt x="14509" y="4594"/>
                    <a:pt x="12764" y="3589"/>
                    <a:pt x="10909" y="3338"/>
                  </a:cubicBezTo>
                  <a:cubicBezTo>
                    <a:pt x="8945" y="3087"/>
                    <a:pt x="7091" y="3673"/>
                    <a:pt x="5782" y="4761"/>
                  </a:cubicBezTo>
                  <a:cubicBezTo>
                    <a:pt x="4473" y="5850"/>
                    <a:pt x="3600" y="7608"/>
                    <a:pt x="3600" y="9617"/>
                  </a:cubicBezTo>
                  <a:cubicBezTo>
                    <a:pt x="3600" y="11626"/>
                    <a:pt x="4473" y="13552"/>
                    <a:pt x="5782" y="14891"/>
                  </a:cubicBezTo>
                  <a:cubicBezTo>
                    <a:pt x="7091" y="16315"/>
                    <a:pt x="8836" y="17319"/>
                    <a:pt x="10909" y="17571"/>
                  </a:cubicBezTo>
                  <a:cubicBezTo>
                    <a:pt x="12764" y="17822"/>
                    <a:pt x="14509" y="17236"/>
                    <a:pt x="15818" y="16064"/>
                  </a:cubicBezTo>
                  <a:cubicBezTo>
                    <a:pt x="17127" y="15059"/>
                    <a:pt x="18000" y="13301"/>
                    <a:pt x="18000" y="11375"/>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5" name="Shape">
              <a:extLst>
                <a:ext uri="{FF2B5EF4-FFF2-40B4-BE49-F238E27FC236}">
                  <a16:creationId xmlns:a16="http://schemas.microsoft.com/office/drawing/2014/main" id="{273CE618-E88A-4A6A-A409-4F686617FA7F}"/>
                </a:ext>
              </a:extLst>
            </p:cNvPr>
            <p:cNvSpPr/>
            <p:nvPr/>
          </p:nvSpPr>
          <p:spPr>
            <a:xfrm>
              <a:off x="3409670" y="4742912"/>
              <a:ext cx="257426" cy="371549"/>
            </a:xfrm>
            <a:custGeom>
              <a:avLst/>
              <a:gdLst/>
              <a:ahLst/>
              <a:cxnLst>
                <a:cxn ang="0">
                  <a:pos x="wd2" y="hd2"/>
                </a:cxn>
                <a:cxn ang="5400000">
                  <a:pos x="wd2" y="hd2"/>
                </a:cxn>
                <a:cxn ang="10800000">
                  <a:pos x="wd2" y="hd2"/>
                </a:cxn>
                <a:cxn ang="16200000">
                  <a:pos x="wd2" y="hd2"/>
                </a:cxn>
              </a:cxnLst>
              <a:rect l="0" t="0" r="r" b="b"/>
              <a:pathLst>
                <a:path w="21071" h="21344" extrusionOk="0">
                  <a:moveTo>
                    <a:pt x="20536" y="4582"/>
                  </a:moveTo>
                  <a:lnTo>
                    <a:pt x="13149" y="11023"/>
                  </a:lnTo>
                  <a:lnTo>
                    <a:pt x="20648" y="19113"/>
                  </a:lnTo>
                  <a:cubicBezTo>
                    <a:pt x="21319" y="19820"/>
                    <a:pt x="21207" y="20841"/>
                    <a:pt x="20200" y="21155"/>
                  </a:cubicBezTo>
                  <a:cubicBezTo>
                    <a:pt x="19752" y="21312"/>
                    <a:pt x="19416" y="21391"/>
                    <a:pt x="18969" y="21312"/>
                  </a:cubicBezTo>
                  <a:cubicBezTo>
                    <a:pt x="18297" y="21234"/>
                    <a:pt x="17626" y="20920"/>
                    <a:pt x="17178" y="20448"/>
                  </a:cubicBezTo>
                  <a:lnTo>
                    <a:pt x="10575" y="13301"/>
                  </a:lnTo>
                  <a:lnTo>
                    <a:pt x="3972" y="19113"/>
                  </a:lnTo>
                  <a:cubicBezTo>
                    <a:pt x="3524" y="19427"/>
                    <a:pt x="2965" y="19663"/>
                    <a:pt x="2293" y="19584"/>
                  </a:cubicBezTo>
                  <a:cubicBezTo>
                    <a:pt x="1845" y="19506"/>
                    <a:pt x="1398" y="19349"/>
                    <a:pt x="1062" y="19113"/>
                  </a:cubicBezTo>
                  <a:cubicBezTo>
                    <a:pt x="55" y="18563"/>
                    <a:pt x="-169" y="17542"/>
                    <a:pt x="502" y="16914"/>
                  </a:cubicBezTo>
                  <a:lnTo>
                    <a:pt x="7889" y="10395"/>
                  </a:lnTo>
                  <a:lnTo>
                    <a:pt x="390" y="2304"/>
                  </a:lnTo>
                  <a:cubicBezTo>
                    <a:pt x="-281" y="1519"/>
                    <a:pt x="-57" y="576"/>
                    <a:pt x="838" y="184"/>
                  </a:cubicBezTo>
                  <a:cubicBezTo>
                    <a:pt x="1733" y="-209"/>
                    <a:pt x="3188" y="27"/>
                    <a:pt x="3860" y="891"/>
                  </a:cubicBezTo>
                  <a:lnTo>
                    <a:pt x="10575" y="8117"/>
                  </a:lnTo>
                  <a:lnTo>
                    <a:pt x="17178" y="2383"/>
                  </a:lnTo>
                  <a:cubicBezTo>
                    <a:pt x="17962" y="1755"/>
                    <a:pt x="19193" y="1755"/>
                    <a:pt x="20200" y="2383"/>
                  </a:cubicBezTo>
                  <a:cubicBezTo>
                    <a:pt x="20983" y="3011"/>
                    <a:pt x="21207" y="3954"/>
                    <a:pt x="20536" y="4582"/>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6" name="Shape">
              <a:extLst>
                <a:ext uri="{FF2B5EF4-FFF2-40B4-BE49-F238E27FC236}">
                  <a16:creationId xmlns:a16="http://schemas.microsoft.com/office/drawing/2014/main" id="{0009DFBE-1FF3-4987-B62C-95F6F1C6A8DD}"/>
                </a:ext>
              </a:extLst>
            </p:cNvPr>
            <p:cNvSpPr/>
            <p:nvPr/>
          </p:nvSpPr>
          <p:spPr>
            <a:xfrm>
              <a:off x="4243729" y="4387412"/>
              <a:ext cx="256082" cy="365817"/>
            </a:xfrm>
            <a:custGeom>
              <a:avLst/>
              <a:gdLst/>
              <a:ahLst/>
              <a:cxnLst>
                <a:cxn ang="0">
                  <a:pos x="wd2" y="hd2"/>
                </a:cxn>
                <a:cxn ang="5400000">
                  <a:pos x="wd2" y="hd2"/>
                </a:cxn>
                <a:cxn ang="10800000">
                  <a:pos x="wd2" y="hd2"/>
                </a:cxn>
                <a:cxn ang="16200000">
                  <a:pos x="wd2" y="hd2"/>
                </a:cxn>
              </a:cxnLst>
              <a:rect l="0" t="0" r="r" b="b"/>
              <a:pathLst>
                <a:path w="21070" h="21325" extrusionOk="0">
                  <a:moveTo>
                    <a:pt x="20636" y="4794"/>
                  </a:moveTo>
                  <a:lnTo>
                    <a:pt x="13098" y="11011"/>
                  </a:lnTo>
                  <a:lnTo>
                    <a:pt x="20636" y="19062"/>
                  </a:lnTo>
                  <a:cubicBezTo>
                    <a:pt x="21311" y="19779"/>
                    <a:pt x="21199" y="20735"/>
                    <a:pt x="20186" y="21134"/>
                  </a:cubicBezTo>
                  <a:cubicBezTo>
                    <a:pt x="19736" y="21293"/>
                    <a:pt x="19398" y="21373"/>
                    <a:pt x="18949" y="21293"/>
                  </a:cubicBezTo>
                  <a:cubicBezTo>
                    <a:pt x="18274" y="21214"/>
                    <a:pt x="17599" y="20895"/>
                    <a:pt x="17149" y="20417"/>
                  </a:cubicBezTo>
                  <a:lnTo>
                    <a:pt x="10511" y="13243"/>
                  </a:lnTo>
                  <a:lnTo>
                    <a:pt x="3873" y="18822"/>
                  </a:lnTo>
                  <a:cubicBezTo>
                    <a:pt x="3423" y="19141"/>
                    <a:pt x="2861" y="19301"/>
                    <a:pt x="2186" y="19221"/>
                  </a:cubicBezTo>
                  <a:cubicBezTo>
                    <a:pt x="1736" y="19141"/>
                    <a:pt x="1286" y="18982"/>
                    <a:pt x="948" y="18743"/>
                  </a:cubicBezTo>
                  <a:cubicBezTo>
                    <a:pt x="-64" y="18185"/>
                    <a:pt x="-289" y="17149"/>
                    <a:pt x="386" y="16591"/>
                  </a:cubicBezTo>
                  <a:lnTo>
                    <a:pt x="7924" y="10294"/>
                  </a:lnTo>
                  <a:lnTo>
                    <a:pt x="386" y="2244"/>
                  </a:lnTo>
                  <a:cubicBezTo>
                    <a:pt x="-289" y="1447"/>
                    <a:pt x="-64" y="570"/>
                    <a:pt x="948" y="172"/>
                  </a:cubicBezTo>
                  <a:cubicBezTo>
                    <a:pt x="1848" y="-227"/>
                    <a:pt x="3311" y="92"/>
                    <a:pt x="3986" y="889"/>
                  </a:cubicBezTo>
                  <a:lnTo>
                    <a:pt x="10624" y="8062"/>
                  </a:lnTo>
                  <a:lnTo>
                    <a:pt x="17261" y="2563"/>
                  </a:lnTo>
                  <a:cubicBezTo>
                    <a:pt x="18049" y="1925"/>
                    <a:pt x="19286" y="2005"/>
                    <a:pt x="20299" y="2642"/>
                  </a:cubicBezTo>
                  <a:cubicBezTo>
                    <a:pt x="21199" y="3200"/>
                    <a:pt x="21311" y="4157"/>
                    <a:pt x="20636" y="4794"/>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7" name="Shape">
              <a:extLst>
                <a:ext uri="{FF2B5EF4-FFF2-40B4-BE49-F238E27FC236}">
                  <a16:creationId xmlns:a16="http://schemas.microsoft.com/office/drawing/2014/main" id="{7BB0EF01-9E1C-4C99-BD5A-DD5B0E82798F}"/>
                </a:ext>
              </a:extLst>
            </p:cNvPr>
            <p:cNvSpPr/>
            <p:nvPr/>
          </p:nvSpPr>
          <p:spPr>
            <a:xfrm>
              <a:off x="3833536" y="4811278"/>
              <a:ext cx="256082" cy="364755"/>
            </a:xfrm>
            <a:custGeom>
              <a:avLst/>
              <a:gdLst/>
              <a:ahLst/>
              <a:cxnLst>
                <a:cxn ang="0">
                  <a:pos x="wd2" y="hd2"/>
                </a:cxn>
                <a:cxn ang="5400000">
                  <a:pos x="wd2" y="hd2"/>
                </a:cxn>
                <a:cxn ang="10800000">
                  <a:pos x="wd2" y="hd2"/>
                </a:cxn>
                <a:cxn ang="16200000">
                  <a:pos x="wd2" y="hd2"/>
                </a:cxn>
              </a:cxnLst>
              <a:rect l="0" t="0" r="r" b="b"/>
              <a:pathLst>
                <a:path w="21070" h="21341" extrusionOk="0">
                  <a:moveTo>
                    <a:pt x="20636" y="4590"/>
                  </a:moveTo>
                  <a:lnTo>
                    <a:pt x="13098" y="10990"/>
                  </a:lnTo>
                  <a:lnTo>
                    <a:pt x="20636" y="19070"/>
                  </a:lnTo>
                  <a:cubicBezTo>
                    <a:pt x="21311" y="19790"/>
                    <a:pt x="21199" y="20750"/>
                    <a:pt x="20186" y="21150"/>
                  </a:cubicBezTo>
                  <a:cubicBezTo>
                    <a:pt x="19736" y="21310"/>
                    <a:pt x="19398" y="21390"/>
                    <a:pt x="18949" y="21310"/>
                  </a:cubicBezTo>
                  <a:cubicBezTo>
                    <a:pt x="18274" y="21230"/>
                    <a:pt x="17599" y="20910"/>
                    <a:pt x="17149" y="20510"/>
                  </a:cubicBezTo>
                  <a:lnTo>
                    <a:pt x="10511" y="13310"/>
                  </a:lnTo>
                  <a:lnTo>
                    <a:pt x="3873" y="19150"/>
                  </a:lnTo>
                  <a:cubicBezTo>
                    <a:pt x="3423" y="19470"/>
                    <a:pt x="2861" y="19710"/>
                    <a:pt x="2186" y="19630"/>
                  </a:cubicBezTo>
                  <a:cubicBezTo>
                    <a:pt x="1736" y="19550"/>
                    <a:pt x="1286" y="19390"/>
                    <a:pt x="948" y="19150"/>
                  </a:cubicBezTo>
                  <a:cubicBezTo>
                    <a:pt x="-64" y="18590"/>
                    <a:pt x="-289" y="17550"/>
                    <a:pt x="386" y="16910"/>
                  </a:cubicBezTo>
                  <a:lnTo>
                    <a:pt x="7924" y="10350"/>
                  </a:lnTo>
                  <a:lnTo>
                    <a:pt x="386" y="2270"/>
                  </a:lnTo>
                  <a:cubicBezTo>
                    <a:pt x="-289" y="1470"/>
                    <a:pt x="-64" y="510"/>
                    <a:pt x="948" y="190"/>
                  </a:cubicBezTo>
                  <a:cubicBezTo>
                    <a:pt x="1848" y="-210"/>
                    <a:pt x="3311" y="30"/>
                    <a:pt x="3986" y="830"/>
                  </a:cubicBezTo>
                  <a:lnTo>
                    <a:pt x="10624" y="8030"/>
                  </a:lnTo>
                  <a:lnTo>
                    <a:pt x="17261" y="2270"/>
                  </a:lnTo>
                  <a:cubicBezTo>
                    <a:pt x="18049" y="1630"/>
                    <a:pt x="19286" y="1630"/>
                    <a:pt x="20299" y="2270"/>
                  </a:cubicBezTo>
                  <a:cubicBezTo>
                    <a:pt x="21199" y="2990"/>
                    <a:pt x="21311" y="4030"/>
                    <a:pt x="20636" y="4590"/>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8" name="Shape">
              <a:extLst>
                <a:ext uri="{FF2B5EF4-FFF2-40B4-BE49-F238E27FC236}">
                  <a16:creationId xmlns:a16="http://schemas.microsoft.com/office/drawing/2014/main" id="{B7747532-DB5A-4FE0-90FD-3BEF13B50389}"/>
                </a:ext>
              </a:extLst>
            </p:cNvPr>
            <p:cNvSpPr/>
            <p:nvPr/>
          </p:nvSpPr>
          <p:spPr>
            <a:xfrm>
              <a:off x="3724152" y="3690083"/>
              <a:ext cx="38287" cy="1520773"/>
            </a:xfrm>
            <a:custGeom>
              <a:avLst/>
              <a:gdLst/>
              <a:ahLst/>
              <a:cxnLst>
                <a:cxn ang="0">
                  <a:pos x="wd2" y="hd2"/>
                </a:cxn>
                <a:cxn ang="5400000">
                  <a:pos x="wd2" y="hd2"/>
                </a:cxn>
                <a:cxn ang="10800000">
                  <a:pos x="wd2" y="hd2"/>
                </a:cxn>
                <a:cxn ang="16200000">
                  <a:pos x="wd2" y="hd2"/>
                </a:cxn>
              </a:cxnLst>
              <a:rect l="0" t="0" r="r" b="b"/>
              <a:pathLst>
                <a:path w="21600" h="21566" extrusionOk="0">
                  <a:moveTo>
                    <a:pt x="10029" y="2"/>
                  </a:moveTo>
                  <a:cubicBezTo>
                    <a:pt x="4628" y="-17"/>
                    <a:pt x="0" y="80"/>
                    <a:pt x="0" y="254"/>
                  </a:cubicBezTo>
                  <a:lnTo>
                    <a:pt x="1543" y="21234"/>
                  </a:lnTo>
                  <a:cubicBezTo>
                    <a:pt x="1543" y="21408"/>
                    <a:pt x="6171" y="21544"/>
                    <a:pt x="11571" y="21564"/>
                  </a:cubicBezTo>
                  <a:cubicBezTo>
                    <a:pt x="16972" y="21583"/>
                    <a:pt x="21600" y="21467"/>
                    <a:pt x="21600" y="21292"/>
                  </a:cubicBezTo>
                  <a:lnTo>
                    <a:pt x="20057" y="332"/>
                  </a:lnTo>
                  <a:cubicBezTo>
                    <a:pt x="20057" y="196"/>
                    <a:pt x="15429" y="41"/>
                    <a:pt x="10029" y="2"/>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9" name="Shape">
              <a:extLst>
                <a:ext uri="{FF2B5EF4-FFF2-40B4-BE49-F238E27FC236}">
                  <a16:creationId xmlns:a16="http://schemas.microsoft.com/office/drawing/2014/main" id="{6F05D766-E778-42EA-A6CC-CD598B3B66DC}"/>
                </a:ext>
              </a:extLst>
            </p:cNvPr>
            <p:cNvSpPr/>
            <p:nvPr/>
          </p:nvSpPr>
          <p:spPr>
            <a:xfrm>
              <a:off x="4148018" y="3772122"/>
              <a:ext cx="36920" cy="1498895"/>
            </a:xfrm>
            <a:custGeom>
              <a:avLst/>
              <a:gdLst/>
              <a:ahLst/>
              <a:cxnLst>
                <a:cxn ang="0">
                  <a:pos x="wd2" y="hd2"/>
                </a:cxn>
                <a:cxn ang="5400000">
                  <a:pos x="wd2" y="hd2"/>
                </a:cxn>
                <a:cxn ang="10800000">
                  <a:pos x="wd2" y="hd2"/>
                </a:cxn>
                <a:cxn ang="16200000">
                  <a:pos x="wd2" y="hd2"/>
                </a:cxn>
              </a:cxnLst>
              <a:rect l="0" t="0" r="r" b="b"/>
              <a:pathLst>
                <a:path w="21600" h="21565" extrusionOk="0">
                  <a:moveTo>
                    <a:pt x="10400" y="3"/>
                  </a:moveTo>
                  <a:cubicBezTo>
                    <a:pt x="4800" y="-17"/>
                    <a:pt x="0" y="81"/>
                    <a:pt x="0" y="258"/>
                  </a:cubicBezTo>
                  <a:lnTo>
                    <a:pt x="800" y="21229"/>
                  </a:lnTo>
                  <a:cubicBezTo>
                    <a:pt x="800" y="21386"/>
                    <a:pt x="5600" y="21544"/>
                    <a:pt x="11200" y="21563"/>
                  </a:cubicBezTo>
                  <a:cubicBezTo>
                    <a:pt x="16800" y="21583"/>
                    <a:pt x="21600" y="21465"/>
                    <a:pt x="21600" y="21308"/>
                  </a:cubicBezTo>
                  <a:lnTo>
                    <a:pt x="20800" y="376"/>
                  </a:lnTo>
                  <a:cubicBezTo>
                    <a:pt x="20801" y="180"/>
                    <a:pt x="16000" y="22"/>
                    <a:pt x="10400" y="3"/>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0" name="Shape">
              <a:extLst>
                <a:ext uri="{FF2B5EF4-FFF2-40B4-BE49-F238E27FC236}">
                  <a16:creationId xmlns:a16="http://schemas.microsoft.com/office/drawing/2014/main" id="{613E8FF8-35AB-42E5-91B8-DB16590CEDDF}"/>
                </a:ext>
              </a:extLst>
            </p:cNvPr>
            <p:cNvSpPr/>
            <p:nvPr/>
          </p:nvSpPr>
          <p:spPr>
            <a:xfrm>
              <a:off x="3341304" y="4619854"/>
              <a:ext cx="1236052" cy="238211"/>
            </a:xfrm>
            <a:custGeom>
              <a:avLst/>
              <a:gdLst/>
              <a:ahLst/>
              <a:cxnLst>
                <a:cxn ang="0">
                  <a:pos x="wd2" y="hd2"/>
                </a:cxn>
                <a:cxn ang="5400000">
                  <a:pos x="wd2" y="hd2"/>
                </a:cxn>
                <a:cxn ang="10800000">
                  <a:pos x="wd2" y="hd2"/>
                </a:cxn>
                <a:cxn ang="16200000">
                  <a:pos x="wd2" y="hd2"/>
                </a:cxn>
              </a:cxnLst>
              <a:rect l="0" t="0" r="r" b="b"/>
              <a:pathLst>
                <a:path w="21600" h="21381" extrusionOk="0">
                  <a:moveTo>
                    <a:pt x="0" y="1732"/>
                  </a:moveTo>
                  <a:cubicBezTo>
                    <a:pt x="0" y="2836"/>
                    <a:pt x="143" y="3818"/>
                    <a:pt x="311" y="3941"/>
                  </a:cubicBezTo>
                  <a:lnTo>
                    <a:pt x="21289" y="21368"/>
                  </a:lnTo>
                  <a:cubicBezTo>
                    <a:pt x="21457" y="21491"/>
                    <a:pt x="21600" y="20755"/>
                    <a:pt x="21600" y="19773"/>
                  </a:cubicBezTo>
                  <a:cubicBezTo>
                    <a:pt x="21600" y="18791"/>
                    <a:pt x="21457" y="17809"/>
                    <a:pt x="21289" y="17686"/>
                  </a:cubicBezTo>
                  <a:lnTo>
                    <a:pt x="311" y="14"/>
                  </a:lnTo>
                  <a:cubicBezTo>
                    <a:pt x="143" y="-109"/>
                    <a:pt x="0" y="627"/>
                    <a:pt x="0" y="1732"/>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1" name="Shape">
              <a:extLst>
                <a:ext uri="{FF2B5EF4-FFF2-40B4-BE49-F238E27FC236}">
                  <a16:creationId xmlns:a16="http://schemas.microsoft.com/office/drawing/2014/main" id="{0275E3CD-FCAC-4306-B4D5-821BDB84E0A4}"/>
                </a:ext>
              </a:extLst>
            </p:cNvPr>
            <p:cNvSpPr/>
            <p:nvPr/>
          </p:nvSpPr>
          <p:spPr>
            <a:xfrm>
              <a:off x="3327633" y="4100276"/>
              <a:ext cx="1237417" cy="260489"/>
            </a:xfrm>
            <a:custGeom>
              <a:avLst/>
              <a:gdLst/>
              <a:ahLst/>
              <a:cxnLst>
                <a:cxn ang="0">
                  <a:pos x="wd2" y="hd2"/>
                </a:cxn>
                <a:cxn ang="5400000">
                  <a:pos x="wd2" y="hd2"/>
                </a:cxn>
                <a:cxn ang="10800000">
                  <a:pos x="wd2" y="hd2"/>
                </a:cxn>
                <a:cxn ang="16200000">
                  <a:pos x="wd2" y="hd2"/>
                </a:cxn>
              </a:cxnLst>
              <a:rect l="0" t="0" r="r" b="b"/>
              <a:pathLst>
                <a:path w="21600" h="21322" extrusionOk="0">
                  <a:moveTo>
                    <a:pt x="0" y="1498"/>
                  </a:moveTo>
                  <a:cubicBezTo>
                    <a:pt x="0" y="2505"/>
                    <a:pt x="143" y="3400"/>
                    <a:pt x="310" y="3512"/>
                  </a:cubicBezTo>
                  <a:lnTo>
                    <a:pt x="21290" y="21307"/>
                  </a:lnTo>
                  <a:cubicBezTo>
                    <a:pt x="21457" y="21419"/>
                    <a:pt x="21600" y="20859"/>
                    <a:pt x="21600" y="19852"/>
                  </a:cubicBezTo>
                  <a:cubicBezTo>
                    <a:pt x="21600" y="18957"/>
                    <a:pt x="21457" y="18061"/>
                    <a:pt x="21290" y="17950"/>
                  </a:cubicBezTo>
                  <a:lnTo>
                    <a:pt x="310" y="43"/>
                  </a:lnTo>
                  <a:cubicBezTo>
                    <a:pt x="143" y="-181"/>
                    <a:pt x="0" y="491"/>
                    <a:pt x="0" y="1498"/>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2" name="Shape">
              <a:extLst>
                <a:ext uri="{FF2B5EF4-FFF2-40B4-BE49-F238E27FC236}">
                  <a16:creationId xmlns:a16="http://schemas.microsoft.com/office/drawing/2014/main" id="{09116288-9132-43F2-A9F7-EE06697DE756}"/>
                </a:ext>
              </a:extLst>
            </p:cNvPr>
            <p:cNvSpPr/>
            <p:nvPr/>
          </p:nvSpPr>
          <p:spPr>
            <a:xfrm>
              <a:off x="2972299" y="4670085"/>
              <a:ext cx="257426" cy="371549"/>
            </a:xfrm>
            <a:custGeom>
              <a:avLst/>
              <a:gdLst/>
              <a:ahLst/>
              <a:cxnLst>
                <a:cxn ang="0">
                  <a:pos x="wd2" y="hd2"/>
                </a:cxn>
                <a:cxn ang="5400000">
                  <a:pos x="wd2" y="hd2"/>
                </a:cxn>
                <a:cxn ang="10800000">
                  <a:pos x="wd2" y="hd2"/>
                </a:cxn>
                <a:cxn ang="16200000">
                  <a:pos x="wd2" y="hd2"/>
                </a:cxn>
              </a:cxnLst>
              <a:rect l="0" t="0" r="r" b="b"/>
              <a:pathLst>
                <a:path w="21071" h="21344" extrusionOk="0">
                  <a:moveTo>
                    <a:pt x="20536" y="4582"/>
                  </a:moveTo>
                  <a:lnTo>
                    <a:pt x="13149" y="11023"/>
                  </a:lnTo>
                  <a:lnTo>
                    <a:pt x="20648" y="19113"/>
                  </a:lnTo>
                  <a:cubicBezTo>
                    <a:pt x="21319" y="19820"/>
                    <a:pt x="21207" y="20841"/>
                    <a:pt x="20200" y="21155"/>
                  </a:cubicBezTo>
                  <a:cubicBezTo>
                    <a:pt x="19752" y="21312"/>
                    <a:pt x="19416" y="21391"/>
                    <a:pt x="18969" y="21312"/>
                  </a:cubicBezTo>
                  <a:cubicBezTo>
                    <a:pt x="18297" y="21234"/>
                    <a:pt x="17626" y="20920"/>
                    <a:pt x="17178" y="20448"/>
                  </a:cubicBezTo>
                  <a:lnTo>
                    <a:pt x="10575" y="13301"/>
                  </a:lnTo>
                  <a:lnTo>
                    <a:pt x="3972" y="19113"/>
                  </a:lnTo>
                  <a:cubicBezTo>
                    <a:pt x="3524" y="19427"/>
                    <a:pt x="2965" y="19663"/>
                    <a:pt x="2293" y="19584"/>
                  </a:cubicBezTo>
                  <a:cubicBezTo>
                    <a:pt x="1845" y="19506"/>
                    <a:pt x="1398" y="19349"/>
                    <a:pt x="1062" y="19113"/>
                  </a:cubicBezTo>
                  <a:cubicBezTo>
                    <a:pt x="55" y="18563"/>
                    <a:pt x="-169" y="17542"/>
                    <a:pt x="502" y="16914"/>
                  </a:cubicBezTo>
                  <a:lnTo>
                    <a:pt x="7889" y="10395"/>
                  </a:lnTo>
                  <a:lnTo>
                    <a:pt x="390" y="2304"/>
                  </a:lnTo>
                  <a:cubicBezTo>
                    <a:pt x="-281" y="1519"/>
                    <a:pt x="-57" y="576"/>
                    <a:pt x="838" y="184"/>
                  </a:cubicBezTo>
                  <a:cubicBezTo>
                    <a:pt x="1733" y="-209"/>
                    <a:pt x="3188" y="27"/>
                    <a:pt x="3860" y="891"/>
                  </a:cubicBezTo>
                  <a:lnTo>
                    <a:pt x="10575" y="8117"/>
                  </a:lnTo>
                  <a:lnTo>
                    <a:pt x="17178" y="2383"/>
                  </a:lnTo>
                  <a:cubicBezTo>
                    <a:pt x="17962" y="1755"/>
                    <a:pt x="19193" y="1755"/>
                    <a:pt x="20200" y="2383"/>
                  </a:cubicBezTo>
                  <a:cubicBezTo>
                    <a:pt x="20983" y="3011"/>
                    <a:pt x="21207" y="3954"/>
                    <a:pt x="20536" y="4582"/>
                  </a:cubicBezTo>
                  <a:close/>
                </a:path>
              </a:pathLst>
            </a:custGeom>
            <a:solidFill>
              <a:sysClr val="windowText" lastClr="0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3" name="Shape">
              <a:extLst>
                <a:ext uri="{FF2B5EF4-FFF2-40B4-BE49-F238E27FC236}">
                  <a16:creationId xmlns:a16="http://schemas.microsoft.com/office/drawing/2014/main" id="{F3CC8D01-9481-4F86-BE9E-134A6BCB8B9B}"/>
                </a:ext>
              </a:extLst>
            </p:cNvPr>
            <p:cNvSpPr/>
            <p:nvPr/>
          </p:nvSpPr>
          <p:spPr>
            <a:xfrm>
              <a:off x="2876419" y="4838009"/>
              <a:ext cx="1198820" cy="194253"/>
            </a:xfrm>
            <a:custGeom>
              <a:avLst/>
              <a:gdLst/>
              <a:ahLst/>
              <a:cxnLst>
                <a:cxn ang="0">
                  <a:pos x="wd2" y="hd2"/>
                </a:cxn>
                <a:cxn ang="5400000">
                  <a:pos x="wd2" y="hd2"/>
                </a:cxn>
                <a:cxn ang="10800000">
                  <a:pos x="wd2" y="hd2"/>
                </a:cxn>
                <a:cxn ang="16200000">
                  <a:pos x="wd2" y="hd2"/>
                </a:cxn>
              </a:cxnLst>
              <a:rect l="0" t="0" r="r" b="b"/>
              <a:pathLst>
                <a:path w="21351" h="21310" extrusionOk="0">
                  <a:moveTo>
                    <a:pt x="472" y="5407"/>
                  </a:moveTo>
                  <a:cubicBezTo>
                    <a:pt x="5829" y="10957"/>
                    <a:pt x="11235" y="15457"/>
                    <a:pt x="16641" y="18757"/>
                  </a:cubicBezTo>
                  <a:cubicBezTo>
                    <a:pt x="18175" y="19657"/>
                    <a:pt x="19710" y="20557"/>
                    <a:pt x="21219" y="21307"/>
                  </a:cubicBezTo>
                  <a:cubicBezTo>
                    <a:pt x="21536" y="21457"/>
                    <a:pt x="21219" y="16057"/>
                    <a:pt x="20903" y="15907"/>
                  </a:cubicBezTo>
                  <a:cubicBezTo>
                    <a:pt x="15472" y="13207"/>
                    <a:pt x="10066" y="9457"/>
                    <a:pt x="4685" y="4507"/>
                  </a:cubicBezTo>
                  <a:cubicBezTo>
                    <a:pt x="3175" y="3157"/>
                    <a:pt x="1641" y="1657"/>
                    <a:pt x="131" y="7"/>
                  </a:cubicBezTo>
                  <a:cubicBezTo>
                    <a:pt x="-64" y="-143"/>
                    <a:pt x="9" y="2107"/>
                    <a:pt x="33" y="2707"/>
                  </a:cubicBezTo>
                  <a:cubicBezTo>
                    <a:pt x="131" y="3757"/>
                    <a:pt x="253" y="5257"/>
                    <a:pt x="472" y="5407"/>
                  </a:cubicBezTo>
                  <a:lnTo>
                    <a:pt x="472" y="5407"/>
                  </a:lnTo>
                  <a:close/>
                </a:path>
              </a:pathLst>
            </a:custGeom>
            <a:solidFill>
              <a:srgbClr val="C13018"/>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48" name="Google Shape;199;p33">
            <a:extLst>
              <a:ext uri="{FF2B5EF4-FFF2-40B4-BE49-F238E27FC236}">
                <a16:creationId xmlns:a16="http://schemas.microsoft.com/office/drawing/2014/main" id="{DF067EEF-DD59-43D8-977D-5E6EE10FDA38}"/>
              </a:ext>
            </a:extLst>
          </p:cNvPr>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Exo 2"/>
              </a:rPr>
              <a:t>36</a:t>
            </a:r>
          </a:p>
        </p:txBody>
      </p:sp>
    </p:spTree>
    <p:extLst>
      <p:ext uri="{BB962C8B-B14F-4D97-AF65-F5344CB8AC3E}">
        <p14:creationId xmlns:p14="http://schemas.microsoft.com/office/powerpoint/2010/main" val="4124609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down)">
                                      <p:cBhvr>
                                        <p:cTn id="7" dur="580">
                                          <p:stCondLst>
                                            <p:cond delay="0"/>
                                          </p:stCondLst>
                                        </p:cTn>
                                        <p:tgtEl>
                                          <p:spTgt spid="58"/>
                                        </p:tgtEl>
                                      </p:cBhvr>
                                    </p:animEffect>
                                    <p:anim calcmode="lin" valueType="num">
                                      <p:cBhvr>
                                        <p:cTn id="8" dur="1822" tmFilter="0,0; 0.14,0.36; 0.43,0.73; 0.71,0.91; 1.0,1.0">
                                          <p:stCondLst>
                                            <p:cond delay="0"/>
                                          </p:stCondLst>
                                        </p:cTn>
                                        <p:tgtEl>
                                          <p:spTgt spid="5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8"/>
                                        </p:tgtEl>
                                        <p:attrNameLst>
                                          <p:attrName>ppt_y</p:attrName>
                                        </p:attrNameLst>
                                      </p:cBhvr>
                                      <p:tavLst>
                                        <p:tav tm="0" fmla="#ppt_y-sin(pi*$)/81">
                                          <p:val>
                                            <p:fltVal val="0"/>
                                          </p:val>
                                        </p:tav>
                                        <p:tav tm="100000">
                                          <p:val>
                                            <p:fltVal val="1"/>
                                          </p:val>
                                        </p:tav>
                                      </p:tavLst>
                                    </p:anim>
                                    <p:animScale>
                                      <p:cBhvr>
                                        <p:cTn id="13" dur="26">
                                          <p:stCondLst>
                                            <p:cond delay="650"/>
                                          </p:stCondLst>
                                        </p:cTn>
                                        <p:tgtEl>
                                          <p:spTgt spid="58"/>
                                        </p:tgtEl>
                                      </p:cBhvr>
                                      <p:to x="100000" y="60000"/>
                                    </p:animScale>
                                    <p:animScale>
                                      <p:cBhvr>
                                        <p:cTn id="14" dur="166" decel="50000">
                                          <p:stCondLst>
                                            <p:cond delay="676"/>
                                          </p:stCondLst>
                                        </p:cTn>
                                        <p:tgtEl>
                                          <p:spTgt spid="58"/>
                                        </p:tgtEl>
                                      </p:cBhvr>
                                      <p:to x="100000" y="100000"/>
                                    </p:animScale>
                                    <p:animScale>
                                      <p:cBhvr>
                                        <p:cTn id="15" dur="26">
                                          <p:stCondLst>
                                            <p:cond delay="1312"/>
                                          </p:stCondLst>
                                        </p:cTn>
                                        <p:tgtEl>
                                          <p:spTgt spid="58"/>
                                        </p:tgtEl>
                                      </p:cBhvr>
                                      <p:to x="100000" y="80000"/>
                                    </p:animScale>
                                    <p:animScale>
                                      <p:cBhvr>
                                        <p:cTn id="16" dur="166" decel="50000">
                                          <p:stCondLst>
                                            <p:cond delay="1338"/>
                                          </p:stCondLst>
                                        </p:cTn>
                                        <p:tgtEl>
                                          <p:spTgt spid="58"/>
                                        </p:tgtEl>
                                      </p:cBhvr>
                                      <p:to x="100000" y="100000"/>
                                    </p:animScale>
                                    <p:animScale>
                                      <p:cBhvr>
                                        <p:cTn id="17" dur="26">
                                          <p:stCondLst>
                                            <p:cond delay="1642"/>
                                          </p:stCondLst>
                                        </p:cTn>
                                        <p:tgtEl>
                                          <p:spTgt spid="58"/>
                                        </p:tgtEl>
                                      </p:cBhvr>
                                      <p:to x="100000" y="90000"/>
                                    </p:animScale>
                                    <p:animScale>
                                      <p:cBhvr>
                                        <p:cTn id="18" dur="166" decel="50000">
                                          <p:stCondLst>
                                            <p:cond delay="1668"/>
                                          </p:stCondLst>
                                        </p:cTn>
                                        <p:tgtEl>
                                          <p:spTgt spid="58"/>
                                        </p:tgtEl>
                                      </p:cBhvr>
                                      <p:to x="100000" y="100000"/>
                                    </p:animScale>
                                    <p:animScale>
                                      <p:cBhvr>
                                        <p:cTn id="19" dur="26">
                                          <p:stCondLst>
                                            <p:cond delay="1808"/>
                                          </p:stCondLst>
                                        </p:cTn>
                                        <p:tgtEl>
                                          <p:spTgt spid="58"/>
                                        </p:tgtEl>
                                      </p:cBhvr>
                                      <p:to x="100000" y="95000"/>
                                    </p:animScale>
                                    <p:animScale>
                                      <p:cBhvr>
                                        <p:cTn id="20" dur="166" decel="50000">
                                          <p:stCondLst>
                                            <p:cond delay="1834"/>
                                          </p:stCondLst>
                                        </p:cTn>
                                        <p:tgtEl>
                                          <p:spTgt spid="5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3000"/>
            <a:lum/>
          </a:blip>
          <a:srcRect/>
          <a:stretch>
            <a:fillRect l="-1000" r="-1000"/>
          </a:stretch>
        </a:blipFill>
        <a:effectLst/>
      </p:bgPr>
    </p:bg>
    <p:spTree>
      <p:nvGrpSpPr>
        <p:cNvPr id="1" name="Shape 250"/>
        <p:cNvGrpSpPr/>
        <p:nvPr/>
      </p:nvGrpSpPr>
      <p:grpSpPr>
        <a:xfrm>
          <a:off x="0" y="0"/>
          <a:ext cx="0" cy="0"/>
          <a:chOff x="0" y="0"/>
          <a:chExt cx="0" cy="0"/>
        </a:xfrm>
      </p:grpSpPr>
      <p:sp>
        <p:nvSpPr>
          <p:cNvPr id="74" name="Google Shape;199;p33"/>
          <p:cNvSpPr/>
          <p:nvPr/>
        </p:nvSpPr>
        <p:spPr>
          <a:xfrm>
            <a:off x="11668836" y="6578220"/>
            <a:ext cx="523164" cy="279779"/>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Font typeface="Arial"/>
              <a:buNone/>
            </a:pPr>
            <a:r>
              <a:rPr lang="fr-FR" sz="1600" b="1" kern="0" dirty="0">
                <a:solidFill>
                  <a:srgbClr val="002060"/>
                </a:solidFill>
                <a:latin typeface="Times New Roman" panose="02020603050405020304" pitchFamily="18" charset="0"/>
                <a:ea typeface="Exo 2"/>
                <a:cs typeface="Times New Roman" panose="02020603050405020304" pitchFamily="18" charset="0"/>
                <a:sym typeface="Exo 2"/>
              </a:rPr>
              <a:t>37</a:t>
            </a:r>
          </a:p>
        </p:txBody>
      </p:sp>
      <p:pic>
        <p:nvPicPr>
          <p:cNvPr id="6" name="Image 5"/>
          <p:cNvPicPr>
            <a:picLocks noChangeAspect="1"/>
          </p:cNvPicPr>
          <p:nvPr/>
        </p:nvPicPr>
        <p:blipFill>
          <a:blip r:embed="rId4">
            <a:extLst>
              <a:ext uri="{BEBA8EAE-BF5A-486C-A8C5-ECC9F3942E4B}">
                <a14:imgProps xmlns:a14="http://schemas.microsoft.com/office/drawing/2010/main">
                  <a14:imgLayer r:embed="rId5">
                    <a14:imgEffect>
                      <a14:artisticGlowDiffused/>
                    </a14:imgEffect>
                  </a14:imgLayer>
                </a14:imgProps>
              </a:ext>
            </a:extLst>
          </a:blip>
          <a:stretch>
            <a:fillRect/>
          </a:stretch>
        </p:blipFill>
        <p:spPr>
          <a:xfrm>
            <a:off x="0" y="-1"/>
            <a:ext cx="6906595" cy="6858000"/>
          </a:xfrm>
          <a:prstGeom prst="rect">
            <a:avLst/>
          </a:prstGeom>
        </p:spPr>
      </p:pic>
      <p:sp>
        <p:nvSpPr>
          <p:cNvPr id="8" name="ZoneTexte 7"/>
          <p:cNvSpPr txBox="1"/>
          <p:nvPr/>
        </p:nvSpPr>
        <p:spPr>
          <a:xfrm>
            <a:off x="1240240" y="2187666"/>
            <a:ext cx="4181989" cy="2482667"/>
          </a:xfrm>
          <a:prstGeom prst="rect">
            <a:avLst/>
          </a:prstGeom>
          <a:noFill/>
        </p:spPr>
        <p:txBody>
          <a:bodyPr wrap="square" rtlCol="0">
            <a:spAutoFit/>
          </a:bodyPr>
          <a:lstStyle/>
          <a:p>
            <a:pPr algn="ctr">
              <a:lnSpc>
                <a:spcPct val="150000"/>
              </a:lnSpc>
            </a:pPr>
            <a:r>
              <a:rPr lang="fr-FR" sz="3600" b="1" spc="50" dirty="0">
                <a:ln w="13500">
                  <a:solidFill>
                    <a:schemeClr val="accent1">
                      <a:shade val="2500"/>
                      <a:alpha val="6500"/>
                    </a:schemeClr>
                  </a:solidFill>
                  <a:prstDash val="solid"/>
                </a:ln>
                <a:solidFill>
                  <a:schemeClr val="accent1">
                    <a:tint val="3000"/>
                    <a:alpha val="95000"/>
                  </a:schemeClr>
                </a:solidFill>
                <a:effectLst>
                  <a:glow rad="101600">
                    <a:schemeClr val="tx1">
                      <a:alpha val="60000"/>
                    </a:schemeClr>
                  </a:glow>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pitchFamily="18" charset="0"/>
              </a:rPr>
              <a:t>MERCI POUR VOTRE ATTENTION </a:t>
            </a:r>
            <a:endParaRPr lang="fr-FR" sz="36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8418797"/>
      </p:ext>
    </p:extLst>
  </p:cSld>
  <p:clrMapOvr>
    <a:masterClrMapping/>
  </p:clrMapOvr>
</p:sld>
</file>

<file path=ppt/theme/theme1.xml><?xml version="1.0" encoding="utf-8"?>
<a:theme xmlns:a="http://schemas.openxmlformats.org/drawingml/2006/main" name="Tech Newsletter by Slidesgo">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35D74"/>
        </a:solidFill>
        <a:ln>
          <a:solidFill>
            <a:schemeClr val="tx1"/>
          </a:solidFill>
        </a:ln>
      </a:spPr>
      <a:bodyPr spcFirstLastPara="1" wrap="square" lIns="91425" tIns="91425" rIns="91425" bIns="91425" anchor="ctr" anchorCtr="0">
        <a:noAutofit/>
      </a:bodyPr>
      <a:lstStyle>
        <a:defPPr marL="0" indent="0" algn="l" rtl="0">
          <a:spcBef>
            <a:spcPts val="0"/>
          </a:spcBef>
          <a:spcAft>
            <a:spcPts val="0"/>
          </a:spcAft>
          <a:buNone/>
          <a:defRPr dirty="0"/>
        </a:defPPr>
      </a:lstStyle>
    </a:spDef>
  </a:objectDefaults>
  <a:extraClrSchemeLst/>
</a:theme>
</file>

<file path=ppt/theme/theme2.xml><?xml version="1.0" encoding="utf-8"?>
<a:theme xmlns:a="http://schemas.openxmlformats.org/drawingml/2006/main" name="Template PresentationGo">
  <a:themeElements>
    <a:clrScheme name="PGO2">
      <a:dk1>
        <a:sysClr val="windowText" lastClr="000000"/>
      </a:dk1>
      <a:lt1>
        <a:sysClr val="window" lastClr="FFFFFF"/>
      </a:lt1>
      <a:dk2>
        <a:srgbClr val="063951"/>
      </a:dk2>
      <a:lt2>
        <a:srgbClr val="D3D3D3"/>
      </a:lt2>
      <a:accent1>
        <a:srgbClr val="3A5C84"/>
      </a:accent1>
      <a:accent2>
        <a:srgbClr val="F7931F"/>
      </a:accent2>
      <a:accent3>
        <a:srgbClr val="4CC1EF"/>
      </a:accent3>
      <a:accent4>
        <a:srgbClr val="FFCC4C"/>
      </a:accent4>
      <a:accent5>
        <a:srgbClr val="C13018"/>
      </a:accent5>
      <a:accent6>
        <a:srgbClr val="A2B969"/>
      </a:accent6>
      <a:hlink>
        <a:srgbClr val="6C2B43"/>
      </a:hlink>
      <a:folHlink>
        <a:srgbClr val="6C2B43"/>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20139</TotalTime>
  <Words>1310</Words>
  <Application>Microsoft Office PowerPoint</Application>
  <PresentationFormat>Grand écran</PresentationFormat>
  <Paragraphs>401</Paragraphs>
  <Slides>40</Slides>
  <Notes>30</Notes>
  <HiddenSlides>0</HiddenSlides>
  <MMClips>0</MMClips>
  <ScaleCrop>false</ScaleCrop>
  <HeadingPairs>
    <vt:vector size="6" baseType="variant">
      <vt:variant>
        <vt:lpstr>Polices utilisées</vt:lpstr>
      </vt:variant>
      <vt:variant>
        <vt:i4>18</vt:i4>
      </vt:variant>
      <vt:variant>
        <vt:lpstr>Thème</vt:lpstr>
      </vt:variant>
      <vt:variant>
        <vt:i4>2</vt:i4>
      </vt:variant>
      <vt:variant>
        <vt:lpstr>Titres des diapositives</vt:lpstr>
      </vt:variant>
      <vt:variant>
        <vt:i4>40</vt:i4>
      </vt:variant>
    </vt:vector>
  </HeadingPairs>
  <TitlesOfParts>
    <vt:vector size="60" baseType="lpstr">
      <vt:lpstr>Malgun Gothic</vt:lpstr>
      <vt:lpstr>Arial</vt:lpstr>
      <vt:lpstr>Arial Black</vt:lpstr>
      <vt:lpstr>Bahnschrift Light</vt:lpstr>
      <vt:lpstr>Calibri</vt:lpstr>
      <vt:lpstr>Calibri Light</vt:lpstr>
      <vt:lpstr>Cambria</vt:lpstr>
      <vt:lpstr>Exo 2</vt:lpstr>
      <vt:lpstr>Fira Sans Extra Condensed Medium</vt:lpstr>
      <vt:lpstr>Helvetica</vt:lpstr>
      <vt:lpstr>Open Sans</vt:lpstr>
      <vt:lpstr>Open Sans Light</vt:lpstr>
      <vt:lpstr>OpenDyslexic</vt:lpstr>
      <vt:lpstr>Roboto Condensed</vt:lpstr>
      <vt:lpstr>Roboto Condensed Light</vt:lpstr>
      <vt:lpstr>Squada One</vt:lpstr>
      <vt:lpstr>Times New Roman</vt:lpstr>
      <vt:lpstr>Urdu Typesetting</vt:lpstr>
      <vt:lpstr>Tech Newsletter by Slidesgo</vt:lpstr>
      <vt:lpstr>Template PresentationGo</vt:lpstr>
      <vt:lpstr>Présentation PowerPoint</vt:lpstr>
      <vt:lpstr>Présentation PowerPoint</vt:lpstr>
      <vt:lpstr>Introduction</vt:lpstr>
      <vt:lpstr>Définition de la dyslexie </vt:lpstr>
      <vt:lpstr>Statistiques  </vt:lpstr>
      <vt:lpstr>Présentation PowerPoint</vt:lpstr>
      <vt:lpstr>Présentation PowerPoint</vt:lpstr>
      <vt:lpstr>Présentation PowerPoint</vt:lpstr>
      <vt:lpstr>Présentation PowerPoint</vt:lpstr>
      <vt:lpstr>Présentation PowerPoint</vt:lpstr>
      <vt:lpstr>Méthodologie </vt:lpstr>
      <vt:lpstr>Présentation PowerPoint</vt:lpstr>
      <vt:lpstr>Présentation PowerPoint</vt:lpstr>
      <vt:lpstr>Présentation PowerPoint</vt:lpstr>
      <vt:lpstr>Présentation PowerPoint</vt:lpstr>
      <vt:lpstr>Etude Conceptuelle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Réalisation</vt:lpstr>
      <vt:lpstr>Présentation PowerPoint</vt:lpstr>
      <vt:lpstr>Présentation PowerPoint</vt:lpstr>
      <vt:lpstr>Présentation PowerPoint</vt:lpstr>
      <vt:lpstr>Présentation PowerPoint</vt:lpstr>
      <vt:lpstr>Tests et validation</vt:lpstr>
      <vt:lpstr>Présentation PowerPoint</vt:lpstr>
      <vt:lpstr>Présentation PowerPoint</vt:lpstr>
      <vt:lpstr>Présentation PowerPoint</vt:lpstr>
      <vt:lpstr>Présentation PowerPoint</vt:lpstr>
      <vt:lpstr>Présentation PowerPoint</vt:lpstr>
      <vt:lpstr>Conclusion et Perspectives</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du Projet Fin d’Etudes  en vue de l’obtention du diplôme national d’ingénieur en génie industriel : Amélioration de la capacité du conditionnement et la mise en place d’une nouvelle stratégie logistique</dc:title>
  <dc:creator>Chadi dellai</dc:creator>
  <cp:lastModifiedBy>Ymen JOUINI</cp:lastModifiedBy>
  <cp:revision>468</cp:revision>
  <dcterms:created xsi:type="dcterms:W3CDTF">2020-07-16T11:01:34Z</dcterms:created>
  <dcterms:modified xsi:type="dcterms:W3CDTF">2022-06-21T00:21:11Z</dcterms:modified>
</cp:coreProperties>
</file>